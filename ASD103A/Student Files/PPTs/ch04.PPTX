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79"/>
  </p:notesMasterIdLst>
  <p:handoutMasterIdLst>
    <p:handoutMasterId r:id="rId80"/>
  </p:handoutMasterIdLst>
  <p:sldIdLst>
    <p:sldId id="410"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408" r:id="rId57"/>
    <p:sldId id="390" r:id="rId58"/>
    <p:sldId id="391" r:id="rId59"/>
    <p:sldId id="392" r:id="rId60"/>
    <p:sldId id="393" r:id="rId61"/>
    <p:sldId id="394" r:id="rId62"/>
    <p:sldId id="395" r:id="rId63"/>
    <p:sldId id="396" r:id="rId64"/>
    <p:sldId id="397" r:id="rId65"/>
    <p:sldId id="398" r:id="rId66"/>
    <p:sldId id="399" r:id="rId67"/>
    <p:sldId id="400" r:id="rId68"/>
    <p:sldId id="401" r:id="rId69"/>
    <p:sldId id="402" r:id="rId70"/>
    <p:sldId id="409" r:id="rId71"/>
    <p:sldId id="403" r:id="rId72"/>
    <p:sldId id="404" r:id="rId73"/>
    <p:sldId id="405" r:id="rId74"/>
    <p:sldId id="406" r:id="rId75"/>
    <p:sldId id="407" r:id="rId76"/>
    <p:sldId id="335" r:id="rId77"/>
    <p:sldId id="336" r:id="rId78"/>
  </p:sldIdLst>
  <p:sldSz cx="9144000" cy="6858000" type="screen4x3"/>
  <p:notesSz cx="6858000" cy="9144000"/>
  <p:custDataLst>
    <p:tags r:id="rId81"/>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extLst/>
  </p:cmAuthor>
  <p:cmAuthor id="2" name="Stulga, Michele L" initials="SML" lastIdx="19" clrIdx="2">
    <p:extLst/>
  </p:cmAuthor>
  <p:cmAuthor id="3" name="S.A.Bennett" initials="SB" lastIdx="1" clrIdx="3"/>
  <p:cmAuthor id="4" name="Julie Tomsho" initials="JRT" lastIdx="1"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1FF"/>
    <a:srgbClr val="006800"/>
    <a:srgbClr val="8A3800"/>
    <a:srgbClr val="C000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94" autoAdjust="0"/>
    <p:restoredTop sz="86443" autoAdjust="0"/>
  </p:normalViewPr>
  <p:slideViewPr>
    <p:cSldViewPr>
      <p:cViewPr varScale="1">
        <p:scale>
          <a:sx n="93" d="100"/>
          <a:sy n="93" d="100"/>
        </p:scale>
        <p:origin x="1038" y="90"/>
      </p:cViewPr>
      <p:guideLst>
        <p:guide orient="horz" pos="2160"/>
        <p:guide pos="2880"/>
      </p:guideLst>
    </p:cSldViewPr>
  </p:slideViewPr>
  <p:outlineViewPr>
    <p:cViewPr>
      <p:scale>
        <a:sx n="33" d="100"/>
        <a:sy n="33" d="100"/>
      </p:scale>
      <p:origin x="0" y="-6963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87"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commentAuthors" Target="commentAuthor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ags" Target="tags/tag1.xml"/><Relationship Id="rId86"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ne Freeman" userId="1199072752_tp_dropbox" providerId="OAuth2" clId="{406CB5DB-0A5C-E04A-9EB8-F736D1ADB92A}"/>
    <pc:docChg chg="undo custSel modSld">
      <pc:chgData name="Marianne Freeman" userId="1199072752_tp_dropbox" providerId="OAuth2" clId="{406CB5DB-0A5C-E04A-9EB8-F736D1ADB92A}" dt="2018-09-25T02:25:28.609" v="175" actId="20577"/>
      <pc:docMkLst>
        <pc:docMk/>
      </pc:docMkLst>
      <pc:sldChg chg="addSp modSp">
        <pc:chgData name="Marianne Freeman" userId="1199072752_tp_dropbox" providerId="OAuth2" clId="{406CB5DB-0A5C-E04A-9EB8-F736D1ADB92A}" dt="2018-09-25T01:54:05.570" v="1"/>
        <pc:sldMkLst>
          <pc:docMk/>
          <pc:sldMk cId="0" sldId="257"/>
        </pc:sldMkLst>
        <pc:spChg chg="mod">
          <ac:chgData name="Marianne Freeman" userId="1199072752_tp_dropbox" providerId="OAuth2" clId="{406CB5DB-0A5C-E04A-9EB8-F736D1ADB92A}" dt="2018-09-25T01:54:00.579" v="0" actId="20577"/>
          <ac:spMkLst>
            <pc:docMk/>
            <pc:sldMk cId="0" sldId="257"/>
            <ac:spMk id="4" creationId="{2B7206C4-20D6-1E4B-A9BF-F06AB8FA9727}"/>
          </ac:spMkLst>
        </pc:spChg>
        <pc:inkChg chg="add">
          <ac:chgData name="Marianne Freeman" userId="1199072752_tp_dropbox" providerId="OAuth2" clId="{406CB5DB-0A5C-E04A-9EB8-F736D1ADB92A}" dt="2018-09-25T01:54:05.570" v="1"/>
          <ac:inkMkLst>
            <pc:docMk/>
            <pc:sldMk cId="0" sldId="257"/>
            <ac:inkMk id="3" creationId="{69864A9F-1994-7C41-BE2C-6D26EEAC54EB}"/>
          </ac:inkMkLst>
        </pc:inkChg>
      </pc:sldChg>
      <pc:sldChg chg="addSp modSp">
        <pc:chgData name="Marianne Freeman" userId="1199072752_tp_dropbox" providerId="OAuth2" clId="{406CB5DB-0A5C-E04A-9EB8-F736D1ADB92A}" dt="2018-09-25T01:55:58.312" v="16"/>
        <pc:sldMkLst>
          <pc:docMk/>
          <pc:sldMk cId="2156422784" sldId="338"/>
        </pc:sldMkLst>
        <pc:spChg chg="mod">
          <ac:chgData name="Marianne Freeman" userId="1199072752_tp_dropbox" providerId="OAuth2" clId="{406CB5DB-0A5C-E04A-9EB8-F736D1ADB92A}" dt="2018-09-25T01:55:49.653" v="15" actId="20577"/>
          <ac:spMkLst>
            <pc:docMk/>
            <pc:sldMk cId="2156422784" sldId="338"/>
            <ac:spMk id="3" creationId="{00000000-0000-0000-0000-000000000000}"/>
          </ac:spMkLst>
        </pc:spChg>
        <pc:inkChg chg="add">
          <ac:chgData name="Marianne Freeman" userId="1199072752_tp_dropbox" providerId="OAuth2" clId="{406CB5DB-0A5C-E04A-9EB8-F736D1ADB92A}" dt="2018-09-25T01:55:12.144" v="5"/>
          <ac:inkMkLst>
            <pc:docMk/>
            <pc:sldMk cId="2156422784" sldId="338"/>
            <ac:inkMk id="5" creationId="{59999004-6D39-6B4A-9DAE-56FE0733298A}"/>
          </ac:inkMkLst>
        </pc:inkChg>
        <pc:inkChg chg="add">
          <ac:chgData name="Marianne Freeman" userId="1199072752_tp_dropbox" providerId="OAuth2" clId="{406CB5DB-0A5C-E04A-9EB8-F736D1ADB92A}" dt="2018-09-25T01:55:12.929" v="6"/>
          <ac:inkMkLst>
            <pc:docMk/>
            <pc:sldMk cId="2156422784" sldId="338"/>
            <ac:inkMk id="6" creationId="{1E9E995D-DE54-9641-86AA-0ED7270A7352}"/>
          </ac:inkMkLst>
        </pc:inkChg>
        <pc:inkChg chg="add">
          <ac:chgData name="Marianne Freeman" userId="1199072752_tp_dropbox" providerId="OAuth2" clId="{406CB5DB-0A5C-E04A-9EB8-F736D1ADB92A}" dt="2018-09-25T01:55:13.840" v="7"/>
          <ac:inkMkLst>
            <pc:docMk/>
            <pc:sldMk cId="2156422784" sldId="338"/>
            <ac:inkMk id="7" creationId="{4FB1C896-A8FA-BD43-9AE9-96032C914462}"/>
          </ac:inkMkLst>
        </pc:inkChg>
        <pc:inkChg chg="add">
          <ac:chgData name="Marianne Freeman" userId="1199072752_tp_dropbox" providerId="OAuth2" clId="{406CB5DB-0A5C-E04A-9EB8-F736D1ADB92A}" dt="2018-09-25T01:55:58.312" v="16"/>
          <ac:inkMkLst>
            <pc:docMk/>
            <pc:sldMk cId="2156422784" sldId="338"/>
            <ac:inkMk id="8" creationId="{67ED2DE0-E27C-F640-BBDA-708D87FB3DB6}"/>
          </ac:inkMkLst>
        </pc:inkChg>
      </pc:sldChg>
      <pc:sldChg chg="addSp delSp modSp">
        <pc:chgData name="Marianne Freeman" userId="1199072752_tp_dropbox" providerId="OAuth2" clId="{406CB5DB-0A5C-E04A-9EB8-F736D1ADB92A}" dt="2018-09-25T01:57:25.925" v="24" actId="20577"/>
        <pc:sldMkLst>
          <pc:docMk/>
          <pc:sldMk cId="3754938161" sldId="339"/>
        </pc:sldMkLst>
        <pc:spChg chg="mod">
          <ac:chgData name="Marianne Freeman" userId="1199072752_tp_dropbox" providerId="OAuth2" clId="{406CB5DB-0A5C-E04A-9EB8-F736D1ADB92A}" dt="2018-09-25T01:57:25.925" v="24" actId="20577"/>
          <ac:spMkLst>
            <pc:docMk/>
            <pc:sldMk cId="3754938161" sldId="339"/>
            <ac:spMk id="3" creationId="{00000000-0000-0000-0000-000000000000}"/>
          </ac:spMkLst>
        </pc:spChg>
        <pc:inkChg chg="add del">
          <ac:chgData name="Marianne Freeman" userId="1199072752_tp_dropbox" providerId="OAuth2" clId="{406CB5DB-0A5C-E04A-9EB8-F736D1ADB92A}" dt="2018-09-25T01:56:56.140" v="20" actId="478"/>
          <ac:inkMkLst>
            <pc:docMk/>
            <pc:sldMk cId="3754938161" sldId="339"/>
            <ac:inkMk id="5" creationId="{2952B075-762B-A24D-BD0F-5823C0D638BE}"/>
          </ac:inkMkLst>
        </pc:inkChg>
        <pc:inkChg chg="add">
          <ac:chgData name="Marianne Freeman" userId="1199072752_tp_dropbox" providerId="OAuth2" clId="{406CB5DB-0A5C-E04A-9EB8-F736D1ADB92A}" dt="2018-09-25T01:57:03.137" v="22"/>
          <ac:inkMkLst>
            <pc:docMk/>
            <pc:sldMk cId="3754938161" sldId="339"/>
            <ac:inkMk id="6" creationId="{3179C7F5-E67E-D444-9A6A-257325B15007}"/>
          </ac:inkMkLst>
        </pc:inkChg>
        <pc:inkChg chg="add">
          <ac:chgData name="Marianne Freeman" userId="1199072752_tp_dropbox" providerId="OAuth2" clId="{406CB5DB-0A5C-E04A-9EB8-F736D1ADB92A}" dt="2018-09-25T01:57:20.604" v="23"/>
          <ac:inkMkLst>
            <pc:docMk/>
            <pc:sldMk cId="3754938161" sldId="339"/>
            <ac:inkMk id="7" creationId="{BB5F6E1D-9A04-944E-AB28-5F5FC207A6D5}"/>
          </ac:inkMkLst>
        </pc:inkChg>
      </pc:sldChg>
      <pc:sldChg chg="addSp delSp modSp">
        <pc:chgData name="Marianne Freeman" userId="1199072752_tp_dropbox" providerId="OAuth2" clId="{406CB5DB-0A5C-E04A-9EB8-F736D1ADB92A}" dt="2018-09-25T01:59:06.023" v="31"/>
        <pc:sldMkLst>
          <pc:docMk/>
          <pc:sldMk cId="4224388014" sldId="340"/>
        </pc:sldMkLst>
        <pc:graphicFrameChg chg="modGraphic">
          <ac:chgData name="Marianne Freeman" userId="1199072752_tp_dropbox" providerId="OAuth2" clId="{406CB5DB-0A5C-E04A-9EB8-F736D1ADB92A}" dt="2018-09-25T01:58:53.058" v="27" actId="108"/>
          <ac:graphicFrameMkLst>
            <pc:docMk/>
            <pc:sldMk cId="4224388014" sldId="340"/>
            <ac:graphicFrameMk id="6" creationId="{00000000-0000-0000-0000-000000000000}"/>
          </ac:graphicFrameMkLst>
        </pc:graphicFrameChg>
        <pc:inkChg chg="add del">
          <ac:chgData name="Marianne Freeman" userId="1199072752_tp_dropbox" providerId="OAuth2" clId="{406CB5DB-0A5C-E04A-9EB8-F736D1ADB92A}" dt="2018-09-25T01:59:02.663" v="29"/>
          <ac:inkMkLst>
            <pc:docMk/>
            <pc:sldMk cId="4224388014" sldId="340"/>
            <ac:inkMk id="5" creationId="{9F89FA7B-55E6-6143-9FB7-DDAAEF3CE808}"/>
          </ac:inkMkLst>
        </pc:inkChg>
        <pc:inkChg chg="add">
          <ac:chgData name="Marianne Freeman" userId="1199072752_tp_dropbox" providerId="OAuth2" clId="{406CB5DB-0A5C-E04A-9EB8-F736D1ADB92A}" dt="2018-09-25T01:59:04.855" v="30"/>
          <ac:inkMkLst>
            <pc:docMk/>
            <pc:sldMk cId="4224388014" sldId="340"/>
            <ac:inkMk id="7" creationId="{8727B80C-875A-6D45-81EE-1590C3089E39}"/>
          </ac:inkMkLst>
        </pc:inkChg>
        <pc:inkChg chg="add">
          <ac:chgData name="Marianne Freeman" userId="1199072752_tp_dropbox" providerId="OAuth2" clId="{406CB5DB-0A5C-E04A-9EB8-F736D1ADB92A}" dt="2018-09-25T01:59:06.023" v="31"/>
          <ac:inkMkLst>
            <pc:docMk/>
            <pc:sldMk cId="4224388014" sldId="340"/>
            <ac:inkMk id="8" creationId="{A14DF883-395D-6D43-B895-489941A7A2D3}"/>
          </ac:inkMkLst>
        </pc:inkChg>
      </pc:sldChg>
      <pc:sldChg chg="addSp delSp modSp">
        <pc:chgData name="Marianne Freeman" userId="1199072752_tp_dropbox" providerId="OAuth2" clId="{406CB5DB-0A5C-E04A-9EB8-F736D1ADB92A}" dt="2018-09-25T01:59:35.540" v="35" actId="20577"/>
        <pc:sldMkLst>
          <pc:docMk/>
          <pc:sldMk cId="2684559898" sldId="344"/>
        </pc:sldMkLst>
        <pc:spChg chg="mod">
          <ac:chgData name="Marianne Freeman" userId="1199072752_tp_dropbox" providerId="OAuth2" clId="{406CB5DB-0A5C-E04A-9EB8-F736D1ADB92A}" dt="2018-09-25T01:59:35.540" v="35" actId="20577"/>
          <ac:spMkLst>
            <pc:docMk/>
            <pc:sldMk cId="2684559898" sldId="344"/>
            <ac:spMk id="3" creationId="{00000000-0000-0000-0000-000000000000}"/>
          </ac:spMkLst>
        </pc:spChg>
        <pc:inkChg chg="add del">
          <ac:chgData name="Marianne Freeman" userId="1199072752_tp_dropbox" providerId="OAuth2" clId="{406CB5DB-0A5C-E04A-9EB8-F736D1ADB92A}" dt="2018-09-25T01:59:28.973" v="33"/>
          <ac:inkMkLst>
            <pc:docMk/>
            <pc:sldMk cId="2684559898" sldId="344"/>
            <ac:inkMk id="5" creationId="{B7F375A0-BD09-5C4C-B61F-3520E2FA7ECD}"/>
          </ac:inkMkLst>
        </pc:inkChg>
        <pc:inkChg chg="add">
          <ac:chgData name="Marianne Freeman" userId="1199072752_tp_dropbox" providerId="OAuth2" clId="{406CB5DB-0A5C-E04A-9EB8-F736D1ADB92A}" dt="2018-09-25T01:59:30.506" v="34"/>
          <ac:inkMkLst>
            <pc:docMk/>
            <pc:sldMk cId="2684559898" sldId="344"/>
            <ac:inkMk id="6" creationId="{C36946F9-536A-5D40-BF10-E4CB37C66EF2}"/>
          </ac:inkMkLst>
        </pc:inkChg>
      </pc:sldChg>
      <pc:sldChg chg="addSp modSp">
        <pc:chgData name="Marianne Freeman" userId="1199072752_tp_dropbox" providerId="OAuth2" clId="{406CB5DB-0A5C-E04A-9EB8-F736D1ADB92A}" dt="2018-09-25T02:01:00.058" v="43"/>
        <pc:sldMkLst>
          <pc:docMk/>
          <pc:sldMk cId="733870731" sldId="346"/>
        </pc:sldMkLst>
        <pc:spChg chg="mod">
          <ac:chgData name="Marianne Freeman" userId="1199072752_tp_dropbox" providerId="OAuth2" clId="{406CB5DB-0A5C-E04A-9EB8-F736D1ADB92A}" dt="2018-09-25T02:00:54.867" v="41" actId="20577"/>
          <ac:spMkLst>
            <pc:docMk/>
            <pc:sldMk cId="733870731" sldId="346"/>
            <ac:spMk id="3" creationId="{00000000-0000-0000-0000-000000000000}"/>
          </ac:spMkLst>
        </pc:spChg>
        <pc:inkChg chg="add">
          <ac:chgData name="Marianne Freeman" userId="1199072752_tp_dropbox" providerId="OAuth2" clId="{406CB5DB-0A5C-E04A-9EB8-F736D1ADB92A}" dt="2018-09-25T02:00:08.532" v="37"/>
          <ac:inkMkLst>
            <pc:docMk/>
            <pc:sldMk cId="733870731" sldId="346"/>
            <ac:inkMk id="5" creationId="{0FB41186-768B-A74A-8355-A6D94CD97285}"/>
          </ac:inkMkLst>
        </pc:inkChg>
        <pc:inkChg chg="add">
          <ac:chgData name="Marianne Freeman" userId="1199072752_tp_dropbox" providerId="OAuth2" clId="{406CB5DB-0A5C-E04A-9EB8-F736D1ADB92A}" dt="2018-09-25T02:00:20.824" v="38"/>
          <ac:inkMkLst>
            <pc:docMk/>
            <pc:sldMk cId="733870731" sldId="346"/>
            <ac:inkMk id="6" creationId="{47656A8A-2C13-A54B-85C1-147FAFB6DF5F}"/>
          </ac:inkMkLst>
        </pc:inkChg>
        <pc:inkChg chg="add">
          <ac:chgData name="Marianne Freeman" userId="1199072752_tp_dropbox" providerId="OAuth2" clId="{406CB5DB-0A5C-E04A-9EB8-F736D1ADB92A}" dt="2018-09-25T02:00:59.268" v="42"/>
          <ac:inkMkLst>
            <pc:docMk/>
            <pc:sldMk cId="733870731" sldId="346"/>
            <ac:inkMk id="7" creationId="{1ECE2DEC-3F75-014D-99D5-AC62F86505CE}"/>
          </ac:inkMkLst>
        </pc:inkChg>
        <pc:inkChg chg="add">
          <ac:chgData name="Marianne Freeman" userId="1199072752_tp_dropbox" providerId="OAuth2" clId="{406CB5DB-0A5C-E04A-9EB8-F736D1ADB92A}" dt="2018-09-25T02:01:00.058" v="43"/>
          <ac:inkMkLst>
            <pc:docMk/>
            <pc:sldMk cId="733870731" sldId="346"/>
            <ac:inkMk id="8" creationId="{C7DFAF65-DC3A-B545-B33B-704714F12A80}"/>
          </ac:inkMkLst>
        </pc:inkChg>
      </pc:sldChg>
      <pc:sldChg chg="addSp modSp">
        <pc:chgData name="Marianne Freeman" userId="1199072752_tp_dropbox" providerId="OAuth2" clId="{406CB5DB-0A5C-E04A-9EB8-F736D1ADB92A}" dt="2018-09-25T02:02:48.118" v="45" actId="20577"/>
        <pc:sldMkLst>
          <pc:docMk/>
          <pc:sldMk cId="3166691898" sldId="351"/>
        </pc:sldMkLst>
        <pc:spChg chg="mod">
          <ac:chgData name="Marianne Freeman" userId="1199072752_tp_dropbox" providerId="OAuth2" clId="{406CB5DB-0A5C-E04A-9EB8-F736D1ADB92A}" dt="2018-09-25T02:02:48.118" v="45" actId="20577"/>
          <ac:spMkLst>
            <pc:docMk/>
            <pc:sldMk cId="3166691898" sldId="351"/>
            <ac:spMk id="3" creationId="{00000000-0000-0000-0000-000000000000}"/>
          </ac:spMkLst>
        </pc:spChg>
        <pc:inkChg chg="add">
          <ac:chgData name="Marianne Freeman" userId="1199072752_tp_dropbox" providerId="OAuth2" clId="{406CB5DB-0A5C-E04A-9EB8-F736D1ADB92A}" dt="2018-09-25T02:02:39.946" v="44"/>
          <ac:inkMkLst>
            <pc:docMk/>
            <pc:sldMk cId="3166691898" sldId="351"/>
            <ac:inkMk id="5" creationId="{AEAFF4BF-7A0E-2A4D-ACEC-85B378E81FBD}"/>
          </ac:inkMkLst>
        </pc:inkChg>
      </pc:sldChg>
      <pc:sldChg chg="addSp modSp">
        <pc:chgData name="Marianne Freeman" userId="1199072752_tp_dropbox" providerId="OAuth2" clId="{406CB5DB-0A5C-E04A-9EB8-F736D1ADB92A}" dt="2018-09-25T02:03:30.431" v="47"/>
        <pc:sldMkLst>
          <pc:docMk/>
          <pc:sldMk cId="2829435399" sldId="352"/>
        </pc:sldMkLst>
        <pc:spChg chg="mod">
          <ac:chgData name="Marianne Freeman" userId="1199072752_tp_dropbox" providerId="OAuth2" clId="{406CB5DB-0A5C-E04A-9EB8-F736D1ADB92A}" dt="2018-09-25T02:03:25.661" v="46" actId="20577"/>
          <ac:spMkLst>
            <pc:docMk/>
            <pc:sldMk cId="2829435399" sldId="352"/>
            <ac:spMk id="3" creationId="{00000000-0000-0000-0000-000000000000}"/>
          </ac:spMkLst>
        </pc:spChg>
        <pc:inkChg chg="add">
          <ac:chgData name="Marianne Freeman" userId="1199072752_tp_dropbox" providerId="OAuth2" clId="{406CB5DB-0A5C-E04A-9EB8-F736D1ADB92A}" dt="2018-09-25T02:03:30.431" v="47"/>
          <ac:inkMkLst>
            <pc:docMk/>
            <pc:sldMk cId="2829435399" sldId="352"/>
            <ac:inkMk id="5" creationId="{8311C05D-31F3-0E4E-9763-F7A2B43AE733}"/>
          </ac:inkMkLst>
        </pc:inkChg>
      </pc:sldChg>
      <pc:sldChg chg="addSp modSp">
        <pc:chgData name="Marianne Freeman" userId="1199072752_tp_dropbox" providerId="OAuth2" clId="{406CB5DB-0A5C-E04A-9EB8-F736D1ADB92A}" dt="2018-09-25T02:03:59.783" v="49"/>
        <pc:sldMkLst>
          <pc:docMk/>
          <pc:sldMk cId="3836925698" sldId="355"/>
        </pc:sldMkLst>
        <pc:spChg chg="mod">
          <ac:chgData name="Marianne Freeman" userId="1199072752_tp_dropbox" providerId="OAuth2" clId="{406CB5DB-0A5C-E04A-9EB8-F736D1ADB92A}" dt="2018-09-25T02:03:55.799" v="48" actId="20577"/>
          <ac:spMkLst>
            <pc:docMk/>
            <pc:sldMk cId="3836925698" sldId="355"/>
            <ac:spMk id="3" creationId="{00000000-0000-0000-0000-000000000000}"/>
          </ac:spMkLst>
        </pc:spChg>
        <pc:inkChg chg="add">
          <ac:chgData name="Marianne Freeman" userId="1199072752_tp_dropbox" providerId="OAuth2" clId="{406CB5DB-0A5C-E04A-9EB8-F736D1ADB92A}" dt="2018-09-25T02:03:59.783" v="49"/>
          <ac:inkMkLst>
            <pc:docMk/>
            <pc:sldMk cId="3836925698" sldId="355"/>
            <ac:inkMk id="5" creationId="{3DC1B320-5C28-614C-BC34-76B1ED5B209C}"/>
          </ac:inkMkLst>
        </pc:inkChg>
      </pc:sldChg>
      <pc:sldChg chg="addSp modSp">
        <pc:chgData name="Marianne Freeman" userId="1199072752_tp_dropbox" providerId="OAuth2" clId="{406CB5DB-0A5C-E04A-9EB8-F736D1ADB92A}" dt="2018-09-25T02:05:38.909" v="53"/>
        <pc:sldMkLst>
          <pc:docMk/>
          <pc:sldMk cId="642274095" sldId="359"/>
        </pc:sldMkLst>
        <pc:spChg chg="mod">
          <ac:chgData name="Marianne Freeman" userId="1199072752_tp_dropbox" providerId="OAuth2" clId="{406CB5DB-0A5C-E04A-9EB8-F736D1ADB92A}" dt="2018-09-25T02:05:34.810" v="51" actId="20577"/>
          <ac:spMkLst>
            <pc:docMk/>
            <pc:sldMk cId="642274095" sldId="359"/>
            <ac:spMk id="3" creationId="{00000000-0000-0000-0000-000000000000}"/>
          </ac:spMkLst>
        </pc:spChg>
        <pc:inkChg chg="add">
          <ac:chgData name="Marianne Freeman" userId="1199072752_tp_dropbox" providerId="OAuth2" clId="{406CB5DB-0A5C-E04A-9EB8-F736D1ADB92A}" dt="2018-09-25T02:05:38.094" v="52"/>
          <ac:inkMkLst>
            <pc:docMk/>
            <pc:sldMk cId="642274095" sldId="359"/>
            <ac:inkMk id="5" creationId="{4B3352C0-F472-FD45-849E-C035AACB8EAE}"/>
          </ac:inkMkLst>
        </pc:inkChg>
        <pc:inkChg chg="add">
          <ac:chgData name="Marianne Freeman" userId="1199072752_tp_dropbox" providerId="OAuth2" clId="{406CB5DB-0A5C-E04A-9EB8-F736D1ADB92A}" dt="2018-09-25T02:05:38.909" v="53"/>
          <ac:inkMkLst>
            <pc:docMk/>
            <pc:sldMk cId="642274095" sldId="359"/>
            <ac:inkMk id="6" creationId="{640D9EDC-E6CC-7D4C-BBA9-185F5FB8907C}"/>
          </ac:inkMkLst>
        </pc:inkChg>
      </pc:sldChg>
      <pc:sldChg chg="addSp delSp modSp">
        <pc:chgData name="Marianne Freeman" userId="1199072752_tp_dropbox" providerId="OAuth2" clId="{406CB5DB-0A5C-E04A-9EB8-F736D1ADB92A}" dt="2018-09-25T02:06:03.300" v="58"/>
        <pc:sldMkLst>
          <pc:docMk/>
          <pc:sldMk cId="3935728384" sldId="360"/>
        </pc:sldMkLst>
        <pc:spChg chg="mod">
          <ac:chgData name="Marianne Freeman" userId="1199072752_tp_dropbox" providerId="OAuth2" clId="{406CB5DB-0A5C-E04A-9EB8-F736D1ADB92A}" dt="2018-09-25T02:05:50.329" v="56" actId="20577"/>
          <ac:spMkLst>
            <pc:docMk/>
            <pc:sldMk cId="3935728384" sldId="360"/>
            <ac:spMk id="3" creationId="{00000000-0000-0000-0000-000000000000}"/>
          </ac:spMkLst>
        </pc:spChg>
        <pc:inkChg chg="add">
          <ac:chgData name="Marianne Freeman" userId="1199072752_tp_dropbox" providerId="OAuth2" clId="{406CB5DB-0A5C-E04A-9EB8-F736D1ADB92A}" dt="2018-09-25T02:05:46.070" v="54"/>
          <ac:inkMkLst>
            <pc:docMk/>
            <pc:sldMk cId="3935728384" sldId="360"/>
            <ac:inkMk id="5" creationId="{4653B5A2-781E-7146-8827-9FC895721350}"/>
          </ac:inkMkLst>
        </pc:inkChg>
        <pc:inkChg chg="add del">
          <ac:chgData name="Marianne Freeman" userId="1199072752_tp_dropbox" providerId="OAuth2" clId="{406CB5DB-0A5C-E04A-9EB8-F736D1ADB92A}" dt="2018-09-25T02:05:58.623" v="57" actId="478"/>
          <ac:inkMkLst>
            <pc:docMk/>
            <pc:sldMk cId="3935728384" sldId="360"/>
            <ac:inkMk id="6" creationId="{3B25FC32-5C05-E14F-BB99-B98AE72F2755}"/>
          </ac:inkMkLst>
        </pc:inkChg>
        <pc:inkChg chg="add">
          <ac:chgData name="Marianne Freeman" userId="1199072752_tp_dropbox" providerId="OAuth2" clId="{406CB5DB-0A5C-E04A-9EB8-F736D1ADB92A}" dt="2018-09-25T02:06:03.300" v="58"/>
          <ac:inkMkLst>
            <pc:docMk/>
            <pc:sldMk cId="3935728384" sldId="360"/>
            <ac:inkMk id="7" creationId="{14ADFCE0-5659-674C-9492-43D4C44AC42C}"/>
          </ac:inkMkLst>
        </pc:inkChg>
      </pc:sldChg>
      <pc:sldChg chg="addSp delSp modSp">
        <pc:chgData name="Marianne Freeman" userId="1199072752_tp_dropbox" providerId="OAuth2" clId="{406CB5DB-0A5C-E04A-9EB8-F736D1ADB92A}" dt="2018-09-25T02:07:29.591" v="69"/>
        <pc:sldMkLst>
          <pc:docMk/>
          <pc:sldMk cId="2515949956" sldId="363"/>
        </pc:sldMkLst>
        <pc:spChg chg="mod">
          <ac:chgData name="Marianne Freeman" userId="1199072752_tp_dropbox" providerId="OAuth2" clId="{406CB5DB-0A5C-E04A-9EB8-F736D1ADB92A}" dt="2018-09-25T02:07:24.503" v="67" actId="20577"/>
          <ac:spMkLst>
            <pc:docMk/>
            <pc:sldMk cId="2515949956" sldId="363"/>
            <ac:spMk id="3" creationId="{00000000-0000-0000-0000-000000000000}"/>
          </ac:spMkLst>
        </pc:spChg>
        <pc:inkChg chg="add del">
          <ac:chgData name="Marianne Freeman" userId="1199072752_tp_dropbox" providerId="OAuth2" clId="{406CB5DB-0A5C-E04A-9EB8-F736D1ADB92A}" dt="2018-09-25T02:07:12.118" v="60"/>
          <ac:inkMkLst>
            <pc:docMk/>
            <pc:sldMk cId="2515949956" sldId="363"/>
            <ac:inkMk id="5" creationId="{3229BDA7-37C9-0744-8878-98427A6845B7}"/>
          </ac:inkMkLst>
        </pc:inkChg>
        <pc:inkChg chg="add">
          <ac:chgData name="Marianne Freeman" userId="1199072752_tp_dropbox" providerId="OAuth2" clId="{406CB5DB-0A5C-E04A-9EB8-F736D1ADB92A}" dt="2018-09-25T02:07:27.628" v="68"/>
          <ac:inkMkLst>
            <pc:docMk/>
            <pc:sldMk cId="2515949956" sldId="363"/>
            <ac:inkMk id="6" creationId="{4CFF870D-868B-2343-B962-CBAA5CBB8287}"/>
          </ac:inkMkLst>
        </pc:inkChg>
        <pc:inkChg chg="add">
          <ac:chgData name="Marianne Freeman" userId="1199072752_tp_dropbox" providerId="OAuth2" clId="{406CB5DB-0A5C-E04A-9EB8-F736D1ADB92A}" dt="2018-09-25T02:07:29.591" v="69"/>
          <ac:inkMkLst>
            <pc:docMk/>
            <pc:sldMk cId="2515949956" sldId="363"/>
            <ac:inkMk id="7" creationId="{C0306064-6B3D-E34E-9C4B-6684AEF8F056}"/>
          </ac:inkMkLst>
        </pc:inkChg>
      </pc:sldChg>
      <pc:sldChg chg="addSp modSp">
        <pc:chgData name="Marianne Freeman" userId="1199072752_tp_dropbox" providerId="OAuth2" clId="{406CB5DB-0A5C-E04A-9EB8-F736D1ADB92A}" dt="2018-09-25T02:09:12.051" v="79"/>
        <pc:sldMkLst>
          <pc:docMk/>
          <pc:sldMk cId="601629597" sldId="365"/>
        </pc:sldMkLst>
        <pc:spChg chg="mod">
          <ac:chgData name="Marianne Freeman" userId="1199072752_tp_dropbox" providerId="OAuth2" clId="{406CB5DB-0A5C-E04A-9EB8-F736D1ADB92A}" dt="2018-09-25T02:07:59.842" v="70" actId="20577"/>
          <ac:spMkLst>
            <pc:docMk/>
            <pc:sldMk cId="601629597" sldId="365"/>
            <ac:spMk id="2" creationId="{00000000-0000-0000-0000-000000000000}"/>
          </ac:spMkLst>
        </pc:spChg>
        <pc:spChg chg="mod">
          <ac:chgData name="Marianne Freeman" userId="1199072752_tp_dropbox" providerId="OAuth2" clId="{406CB5DB-0A5C-E04A-9EB8-F736D1ADB92A}" dt="2018-09-25T02:09:07.318" v="78" actId="20577"/>
          <ac:spMkLst>
            <pc:docMk/>
            <pc:sldMk cId="601629597" sldId="365"/>
            <ac:spMk id="3" creationId="{00000000-0000-0000-0000-000000000000}"/>
          </ac:spMkLst>
        </pc:spChg>
        <pc:inkChg chg="add">
          <ac:chgData name="Marianne Freeman" userId="1199072752_tp_dropbox" providerId="OAuth2" clId="{406CB5DB-0A5C-E04A-9EB8-F736D1ADB92A}" dt="2018-09-25T02:08:11.484" v="72"/>
          <ac:inkMkLst>
            <pc:docMk/>
            <pc:sldMk cId="601629597" sldId="365"/>
            <ac:inkMk id="5" creationId="{7046E3FA-FA10-3E4D-948A-3524C0AC73CD}"/>
          </ac:inkMkLst>
        </pc:inkChg>
        <pc:inkChg chg="add">
          <ac:chgData name="Marianne Freeman" userId="1199072752_tp_dropbox" providerId="OAuth2" clId="{406CB5DB-0A5C-E04A-9EB8-F736D1ADB92A}" dt="2018-09-25T02:08:35.040" v="75"/>
          <ac:inkMkLst>
            <pc:docMk/>
            <pc:sldMk cId="601629597" sldId="365"/>
            <ac:inkMk id="6" creationId="{4490C018-52DE-9745-B56E-1905BA7C4F35}"/>
          </ac:inkMkLst>
        </pc:inkChg>
        <pc:inkChg chg="add">
          <ac:chgData name="Marianne Freeman" userId="1199072752_tp_dropbox" providerId="OAuth2" clId="{406CB5DB-0A5C-E04A-9EB8-F736D1ADB92A}" dt="2018-09-25T02:08:36.631" v="76"/>
          <ac:inkMkLst>
            <pc:docMk/>
            <pc:sldMk cId="601629597" sldId="365"/>
            <ac:inkMk id="7" creationId="{9FBF3C09-B276-584D-A17C-6417A7E82DD1}"/>
          </ac:inkMkLst>
        </pc:inkChg>
        <pc:inkChg chg="add">
          <ac:chgData name="Marianne Freeman" userId="1199072752_tp_dropbox" providerId="OAuth2" clId="{406CB5DB-0A5C-E04A-9EB8-F736D1ADB92A}" dt="2018-09-25T02:09:12.051" v="79"/>
          <ac:inkMkLst>
            <pc:docMk/>
            <pc:sldMk cId="601629597" sldId="365"/>
            <ac:inkMk id="8" creationId="{CF0999B3-3402-284B-85B9-E6212DFB8AEB}"/>
          </ac:inkMkLst>
        </pc:inkChg>
      </pc:sldChg>
      <pc:sldChg chg="addSp modSp">
        <pc:chgData name="Marianne Freeman" userId="1199072752_tp_dropbox" providerId="OAuth2" clId="{406CB5DB-0A5C-E04A-9EB8-F736D1ADB92A}" dt="2018-09-25T02:09:32.514" v="80"/>
        <pc:sldMkLst>
          <pc:docMk/>
          <pc:sldMk cId="153344552" sldId="366"/>
        </pc:sldMkLst>
        <pc:spChg chg="mod">
          <ac:chgData name="Marianne Freeman" userId="1199072752_tp_dropbox" providerId="OAuth2" clId="{406CB5DB-0A5C-E04A-9EB8-F736D1ADB92A}" dt="2018-09-25T02:08:05.849" v="71" actId="20577"/>
          <ac:spMkLst>
            <pc:docMk/>
            <pc:sldMk cId="153344552" sldId="366"/>
            <ac:spMk id="2" creationId="{00000000-0000-0000-0000-000000000000}"/>
          </ac:spMkLst>
        </pc:spChg>
        <pc:inkChg chg="add">
          <ac:chgData name="Marianne Freeman" userId="1199072752_tp_dropbox" providerId="OAuth2" clId="{406CB5DB-0A5C-E04A-9EB8-F736D1ADB92A}" dt="2018-09-25T02:09:32.514" v="80"/>
          <ac:inkMkLst>
            <pc:docMk/>
            <pc:sldMk cId="153344552" sldId="366"/>
            <ac:inkMk id="5" creationId="{2FBD8D9E-E438-EA46-92FA-CD7FB76276C0}"/>
          </ac:inkMkLst>
        </pc:inkChg>
      </pc:sldChg>
      <pc:sldChg chg="addSp delSp modSp">
        <pc:chgData name="Marianne Freeman" userId="1199072752_tp_dropbox" providerId="OAuth2" clId="{406CB5DB-0A5C-E04A-9EB8-F736D1ADB92A}" dt="2018-09-25T02:10:43.045" v="95" actId="20577"/>
        <pc:sldMkLst>
          <pc:docMk/>
          <pc:sldMk cId="830073236" sldId="367"/>
        </pc:sldMkLst>
        <pc:spChg chg="mod">
          <ac:chgData name="Marianne Freeman" userId="1199072752_tp_dropbox" providerId="OAuth2" clId="{406CB5DB-0A5C-E04A-9EB8-F736D1ADB92A}" dt="2018-09-25T02:09:43.027" v="83" actId="20577"/>
          <ac:spMkLst>
            <pc:docMk/>
            <pc:sldMk cId="830073236" sldId="367"/>
            <ac:spMk id="2" creationId="{00000000-0000-0000-0000-000000000000}"/>
          </ac:spMkLst>
        </pc:spChg>
        <pc:spChg chg="mod">
          <ac:chgData name="Marianne Freeman" userId="1199072752_tp_dropbox" providerId="OAuth2" clId="{406CB5DB-0A5C-E04A-9EB8-F736D1ADB92A}" dt="2018-09-25T02:10:43.045" v="95" actId="20577"/>
          <ac:spMkLst>
            <pc:docMk/>
            <pc:sldMk cId="830073236" sldId="367"/>
            <ac:spMk id="3" creationId="{00000000-0000-0000-0000-000000000000}"/>
          </ac:spMkLst>
        </pc:spChg>
        <pc:inkChg chg="add">
          <ac:chgData name="Marianne Freeman" userId="1199072752_tp_dropbox" providerId="OAuth2" clId="{406CB5DB-0A5C-E04A-9EB8-F736D1ADB92A}" dt="2018-09-25T02:09:36.706" v="81"/>
          <ac:inkMkLst>
            <pc:docMk/>
            <pc:sldMk cId="830073236" sldId="367"/>
            <ac:inkMk id="5" creationId="{6EBB0D18-F34A-2141-B4F9-D6F729DE1C07}"/>
          </ac:inkMkLst>
        </pc:inkChg>
        <pc:inkChg chg="add">
          <ac:chgData name="Marianne Freeman" userId="1199072752_tp_dropbox" providerId="OAuth2" clId="{406CB5DB-0A5C-E04A-9EB8-F736D1ADB92A}" dt="2018-09-25T02:10:04.826" v="86"/>
          <ac:inkMkLst>
            <pc:docMk/>
            <pc:sldMk cId="830073236" sldId="367"/>
            <ac:inkMk id="6" creationId="{8FCC45DB-D725-D64F-A977-8C2AD0DFBE24}"/>
          </ac:inkMkLst>
        </pc:inkChg>
        <pc:inkChg chg="add">
          <ac:chgData name="Marianne Freeman" userId="1199072752_tp_dropbox" providerId="OAuth2" clId="{406CB5DB-0A5C-E04A-9EB8-F736D1ADB92A}" dt="2018-09-25T02:10:05.838" v="87"/>
          <ac:inkMkLst>
            <pc:docMk/>
            <pc:sldMk cId="830073236" sldId="367"/>
            <ac:inkMk id="7" creationId="{FA942378-1913-0845-9301-ED44E3F768A8}"/>
          </ac:inkMkLst>
        </pc:inkChg>
        <pc:inkChg chg="add del">
          <ac:chgData name="Marianne Freeman" userId="1199072752_tp_dropbox" providerId="OAuth2" clId="{406CB5DB-0A5C-E04A-9EB8-F736D1ADB92A}" dt="2018-09-25T02:10:20.782" v="89"/>
          <ac:inkMkLst>
            <pc:docMk/>
            <pc:sldMk cId="830073236" sldId="367"/>
            <ac:inkMk id="8" creationId="{3E48FCF6-D9F5-C241-8D12-D3189EFE55C9}"/>
          </ac:inkMkLst>
        </pc:inkChg>
        <pc:inkChg chg="add">
          <ac:chgData name="Marianne Freeman" userId="1199072752_tp_dropbox" providerId="OAuth2" clId="{406CB5DB-0A5C-E04A-9EB8-F736D1ADB92A}" dt="2018-09-25T02:10:22.100" v="90"/>
          <ac:inkMkLst>
            <pc:docMk/>
            <pc:sldMk cId="830073236" sldId="367"/>
            <ac:inkMk id="9" creationId="{78AC1DC1-87C2-334B-BB62-88BB35D187AE}"/>
          </ac:inkMkLst>
        </pc:inkChg>
        <pc:inkChg chg="add">
          <ac:chgData name="Marianne Freeman" userId="1199072752_tp_dropbox" providerId="OAuth2" clId="{406CB5DB-0A5C-E04A-9EB8-F736D1ADB92A}" dt="2018-09-25T02:10:26.553" v="91"/>
          <ac:inkMkLst>
            <pc:docMk/>
            <pc:sldMk cId="830073236" sldId="367"/>
            <ac:inkMk id="10" creationId="{3774CAF4-925A-454C-A910-018677009999}"/>
          </ac:inkMkLst>
        </pc:inkChg>
      </pc:sldChg>
      <pc:sldChg chg="addSp modSp">
        <pc:chgData name="Marianne Freeman" userId="1199072752_tp_dropbox" providerId="OAuth2" clId="{406CB5DB-0A5C-E04A-9EB8-F736D1ADB92A}" dt="2018-09-25T02:11:23.262" v="97"/>
        <pc:sldMkLst>
          <pc:docMk/>
          <pc:sldMk cId="3491199277" sldId="368"/>
        </pc:sldMkLst>
        <pc:spChg chg="mod">
          <ac:chgData name="Marianne Freeman" userId="1199072752_tp_dropbox" providerId="OAuth2" clId="{406CB5DB-0A5C-E04A-9EB8-F736D1ADB92A}" dt="2018-09-25T02:11:14.964" v="96" actId="20577"/>
          <ac:spMkLst>
            <pc:docMk/>
            <pc:sldMk cId="3491199277" sldId="368"/>
            <ac:spMk id="2" creationId="{00000000-0000-0000-0000-000000000000}"/>
          </ac:spMkLst>
        </pc:spChg>
        <pc:inkChg chg="add">
          <ac:chgData name="Marianne Freeman" userId="1199072752_tp_dropbox" providerId="OAuth2" clId="{406CB5DB-0A5C-E04A-9EB8-F736D1ADB92A}" dt="2018-09-25T02:11:23.262" v="97"/>
          <ac:inkMkLst>
            <pc:docMk/>
            <pc:sldMk cId="3491199277" sldId="368"/>
            <ac:inkMk id="5" creationId="{88C93AA3-05AF-7344-82AF-56F9F107D91A}"/>
          </ac:inkMkLst>
        </pc:inkChg>
      </pc:sldChg>
      <pc:sldChg chg="addSp modSp">
        <pc:chgData name="Marianne Freeman" userId="1199072752_tp_dropbox" providerId="OAuth2" clId="{406CB5DB-0A5C-E04A-9EB8-F736D1ADB92A}" dt="2018-09-25T02:13:32.494" v="99"/>
        <pc:sldMkLst>
          <pc:docMk/>
          <pc:sldMk cId="2679838755" sldId="369"/>
        </pc:sldMkLst>
        <pc:spChg chg="mod">
          <ac:chgData name="Marianne Freeman" userId="1199072752_tp_dropbox" providerId="OAuth2" clId="{406CB5DB-0A5C-E04A-9EB8-F736D1ADB92A}" dt="2018-09-25T02:13:10.925" v="98" actId="20577"/>
          <ac:spMkLst>
            <pc:docMk/>
            <pc:sldMk cId="2679838755" sldId="369"/>
            <ac:spMk id="3" creationId="{00000000-0000-0000-0000-000000000000}"/>
          </ac:spMkLst>
        </pc:spChg>
        <pc:inkChg chg="add">
          <ac:chgData name="Marianne Freeman" userId="1199072752_tp_dropbox" providerId="OAuth2" clId="{406CB5DB-0A5C-E04A-9EB8-F736D1ADB92A}" dt="2018-09-25T02:13:32.494" v="99"/>
          <ac:inkMkLst>
            <pc:docMk/>
            <pc:sldMk cId="2679838755" sldId="369"/>
            <ac:inkMk id="5" creationId="{D874BDD2-5536-3546-AD19-6C7DCF7165F8}"/>
          </ac:inkMkLst>
        </pc:inkChg>
      </pc:sldChg>
      <pc:sldChg chg="addSp delSp modSp">
        <pc:chgData name="Marianne Freeman" userId="1199072752_tp_dropbox" providerId="OAuth2" clId="{406CB5DB-0A5C-E04A-9EB8-F736D1ADB92A}" dt="2018-09-25T02:14:36.708" v="105"/>
        <pc:sldMkLst>
          <pc:docMk/>
          <pc:sldMk cId="3560978951" sldId="372"/>
        </pc:sldMkLst>
        <pc:spChg chg="mod">
          <ac:chgData name="Marianne Freeman" userId="1199072752_tp_dropbox" providerId="OAuth2" clId="{406CB5DB-0A5C-E04A-9EB8-F736D1ADB92A}" dt="2018-09-25T02:14:26.186" v="103" actId="20577"/>
          <ac:spMkLst>
            <pc:docMk/>
            <pc:sldMk cId="3560978951" sldId="372"/>
            <ac:spMk id="3" creationId="{00000000-0000-0000-0000-000000000000}"/>
          </ac:spMkLst>
        </pc:spChg>
        <pc:inkChg chg="add del">
          <ac:chgData name="Marianne Freeman" userId="1199072752_tp_dropbox" providerId="OAuth2" clId="{406CB5DB-0A5C-E04A-9EB8-F736D1ADB92A}" dt="2018-09-25T02:14:07.866" v="101"/>
          <ac:inkMkLst>
            <pc:docMk/>
            <pc:sldMk cId="3560978951" sldId="372"/>
            <ac:inkMk id="5" creationId="{9AA55187-0DF1-3344-B3A4-BA08D2454DDC}"/>
          </ac:inkMkLst>
        </pc:inkChg>
        <pc:inkChg chg="add">
          <ac:chgData name="Marianne Freeman" userId="1199072752_tp_dropbox" providerId="OAuth2" clId="{406CB5DB-0A5C-E04A-9EB8-F736D1ADB92A}" dt="2018-09-25T02:14:35.941" v="104"/>
          <ac:inkMkLst>
            <pc:docMk/>
            <pc:sldMk cId="3560978951" sldId="372"/>
            <ac:inkMk id="6" creationId="{971DC0A4-8C11-0640-B98F-1CCA55C0F534}"/>
          </ac:inkMkLst>
        </pc:inkChg>
        <pc:inkChg chg="add">
          <ac:chgData name="Marianne Freeman" userId="1199072752_tp_dropbox" providerId="OAuth2" clId="{406CB5DB-0A5C-E04A-9EB8-F736D1ADB92A}" dt="2018-09-25T02:14:36.708" v="105"/>
          <ac:inkMkLst>
            <pc:docMk/>
            <pc:sldMk cId="3560978951" sldId="372"/>
            <ac:inkMk id="7" creationId="{C8E2AA92-7B0E-214C-BAE3-F273D4E98770}"/>
          </ac:inkMkLst>
        </pc:inkChg>
      </pc:sldChg>
      <pc:sldChg chg="addSp modSp">
        <pc:chgData name="Marianne Freeman" userId="1199072752_tp_dropbox" providerId="OAuth2" clId="{406CB5DB-0A5C-E04A-9EB8-F736D1ADB92A}" dt="2018-09-25T02:15:34.516" v="107" actId="20577"/>
        <pc:sldMkLst>
          <pc:docMk/>
          <pc:sldMk cId="824848284" sldId="377"/>
        </pc:sldMkLst>
        <pc:spChg chg="mod">
          <ac:chgData name="Marianne Freeman" userId="1199072752_tp_dropbox" providerId="OAuth2" clId="{406CB5DB-0A5C-E04A-9EB8-F736D1ADB92A}" dt="2018-09-25T02:15:34.516" v="107" actId="20577"/>
          <ac:spMkLst>
            <pc:docMk/>
            <pc:sldMk cId="824848284" sldId="377"/>
            <ac:spMk id="3" creationId="{00000000-0000-0000-0000-000000000000}"/>
          </ac:spMkLst>
        </pc:spChg>
        <pc:inkChg chg="add">
          <ac:chgData name="Marianne Freeman" userId="1199072752_tp_dropbox" providerId="OAuth2" clId="{406CB5DB-0A5C-E04A-9EB8-F736D1ADB92A}" dt="2018-09-25T02:15:29.936" v="106"/>
          <ac:inkMkLst>
            <pc:docMk/>
            <pc:sldMk cId="824848284" sldId="377"/>
            <ac:inkMk id="5" creationId="{2F9D7903-47F8-724E-8451-F0133FC1D576}"/>
          </ac:inkMkLst>
        </pc:inkChg>
      </pc:sldChg>
      <pc:sldChg chg="addSp modSp">
        <pc:chgData name="Marianne Freeman" userId="1199072752_tp_dropbox" providerId="OAuth2" clId="{406CB5DB-0A5C-E04A-9EB8-F736D1ADB92A}" dt="2018-09-25T02:16:08.255" v="111"/>
        <pc:sldMkLst>
          <pc:docMk/>
          <pc:sldMk cId="3282039605" sldId="378"/>
        </pc:sldMkLst>
        <pc:spChg chg="mod">
          <ac:chgData name="Marianne Freeman" userId="1199072752_tp_dropbox" providerId="OAuth2" clId="{406CB5DB-0A5C-E04A-9EB8-F736D1ADB92A}" dt="2018-09-25T02:16:04.225" v="109" actId="20577"/>
          <ac:spMkLst>
            <pc:docMk/>
            <pc:sldMk cId="3282039605" sldId="378"/>
            <ac:spMk id="3" creationId="{00000000-0000-0000-0000-000000000000}"/>
          </ac:spMkLst>
        </pc:spChg>
        <pc:inkChg chg="add">
          <ac:chgData name="Marianne Freeman" userId="1199072752_tp_dropbox" providerId="OAuth2" clId="{406CB5DB-0A5C-E04A-9EB8-F736D1ADB92A}" dt="2018-09-25T02:16:07.390" v="110"/>
          <ac:inkMkLst>
            <pc:docMk/>
            <pc:sldMk cId="3282039605" sldId="378"/>
            <ac:inkMk id="5" creationId="{C21EEB7B-9D27-6145-BEA0-56499CE1C4A3}"/>
          </ac:inkMkLst>
        </pc:inkChg>
        <pc:inkChg chg="add">
          <ac:chgData name="Marianne Freeman" userId="1199072752_tp_dropbox" providerId="OAuth2" clId="{406CB5DB-0A5C-E04A-9EB8-F736D1ADB92A}" dt="2018-09-25T02:16:08.255" v="111"/>
          <ac:inkMkLst>
            <pc:docMk/>
            <pc:sldMk cId="3282039605" sldId="378"/>
            <ac:inkMk id="6" creationId="{6542C683-8AA8-534E-9914-3B6EE248C43B}"/>
          </ac:inkMkLst>
        </pc:inkChg>
      </pc:sldChg>
      <pc:sldChg chg="addSp modSp">
        <pc:chgData name="Marianne Freeman" userId="1199072752_tp_dropbox" providerId="OAuth2" clId="{406CB5DB-0A5C-E04A-9EB8-F736D1ADB92A}" dt="2018-09-25T02:16:59.197" v="115"/>
        <pc:sldMkLst>
          <pc:docMk/>
          <pc:sldMk cId="45041328" sldId="381"/>
        </pc:sldMkLst>
        <pc:spChg chg="mod">
          <ac:chgData name="Marianne Freeman" userId="1199072752_tp_dropbox" providerId="OAuth2" clId="{406CB5DB-0A5C-E04A-9EB8-F736D1ADB92A}" dt="2018-09-25T02:16:48.433" v="113" actId="20577"/>
          <ac:spMkLst>
            <pc:docMk/>
            <pc:sldMk cId="45041328" sldId="381"/>
            <ac:spMk id="3" creationId="{00000000-0000-0000-0000-000000000000}"/>
          </ac:spMkLst>
        </pc:spChg>
        <pc:inkChg chg="add">
          <ac:chgData name="Marianne Freeman" userId="1199072752_tp_dropbox" providerId="OAuth2" clId="{406CB5DB-0A5C-E04A-9EB8-F736D1ADB92A}" dt="2018-09-25T02:16:58.211" v="114"/>
          <ac:inkMkLst>
            <pc:docMk/>
            <pc:sldMk cId="45041328" sldId="381"/>
            <ac:inkMk id="5" creationId="{FB02C13B-5DA9-1B41-955C-BA0FA7F156E2}"/>
          </ac:inkMkLst>
        </pc:inkChg>
        <pc:inkChg chg="add">
          <ac:chgData name="Marianne Freeman" userId="1199072752_tp_dropbox" providerId="OAuth2" clId="{406CB5DB-0A5C-E04A-9EB8-F736D1ADB92A}" dt="2018-09-25T02:16:59.197" v="115"/>
          <ac:inkMkLst>
            <pc:docMk/>
            <pc:sldMk cId="45041328" sldId="381"/>
            <ac:inkMk id="6" creationId="{F0928D6D-AF44-9542-8FD1-AC7D78EB6537}"/>
          </ac:inkMkLst>
        </pc:inkChg>
      </pc:sldChg>
      <pc:sldChg chg="addSp delSp modSp">
        <pc:chgData name="Marianne Freeman" userId="1199072752_tp_dropbox" providerId="OAuth2" clId="{406CB5DB-0A5C-E04A-9EB8-F736D1ADB92A}" dt="2018-09-25T02:17:27.613" v="121" actId="20577"/>
        <pc:sldMkLst>
          <pc:docMk/>
          <pc:sldMk cId="3888100638" sldId="383"/>
        </pc:sldMkLst>
        <pc:spChg chg="mod">
          <ac:chgData name="Marianne Freeman" userId="1199072752_tp_dropbox" providerId="OAuth2" clId="{406CB5DB-0A5C-E04A-9EB8-F736D1ADB92A}" dt="2018-09-25T02:17:27.613" v="121" actId="20577"/>
          <ac:spMkLst>
            <pc:docMk/>
            <pc:sldMk cId="3888100638" sldId="383"/>
            <ac:spMk id="3" creationId="{00000000-0000-0000-0000-000000000000}"/>
          </ac:spMkLst>
        </pc:spChg>
        <pc:inkChg chg="add del">
          <ac:chgData name="Marianne Freeman" userId="1199072752_tp_dropbox" providerId="OAuth2" clId="{406CB5DB-0A5C-E04A-9EB8-F736D1ADB92A}" dt="2018-09-25T02:17:21.450" v="119"/>
          <ac:inkMkLst>
            <pc:docMk/>
            <pc:sldMk cId="3888100638" sldId="383"/>
            <ac:inkMk id="5" creationId="{F22900BB-B316-1147-BA60-B336E8368962}"/>
          </ac:inkMkLst>
        </pc:inkChg>
        <pc:inkChg chg="add del">
          <ac:chgData name="Marianne Freeman" userId="1199072752_tp_dropbox" providerId="OAuth2" clId="{406CB5DB-0A5C-E04A-9EB8-F736D1ADB92A}" dt="2018-09-25T02:17:20.376" v="118"/>
          <ac:inkMkLst>
            <pc:docMk/>
            <pc:sldMk cId="3888100638" sldId="383"/>
            <ac:inkMk id="6" creationId="{00390745-923A-C24A-9FE7-91E6CF814B23}"/>
          </ac:inkMkLst>
        </pc:inkChg>
        <pc:inkChg chg="add">
          <ac:chgData name="Marianne Freeman" userId="1199072752_tp_dropbox" providerId="OAuth2" clId="{406CB5DB-0A5C-E04A-9EB8-F736D1ADB92A}" dt="2018-09-25T02:17:23.481" v="120"/>
          <ac:inkMkLst>
            <pc:docMk/>
            <pc:sldMk cId="3888100638" sldId="383"/>
            <ac:inkMk id="7" creationId="{A3005177-E691-8546-8966-764992C1ED6C}"/>
          </ac:inkMkLst>
        </pc:inkChg>
      </pc:sldChg>
      <pc:sldChg chg="addSp modSp">
        <pc:chgData name="Marianne Freeman" userId="1199072752_tp_dropbox" providerId="OAuth2" clId="{406CB5DB-0A5C-E04A-9EB8-F736D1ADB92A}" dt="2018-09-25T02:18:54.611" v="129"/>
        <pc:sldMkLst>
          <pc:docMk/>
          <pc:sldMk cId="3066394807" sldId="385"/>
        </pc:sldMkLst>
        <pc:spChg chg="mod">
          <ac:chgData name="Marianne Freeman" userId="1199072752_tp_dropbox" providerId="OAuth2" clId="{406CB5DB-0A5C-E04A-9EB8-F736D1ADB92A}" dt="2018-09-25T02:18:47.110" v="128" actId="108"/>
          <ac:spMkLst>
            <pc:docMk/>
            <pc:sldMk cId="3066394807" sldId="385"/>
            <ac:spMk id="3" creationId="{00000000-0000-0000-0000-000000000000}"/>
          </ac:spMkLst>
        </pc:spChg>
        <pc:inkChg chg="add">
          <ac:chgData name="Marianne Freeman" userId="1199072752_tp_dropbox" providerId="OAuth2" clId="{406CB5DB-0A5C-E04A-9EB8-F736D1ADB92A}" dt="2018-09-25T02:17:58.248" v="123"/>
          <ac:inkMkLst>
            <pc:docMk/>
            <pc:sldMk cId="3066394807" sldId="385"/>
            <ac:inkMk id="5" creationId="{732FF44A-417E-8444-B72B-49E8CCF1B297}"/>
          </ac:inkMkLst>
        </pc:inkChg>
        <pc:inkChg chg="add">
          <ac:chgData name="Marianne Freeman" userId="1199072752_tp_dropbox" providerId="OAuth2" clId="{406CB5DB-0A5C-E04A-9EB8-F736D1ADB92A}" dt="2018-09-25T02:18:54.611" v="129"/>
          <ac:inkMkLst>
            <pc:docMk/>
            <pc:sldMk cId="3066394807" sldId="385"/>
            <ac:inkMk id="6" creationId="{D390EC54-FED9-4F47-AE61-D3BD44F0FE9B}"/>
          </ac:inkMkLst>
        </pc:inkChg>
      </pc:sldChg>
      <pc:sldChg chg="addSp delSp">
        <pc:chgData name="Marianne Freeman" userId="1199072752_tp_dropbox" providerId="OAuth2" clId="{406CB5DB-0A5C-E04A-9EB8-F736D1ADB92A}" dt="2018-09-25T02:18:33.045" v="127"/>
        <pc:sldMkLst>
          <pc:docMk/>
          <pc:sldMk cId="2826328601" sldId="387"/>
        </pc:sldMkLst>
        <pc:inkChg chg="add del">
          <ac:chgData name="Marianne Freeman" userId="1199072752_tp_dropbox" providerId="OAuth2" clId="{406CB5DB-0A5C-E04A-9EB8-F736D1ADB92A}" dt="2018-09-25T02:18:33.045" v="127"/>
          <ac:inkMkLst>
            <pc:docMk/>
            <pc:sldMk cId="2826328601" sldId="387"/>
            <ac:inkMk id="5" creationId="{5F526D51-B24D-2F4B-9177-7AF6EF1B19C6}"/>
          </ac:inkMkLst>
        </pc:inkChg>
        <pc:inkChg chg="add del">
          <ac:chgData name="Marianne Freeman" userId="1199072752_tp_dropbox" providerId="OAuth2" clId="{406CB5DB-0A5C-E04A-9EB8-F736D1ADB92A}" dt="2018-09-25T02:18:31.822" v="126"/>
          <ac:inkMkLst>
            <pc:docMk/>
            <pc:sldMk cId="2826328601" sldId="387"/>
            <ac:inkMk id="6" creationId="{AB37C94C-B93F-AC46-984E-71B9E5EC994B}"/>
          </ac:inkMkLst>
        </pc:inkChg>
      </pc:sldChg>
      <pc:sldChg chg="addSp modSp">
        <pc:chgData name="Marianne Freeman" userId="1199072752_tp_dropbox" providerId="OAuth2" clId="{406CB5DB-0A5C-E04A-9EB8-F736D1ADB92A}" dt="2018-09-25T02:20:30.103" v="137"/>
        <pc:sldMkLst>
          <pc:docMk/>
          <pc:sldMk cId="3907712128" sldId="390"/>
        </pc:sldMkLst>
        <pc:spChg chg="mod">
          <ac:chgData name="Marianne Freeman" userId="1199072752_tp_dropbox" providerId="OAuth2" clId="{406CB5DB-0A5C-E04A-9EB8-F736D1ADB92A}" dt="2018-09-25T02:20:20.465" v="134" actId="108"/>
          <ac:spMkLst>
            <pc:docMk/>
            <pc:sldMk cId="3907712128" sldId="390"/>
            <ac:spMk id="3" creationId="{00000000-0000-0000-0000-000000000000}"/>
          </ac:spMkLst>
        </pc:spChg>
        <pc:inkChg chg="add">
          <ac:chgData name="Marianne Freeman" userId="1199072752_tp_dropbox" providerId="OAuth2" clId="{406CB5DB-0A5C-E04A-9EB8-F736D1ADB92A}" dt="2018-09-25T02:19:48.746" v="130"/>
          <ac:inkMkLst>
            <pc:docMk/>
            <pc:sldMk cId="3907712128" sldId="390"/>
            <ac:inkMk id="5" creationId="{6B9D1442-30A2-7247-8BA6-5D3EE46318CC}"/>
          </ac:inkMkLst>
        </pc:inkChg>
        <pc:inkChg chg="add">
          <ac:chgData name="Marianne Freeman" userId="1199072752_tp_dropbox" providerId="OAuth2" clId="{406CB5DB-0A5C-E04A-9EB8-F736D1ADB92A}" dt="2018-09-25T02:20:28.164" v="135"/>
          <ac:inkMkLst>
            <pc:docMk/>
            <pc:sldMk cId="3907712128" sldId="390"/>
            <ac:inkMk id="6" creationId="{41959BF7-8523-544E-8198-95BB00D2C674}"/>
          </ac:inkMkLst>
        </pc:inkChg>
        <pc:inkChg chg="add">
          <ac:chgData name="Marianne Freeman" userId="1199072752_tp_dropbox" providerId="OAuth2" clId="{406CB5DB-0A5C-E04A-9EB8-F736D1ADB92A}" dt="2018-09-25T02:20:28.908" v="136"/>
          <ac:inkMkLst>
            <pc:docMk/>
            <pc:sldMk cId="3907712128" sldId="390"/>
            <ac:inkMk id="7" creationId="{D6604417-D998-6048-A9C5-CD1084ACE3D1}"/>
          </ac:inkMkLst>
        </pc:inkChg>
        <pc:inkChg chg="add">
          <ac:chgData name="Marianne Freeman" userId="1199072752_tp_dropbox" providerId="OAuth2" clId="{406CB5DB-0A5C-E04A-9EB8-F736D1ADB92A}" dt="2018-09-25T02:20:30.103" v="137"/>
          <ac:inkMkLst>
            <pc:docMk/>
            <pc:sldMk cId="3907712128" sldId="390"/>
            <ac:inkMk id="8" creationId="{FE41DAB5-5106-6640-9F36-33DDD24FFA8C}"/>
          </ac:inkMkLst>
        </pc:inkChg>
      </pc:sldChg>
      <pc:sldChg chg="addSp delSp modSp">
        <pc:chgData name="Marianne Freeman" userId="1199072752_tp_dropbox" providerId="OAuth2" clId="{406CB5DB-0A5C-E04A-9EB8-F736D1ADB92A}" dt="2018-09-25T02:21:55.171" v="150"/>
        <pc:sldMkLst>
          <pc:docMk/>
          <pc:sldMk cId="882326756" sldId="393"/>
        </pc:sldMkLst>
        <pc:spChg chg="mod">
          <ac:chgData name="Marianne Freeman" userId="1199072752_tp_dropbox" providerId="OAuth2" clId="{406CB5DB-0A5C-E04A-9EB8-F736D1ADB92A}" dt="2018-09-25T02:21:49.335" v="147" actId="108"/>
          <ac:spMkLst>
            <pc:docMk/>
            <pc:sldMk cId="882326756" sldId="393"/>
            <ac:spMk id="3" creationId="{00000000-0000-0000-0000-000000000000}"/>
          </ac:spMkLst>
        </pc:spChg>
        <pc:inkChg chg="add del">
          <ac:chgData name="Marianne Freeman" userId="1199072752_tp_dropbox" providerId="OAuth2" clId="{406CB5DB-0A5C-E04A-9EB8-F736D1ADB92A}" dt="2018-09-25T02:21:22.434" v="142" actId="478"/>
          <ac:inkMkLst>
            <pc:docMk/>
            <pc:sldMk cId="882326756" sldId="393"/>
            <ac:inkMk id="5" creationId="{3B66BBFB-0092-A04F-8D96-7261CD5BBB58}"/>
          </ac:inkMkLst>
        </pc:inkChg>
        <pc:inkChg chg="add">
          <ac:chgData name="Marianne Freeman" userId="1199072752_tp_dropbox" providerId="OAuth2" clId="{406CB5DB-0A5C-E04A-9EB8-F736D1ADB92A}" dt="2018-09-25T02:21:53.394" v="148"/>
          <ac:inkMkLst>
            <pc:docMk/>
            <pc:sldMk cId="882326756" sldId="393"/>
            <ac:inkMk id="6" creationId="{83A9B2BC-C9AA-2D48-A7F4-AC6E621DFF06}"/>
          </ac:inkMkLst>
        </pc:inkChg>
        <pc:inkChg chg="add">
          <ac:chgData name="Marianne Freeman" userId="1199072752_tp_dropbox" providerId="OAuth2" clId="{406CB5DB-0A5C-E04A-9EB8-F736D1ADB92A}" dt="2018-09-25T02:21:54.484" v="149"/>
          <ac:inkMkLst>
            <pc:docMk/>
            <pc:sldMk cId="882326756" sldId="393"/>
            <ac:inkMk id="7" creationId="{FE7518C1-8AF9-0B40-8D5D-C95B04F9F2C3}"/>
          </ac:inkMkLst>
        </pc:inkChg>
        <pc:inkChg chg="add">
          <ac:chgData name="Marianne Freeman" userId="1199072752_tp_dropbox" providerId="OAuth2" clId="{406CB5DB-0A5C-E04A-9EB8-F736D1ADB92A}" dt="2018-09-25T02:21:55.171" v="150"/>
          <ac:inkMkLst>
            <pc:docMk/>
            <pc:sldMk cId="882326756" sldId="393"/>
            <ac:inkMk id="8" creationId="{375964C6-3210-ED44-8D13-F84B7AD0FD31}"/>
          </ac:inkMkLst>
        </pc:inkChg>
      </pc:sldChg>
      <pc:sldChg chg="addSp delSp modSp">
        <pc:chgData name="Marianne Freeman" userId="1199072752_tp_dropbox" providerId="OAuth2" clId="{406CB5DB-0A5C-E04A-9EB8-F736D1ADB92A}" dt="2018-09-25T02:23:37.648" v="160"/>
        <pc:sldMkLst>
          <pc:docMk/>
          <pc:sldMk cId="773015713" sldId="401"/>
        </pc:sldMkLst>
        <pc:spChg chg="mod">
          <ac:chgData name="Marianne Freeman" userId="1199072752_tp_dropbox" providerId="OAuth2" clId="{406CB5DB-0A5C-E04A-9EB8-F736D1ADB92A}" dt="2018-09-25T02:23:13.042" v="155" actId="20577"/>
          <ac:spMkLst>
            <pc:docMk/>
            <pc:sldMk cId="773015713" sldId="401"/>
            <ac:spMk id="2" creationId="{00000000-0000-0000-0000-000000000000}"/>
          </ac:spMkLst>
        </pc:spChg>
        <pc:spChg chg="mod">
          <ac:chgData name="Marianne Freeman" userId="1199072752_tp_dropbox" providerId="OAuth2" clId="{406CB5DB-0A5C-E04A-9EB8-F736D1ADB92A}" dt="2018-09-25T02:23:31.199" v="157" actId="20577"/>
          <ac:spMkLst>
            <pc:docMk/>
            <pc:sldMk cId="773015713" sldId="401"/>
            <ac:spMk id="3" creationId="{00000000-0000-0000-0000-000000000000}"/>
          </ac:spMkLst>
        </pc:spChg>
        <pc:inkChg chg="add del">
          <ac:chgData name="Marianne Freeman" userId="1199072752_tp_dropbox" providerId="OAuth2" clId="{406CB5DB-0A5C-E04A-9EB8-F736D1ADB92A}" dt="2018-09-25T02:23:08.474" v="154"/>
          <ac:inkMkLst>
            <pc:docMk/>
            <pc:sldMk cId="773015713" sldId="401"/>
            <ac:inkMk id="5" creationId="{D5137E92-7405-E94E-9694-0521980E4F81}"/>
          </ac:inkMkLst>
        </pc:inkChg>
        <pc:inkChg chg="add del">
          <ac:chgData name="Marianne Freeman" userId="1199072752_tp_dropbox" providerId="OAuth2" clId="{406CB5DB-0A5C-E04A-9EB8-F736D1ADB92A}" dt="2018-09-25T02:23:06.868" v="153"/>
          <ac:inkMkLst>
            <pc:docMk/>
            <pc:sldMk cId="773015713" sldId="401"/>
            <ac:inkMk id="6" creationId="{4E2E0FFE-7513-6C40-BF14-CAEE4762099C}"/>
          </ac:inkMkLst>
        </pc:inkChg>
        <pc:inkChg chg="add">
          <ac:chgData name="Marianne Freeman" userId="1199072752_tp_dropbox" providerId="OAuth2" clId="{406CB5DB-0A5C-E04A-9EB8-F736D1ADB92A}" dt="2018-09-25T02:23:35.575" v="158"/>
          <ac:inkMkLst>
            <pc:docMk/>
            <pc:sldMk cId="773015713" sldId="401"/>
            <ac:inkMk id="7" creationId="{6B0708B4-9DEC-2047-A081-DCA47ED69E2D}"/>
          </ac:inkMkLst>
        </pc:inkChg>
        <pc:inkChg chg="add">
          <ac:chgData name="Marianne Freeman" userId="1199072752_tp_dropbox" providerId="OAuth2" clId="{406CB5DB-0A5C-E04A-9EB8-F736D1ADB92A}" dt="2018-09-25T02:23:36.862" v="159"/>
          <ac:inkMkLst>
            <pc:docMk/>
            <pc:sldMk cId="773015713" sldId="401"/>
            <ac:inkMk id="8" creationId="{4E26B9BD-3C86-1841-A19E-85B6E158DB8A}"/>
          </ac:inkMkLst>
        </pc:inkChg>
        <pc:inkChg chg="add">
          <ac:chgData name="Marianne Freeman" userId="1199072752_tp_dropbox" providerId="OAuth2" clId="{406CB5DB-0A5C-E04A-9EB8-F736D1ADB92A}" dt="2018-09-25T02:23:37.648" v="160"/>
          <ac:inkMkLst>
            <pc:docMk/>
            <pc:sldMk cId="773015713" sldId="401"/>
            <ac:inkMk id="9" creationId="{D7ECB031-F7E1-6C47-A0EF-47CDAF1C1E9A}"/>
          </ac:inkMkLst>
        </pc:inkChg>
      </pc:sldChg>
      <pc:sldChg chg="addSp modSp">
        <pc:chgData name="Marianne Freeman" userId="1199072752_tp_dropbox" providerId="OAuth2" clId="{406CB5DB-0A5C-E04A-9EB8-F736D1ADB92A}" dt="2018-09-25T02:24:01.358" v="162" actId="20577"/>
        <pc:sldMkLst>
          <pc:docMk/>
          <pc:sldMk cId="517073223" sldId="402"/>
        </pc:sldMkLst>
        <pc:spChg chg="mod">
          <ac:chgData name="Marianne Freeman" userId="1199072752_tp_dropbox" providerId="OAuth2" clId="{406CB5DB-0A5C-E04A-9EB8-F736D1ADB92A}" dt="2018-09-25T02:24:01.358" v="162" actId="20577"/>
          <ac:spMkLst>
            <pc:docMk/>
            <pc:sldMk cId="517073223" sldId="402"/>
            <ac:spMk id="2" creationId="{00000000-0000-0000-0000-000000000000}"/>
          </ac:spMkLst>
        </pc:spChg>
        <pc:inkChg chg="add">
          <ac:chgData name="Marianne Freeman" userId="1199072752_tp_dropbox" providerId="OAuth2" clId="{406CB5DB-0A5C-E04A-9EB8-F736D1ADB92A}" dt="2018-09-25T02:23:56.750" v="161"/>
          <ac:inkMkLst>
            <pc:docMk/>
            <pc:sldMk cId="517073223" sldId="402"/>
            <ac:inkMk id="5" creationId="{921DDF70-339E-2045-9CD3-3806250D30D2}"/>
          </ac:inkMkLst>
        </pc:inkChg>
      </pc:sldChg>
      <pc:sldChg chg="addSp modSp">
        <pc:chgData name="Marianne Freeman" userId="1199072752_tp_dropbox" providerId="OAuth2" clId="{406CB5DB-0A5C-E04A-9EB8-F736D1ADB92A}" dt="2018-09-25T02:24:28.410" v="166"/>
        <pc:sldMkLst>
          <pc:docMk/>
          <pc:sldMk cId="3528569071" sldId="403"/>
        </pc:sldMkLst>
        <pc:spChg chg="mod">
          <ac:chgData name="Marianne Freeman" userId="1199072752_tp_dropbox" providerId="OAuth2" clId="{406CB5DB-0A5C-E04A-9EB8-F736D1ADB92A}" dt="2018-09-25T02:24:17.805" v="165" actId="20577"/>
          <ac:spMkLst>
            <pc:docMk/>
            <pc:sldMk cId="3528569071" sldId="403"/>
            <ac:spMk id="2" creationId="{00000000-0000-0000-0000-000000000000}"/>
          </ac:spMkLst>
        </pc:spChg>
        <pc:inkChg chg="add">
          <ac:chgData name="Marianne Freeman" userId="1199072752_tp_dropbox" providerId="OAuth2" clId="{406CB5DB-0A5C-E04A-9EB8-F736D1ADB92A}" dt="2018-09-25T02:24:28.410" v="166"/>
          <ac:inkMkLst>
            <pc:docMk/>
            <pc:sldMk cId="3528569071" sldId="403"/>
            <ac:inkMk id="5" creationId="{A19AAB68-3EBA-DB45-B70F-51E959B758C0}"/>
          </ac:inkMkLst>
        </pc:inkChg>
      </pc:sldChg>
      <pc:sldChg chg="addSp modSp">
        <pc:chgData name="Marianne Freeman" userId="1199072752_tp_dropbox" providerId="OAuth2" clId="{406CB5DB-0A5C-E04A-9EB8-F736D1ADB92A}" dt="2018-09-25T02:25:28.609" v="175" actId="20577"/>
        <pc:sldMkLst>
          <pc:docMk/>
          <pc:sldMk cId="2280338021" sldId="404"/>
        </pc:sldMkLst>
        <pc:spChg chg="mod">
          <ac:chgData name="Marianne Freeman" userId="1199072752_tp_dropbox" providerId="OAuth2" clId="{406CB5DB-0A5C-E04A-9EB8-F736D1ADB92A}" dt="2018-09-25T02:25:28.609" v="175" actId="20577"/>
          <ac:spMkLst>
            <pc:docMk/>
            <pc:sldMk cId="2280338021" sldId="404"/>
            <ac:spMk id="3" creationId="{00000000-0000-0000-0000-000000000000}"/>
          </ac:spMkLst>
        </pc:spChg>
        <pc:inkChg chg="add">
          <ac:chgData name="Marianne Freeman" userId="1199072752_tp_dropbox" providerId="OAuth2" clId="{406CB5DB-0A5C-E04A-9EB8-F736D1ADB92A}" dt="2018-09-25T02:24:47.692" v="167"/>
          <ac:inkMkLst>
            <pc:docMk/>
            <pc:sldMk cId="2280338021" sldId="404"/>
            <ac:inkMk id="5" creationId="{4D700F3E-C35E-2943-861D-27E43C069181}"/>
          </ac:inkMkLst>
        </pc:inkChg>
        <pc:inkChg chg="add">
          <ac:chgData name="Marianne Freeman" userId="1199072752_tp_dropbox" providerId="OAuth2" clId="{406CB5DB-0A5C-E04A-9EB8-F736D1ADB92A}" dt="2018-09-25T02:25:14.006" v="172"/>
          <ac:inkMkLst>
            <pc:docMk/>
            <pc:sldMk cId="2280338021" sldId="404"/>
            <ac:inkMk id="6" creationId="{89C323BE-1AA8-9A42-B409-D1CACF7E2147}"/>
          </ac:inkMkLst>
        </pc:inkChg>
        <pc:inkChg chg="add">
          <ac:chgData name="Marianne Freeman" userId="1199072752_tp_dropbox" providerId="OAuth2" clId="{406CB5DB-0A5C-E04A-9EB8-F736D1ADB92A}" dt="2018-09-25T02:25:15.265" v="173"/>
          <ac:inkMkLst>
            <pc:docMk/>
            <pc:sldMk cId="2280338021" sldId="404"/>
            <ac:inkMk id="7" creationId="{9358D2AD-2077-9945-B8B8-094D11E1EC33}"/>
          </ac:inkMkLst>
        </pc:inkChg>
        <pc:inkChg chg="add">
          <ac:chgData name="Marianne Freeman" userId="1199072752_tp_dropbox" providerId="OAuth2" clId="{406CB5DB-0A5C-E04A-9EB8-F736D1ADB92A}" dt="2018-09-25T02:25:16.246" v="174"/>
          <ac:inkMkLst>
            <pc:docMk/>
            <pc:sldMk cId="2280338021" sldId="404"/>
            <ac:inkMk id="8" creationId="{FFEEA3E6-9639-4244-8809-F3FEA83BDEBD}"/>
          </ac:inkMkLst>
        </pc:inkChg>
      </pc:sldChg>
      <pc:sldChg chg="addSp modSp">
        <pc:chgData name="Marianne Freeman" userId="1199072752_tp_dropbox" providerId="OAuth2" clId="{406CB5DB-0A5C-E04A-9EB8-F736D1ADB92A}" dt="2018-09-25T02:24:10.939" v="164"/>
        <pc:sldMkLst>
          <pc:docMk/>
          <pc:sldMk cId="1391311233" sldId="409"/>
        </pc:sldMkLst>
        <pc:spChg chg="mod">
          <ac:chgData name="Marianne Freeman" userId="1199072752_tp_dropbox" providerId="OAuth2" clId="{406CB5DB-0A5C-E04A-9EB8-F736D1ADB92A}" dt="2018-09-25T02:24:07.059" v="163" actId="20577"/>
          <ac:spMkLst>
            <pc:docMk/>
            <pc:sldMk cId="1391311233" sldId="409"/>
            <ac:spMk id="2" creationId="{00000000-0000-0000-0000-000000000000}"/>
          </ac:spMkLst>
        </pc:spChg>
        <pc:inkChg chg="add">
          <ac:chgData name="Marianne Freeman" userId="1199072752_tp_dropbox" providerId="OAuth2" clId="{406CB5DB-0A5C-E04A-9EB8-F736D1ADB92A}" dt="2018-09-25T02:24:10.939" v="164"/>
          <ac:inkMkLst>
            <pc:docMk/>
            <pc:sldMk cId="1391311233" sldId="409"/>
            <ac:inkMk id="5" creationId="{CEF41ADA-09D3-6A43-9A4E-1E36F5C71726}"/>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127530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7"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mod="1">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8650" y="3031164"/>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28650" y="4270667"/>
            <a:ext cx="7886700" cy="993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48011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E7D84E6-27AD-4EEA-A335-664FA1B1ED9E}"/>
              </a:ext>
            </a:extLst>
          </p:cNvPr>
          <p:cNvSpPr>
            <a:spLocks noGrp="1"/>
          </p:cNvSpPr>
          <p:nvPr>
            <p:ph type="ftr" sz="quarter" idx="11"/>
          </p:nvPr>
        </p:nvSpPr>
        <p:spPr/>
        <p:txBody>
          <a:body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24845842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3"/>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timing>
    <p:tnLst>
      <p:par>
        <p:cTn id="1" dur="indefinite" restart="never" nodeType="tmRoot"/>
      </p:par>
    </p:tnLst>
  </p:timing>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dirty="0">
                <a:solidFill>
                  <a:schemeClr val="bg2">
                    <a:lumMod val="10000"/>
                  </a:schemeClr>
                </a:solidFill>
              </a:rPr>
              <a:t>Chapter </a:t>
            </a:r>
            <a:r>
              <a:rPr lang="en-US" dirty="0" smtClean="0">
                <a:solidFill>
                  <a:schemeClr val="bg2">
                    <a:lumMod val="10000"/>
                  </a:schemeClr>
                </a:solidFill>
              </a:rPr>
              <a:t>4: </a:t>
            </a:r>
            <a:r>
              <a:rPr lang="en-US" dirty="0">
                <a:solidFill>
                  <a:schemeClr val="bg2">
                    <a:lumMod val="10000"/>
                  </a:schemeClr>
                </a:solidFill>
              </a:rPr>
              <a:t>Arrays and Linked Structures</a:t>
            </a: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a:t>
            </a:r>
            <a:r>
              <a:rPr lang="en-US" b="1" dirty="0" smtClean="0">
                <a:solidFill>
                  <a:schemeClr val="bg2">
                    <a:lumMod val="10000"/>
                  </a:schemeClr>
                </a:solidFill>
                <a:latin typeface="Open Sans" panose="020B0606030504020204"/>
              </a:rPr>
              <a:t>Edition</a:t>
            </a:r>
            <a:endParaRPr lang="en-US" b="1" dirty="0">
              <a:solidFill>
                <a:schemeClr val="bg2">
                  <a:lumMod val="10000"/>
                </a:schemeClr>
              </a:solidFill>
              <a:latin typeface="Open Sans" panose="020B0606030504020204"/>
            </a:endParaRPr>
          </a:p>
        </p:txBody>
      </p:sp>
      <p:sp>
        <p:nvSpPr>
          <p:cNvPr id="3" name="Content Placeholder 2"/>
          <p:cNvSpPr>
            <a:spLocks noGrp="1"/>
          </p:cNvSpPr>
          <p:nvPr>
            <p:ph sz="quarter" idx="13"/>
          </p:nvPr>
        </p:nvSpPr>
        <p:spPr>
          <a:xfrm>
            <a:off x="703556" y="6241001"/>
            <a:ext cx="8229600" cy="304800"/>
          </a:xfrm>
        </p:spPr>
        <p:txBody>
          <a:bodyPr>
            <a:normAutofit/>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84096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 </a:t>
            </a:r>
            <a:r>
              <a:rPr lang="en-US" sz="2000" dirty="0"/>
              <a:t>(1 of 2)</a:t>
            </a:r>
          </a:p>
        </p:txBody>
      </p:sp>
      <p:sp>
        <p:nvSpPr>
          <p:cNvPr id="9219" name="Content Placeholder 6"/>
          <p:cNvSpPr>
            <a:spLocks noGrp="1"/>
          </p:cNvSpPr>
          <p:nvPr>
            <p:ph idx="1"/>
          </p:nvPr>
        </p:nvSpPr>
        <p:spPr>
          <a:xfrm>
            <a:off x="628650" y="1524000"/>
            <a:ext cx="7886700" cy="3733800"/>
          </a:xfrm>
        </p:spPr>
        <p:txBody>
          <a:bodyPr/>
          <a:lstStyle/>
          <a:p>
            <a:pPr marL="291600" indent="-291600">
              <a:spcBef>
                <a:spcPts val="1000"/>
              </a:spcBef>
            </a:pPr>
            <a:r>
              <a:rPr lang="en-US" dirty="0"/>
              <a:t>Create arrays</a:t>
            </a:r>
          </a:p>
          <a:p>
            <a:pPr marL="291600" indent="-291600">
              <a:spcBef>
                <a:spcPts val="1000"/>
              </a:spcBef>
            </a:pPr>
            <a:r>
              <a:rPr lang="en-US" dirty="0"/>
              <a:t>Perform various operations on arrays</a:t>
            </a:r>
          </a:p>
          <a:p>
            <a:pPr marL="291600" indent="-291600">
              <a:spcBef>
                <a:spcPts val="1000"/>
              </a:spcBef>
            </a:pPr>
            <a:r>
              <a:rPr lang="en-US" dirty="0"/>
              <a:t>Determine the running times and memory usage of array operations</a:t>
            </a:r>
          </a:p>
          <a:p>
            <a:pPr marL="291600" indent="-291600">
              <a:spcBef>
                <a:spcPts val="1000"/>
              </a:spcBef>
            </a:pPr>
            <a:r>
              <a:rPr lang="en-US" dirty="0"/>
              <a:t>Describe how costs and benefits of array operations depend on how arrays are represented in computer memory</a:t>
            </a:r>
          </a:p>
          <a:p>
            <a:pPr marL="291600" indent="-291600">
              <a:spcBef>
                <a:spcPts val="1000"/>
              </a:spcBef>
            </a:pPr>
            <a:r>
              <a:rPr lang="en-US" dirty="0"/>
              <a:t>Create linked structures using singly linked nodes</a:t>
            </a:r>
          </a:p>
          <a:p>
            <a:pPr marL="291600" indent="-291600">
              <a:spcBef>
                <a:spcPts val="1000"/>
              </a:spcBef>
            </a:pPr>
            <a:r>
              <a:rPr lang="en-US" dirty="0"/>
              <a:t>Perform various operations on linked structures with singly linked </a:t>
            </a:r>
            <a:r>
              <a:rPr lang="en-US" dirty="0" smtClean="0"/>
              <a:t>nodes</a:t>
            </a:r>
            <a:endParaRPr lang="en-US" dirty="0"/>
          </a:p>
        </p:txBody>
      </p:sp>
      <p:sp>
        <p:nvSpPr>
          <p:cNvPr id="9220" name="Footer Placeholder 7"/>
          <p:cNvSpPr>
            <a:spLocks noGrp="1"/>
          </p:cNvSpPr>
          <p:nvPr>
            <p:ph type="ftr" sz="quarter" idx="11"/>
          </p:nvPr>
        </p:nvSpPr>
        <p:spPr/>
        <p:txBody>
          <a:bodyPr/>
          <a:lstStyle/>
          <a:p>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 </a:t>
            </a:r>
            <a:r>
              <a:rPr lang="en-US" sz="2000" dirty="0"/>
              <a:t>(2 of 2)</a:t>
            </a:r>
          </a:p>
        </p:txBody>
      </p:sp>
      <p:sp>
        <p:nvSpPr>
          <p:cNvPr id="9219" name="Content Placeholder 6"/>
          <p:cNvSpPr>
            <a:spLocks noGrp="1"/>
          </p:cNvSpPr>
          <p:nvPr>
            <p:ph idx="1"/>
          </p:nvPr>
        </p:nvSpPr>
        <p:spPr>
          <a:xfrm>
            <a:off x="628650" y="1524000"/>
            <a:ext cx="7886700" cy="1981200"/>
          </a:xfrm>
        </p:spPr>
        <p:txBody>
          <a:bodyPr/>
          <a:lstStyle/>
          <a:p>
            <a:pPr marL="291600" indent="-291600">
              <a:spcBef>
                <a:spcPts val="1000"/>
              </a:spcBef>
            </a:pPr>
            <a:r>
              <a:rPr lang="en-US" dirty="0"/>
              <a:t>Describe how costs and benefits of operations on linked structures depend on how they are represented in computer memory</a:t>
            </a:r>
          </a:p>
          <a:p>
            <a:pPr marL="291600" indent="-291600">
              <a:spcBef>
                <a:spcPts val="1000"/>
              </a:spcBef>
            </a:pPr>
            <a:r>
              <a:rPr lang="en-US" dirty="0"/>
              <a:t>Compare the trade-offs in running time and memory usage of arrays and linked </a:t>
            </a:r>
            <a:r>
              <a:rPr lang="en-US" dirty="0" smtClean="0"/>
              <a:t>structures</a:t>
            </a:r>
            <a:endParaRPr lang="en-US" dirty="0"/>
          </a:p>
        </p:txBody>
      </p:sp>
      <p:sp>
        <p:nvSpPr>
          <p:cNvPr id="9220" name="Footer Placeholder 7"/>
          <p:cNvSpPr>
            <a:spLocks noGrp="1"/>
          </p:cNvSpPr>
          <p:nvPr>
            <p:ph type="ftr" sz="quarter" idx="11"/>
          </p:nvPr>
        </p:nvSpPr>
        <p:spPr/>
        <p:txBody>
          <a:bodyPr/>
          <a:lstStyle/>
          <a:p>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252909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(1 of 6)</a:t>
            </a:r>
          </a:p>
        </p:txBody>
      </p:sp>
      <p:sp>
        <p:nvSpPr>
          <p:cNvPr id="3" name="Content Placeholder 2"/>
          <p:cNvSpPr>
            <a:spLocks noGrp="1"/>
          </p:cNvSpPr>
          <p:nvPr>
            <p:ph idx="1"/>
          </p:nvPr>
        </p:nvSpPr>
        <p:spPr>
          <a:xfrm>
            <a:off x="628650" y="1447800"/>
            <a:ext cx="7886700" cy="4351338"/>
          </a:xfrm>
        </p:spPr>
        <p:txBody>
          <a:bodyPr/>
          <a:lstStyle/>
          <a:p>
            <a:pPr marL="291600" indent="-291600">
              <a:spcBef>
                <a:spcPts val="1000"/>
              </a:spcBef>
            </a:pPr>
            <a:r>
              <a:rPr lang="en-US" dirty="0"/>
              <a:t>Array – represents a sequence of items that can be accessed or replaced at given index positions:</a:t>
            </a:r>
          </a:p>
          <a:p>
            <a:pPr lvl="1">
              <a:spcBef>
                <a:spcPts val="1000"/>
              </a:spcBef>
            </a:pPr>
            <a:r>
              <a:rPr lang="en-US" dirty="0"/>
              <a:t>Data structure underlying a Python list is an array</a:t>
            </a:r>
          </a:p>
          <a:p>
            <a:pPr lvl="1">
              <a:spcBef>
                <a:spcPts val="1000"/>
              </a:spcBef>
            </a:pPr>
            <a:r>
              <a:rPr lang="en-US" dirty="0"/>
              <a:t>It is the primary implementing structure in the collections of Python</a:t>
            </a:r>
          </a:p>
          <a:p>
            <a:pPr marL="291600" indent="-291600">
              <a:spcBef>
                <a:spcPts val="1000"/>
              </a:spcBef>
            </a:pPr>
            <a:r>
              <a:rPr lang="en-US" dirty="0"/>
              <a:t>A programmer can</a:t>
            </a:r>
          </a:p>
          <a:p>
            <a:pPr lvl="1">
              <a:spcBef>
                <a:spcPts val="1000"/>
              </a:spcBef>
            </a:pPr>
            <a:r>
              <a:rPr lang="en-US" dirty="0"/>
              <a:t>Access and replace an array’s items at given positions</a:t>
            </a:r>
          </a:p>
          <a:p>
            <a:pPr lvl="1"/>
            <a:r>
              <a:rPr lang="en-US" dirty="0"/>
              <a:t>Examine an array’s length</a:t>
            </a:r>
          </a:p>
          <a:p>
            <a:pPr lvl="1"/>
            <a:r>
              <a:rPr lang="en-US" dirty="0"/>
              <a:t>Obtain its string representation</a:t>
            </a:r>
          </a:p>
          <a:p>
            <a:pPr marL="291600" indent="-291600">
              <a:spcBef>
                <a:spcPts val="1000"/>
              </a:spcBef>
            </a:pPr>
            <a:r>
              <a:rPr lang="en-US" dirty="0"/>
              <a:t>A programmer cannot</a:t>
            </a:r>
          </a:p>
          <a:p>
            <a:pPr lvl="1">
              <a:spcBef>
                <a:spcPts val="1000"/>
              </a:spcBef>
            </a:pPr>
            <a:r>
              <a:rPr lang="en-US" dirty="0"/>
              <a:t>Add or remove positions</a:t>
            </a:r>
          </a:p>
          <a:p>
            <a:pPr lvl="1"/>
            <a:r>
              <a:rPr lang="en-US" dirty="0"/>
              <a:t>Make the length of the array larger or smaller (length of an array is fixed when created)</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564227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(2 of 6)</a:t>
            </a:r>
          </a:p>
        </p:txBody>
      </p:sp>
      <p:sp>
        <p:nvSpPr>
          <p:cNvPr id="3" name="Content Placeholder 2"/>
          <p:cNvSpPr>
            <a:spLocks noGrp="1"/>
          </p:cNvSpPr>
          <p:nvPr>
            <p:ph idx="1"/>
          </p:nvPr>
        </p:nvSpPr>
        <p:spPr>
          <a:xfrm>
            <a:off x="628650" y="1447800"/>
            <a:ext cx="7886700" cy="4351338"/>
          </a:xfrm>
        </p:spPr>
        <p:txBody>
          <a:bodyPr/>
          <a:lstStyle/>
          <a:p>
            <a:pPr marL="291600" indent="-291600">
              <a:spcBef>
                <a:spcPts val="1000"/>
              </a:spcBef>
            </a:pPr>
            <a:r>
              <a:rPr lang="en-US" dirty="0"/>
              <a:t>Python’s </a:t>
            </a:r>
            <a:r>
              <a:rPr lang="en-US" b="1" dirty="0">
                <a:latin typeface="Courier New" panose="02070309020205020404" pitchFamily="49" charset="0"/>
                <a:cs typeface="Courier New" panose="02070309020205020404" pitchFamily="49" charset="0"/>
              </a:rPr>
              <a:t>array</a:t>
            </a:r>
            <a:r>
              <a:rPr lang="en-US" dirty="0"/>
              <a:t> model includes an </a:t>
            </a:r>
            <a:r>
              <a:rPr lang="en-US" b="1" dirty="0">
                <a:latin typeface="Courier New" panose="02070309020205020404" pitchFamily="49" charset="0"/>
                <a:cs typeface="Courier New" panose="02070309020205020404" pitchFamily="49" charset="0"/>
              </a:rPr>
              <a:t>array </a:t>
            </a:r>
            <a:r>
              <a:rPr lang="en-US" dirty="0"/>
              <a:t>class:</a:t>
            </a:r>
          </a:p>
          <a:p>
            <a:pPr lvl="1">
              <a:spcBef>
                <a:spcPts val="1000"/>
              </a:spcBef>
            </a:pPr>
            <a:r>
              <a:rPr lang="en-US" dirty="0"/>
              <a:t>Behaves more like a list but is limited to storing numbers</a:t>
            </a:r>
          </a:p>
          <a:p>
            <a:pPr marL="291600" indent="-291600">
              <a:spcBef>
                <a:spcPts val="1000"/>
              </a:spcBef>
            </a:pPr>
            <a:r>
              <a:rPr lang="en-US" dirty="0"/>
              <a:t>You will define a new class named </a:t>
            </a:r>
            <a:r>
              <a:rPr lang="en-US" b="1" dirty="0">
                <a:latin typeface="Courier New" panose="02070309020205020404" pitchFamily="49" charset="0"/>
                <a:cs typeface="Courier New" panose="02070309020205020404" pitchFamily="49" charset="0"/>
              </a:rPr>
              <a:t>Array</a:t>
            </a:r>
            <a:r>
              <a:rPr lang="en-US" dirty="0"/>
              <a:t> that adheres to the restrictions mentioned earlier but can hold items of any type</a:t>
            </a:r>
          </a:p>
          <a:p>
            <a:pPr marL="291600" indent="-291600">
              <a:spcBef>
                <a:spcPts val="1000"/>
              </a:spcBef>
            </a:pPr>
            <a:r>
              <a:rPr lang="en-US" dirty="0"/>
              <a:t>This </a:t>
            </a:r>
            <a:r>
              <a:rPr lang="en-US" b="1" dirty="0">
                <a:latin typeface="Courier New" panose="02070309020205020404" pitchFamily="49" charset="0"/>
                <a:cs typeface="Courier New" panose="02070309020205020404" pitchFamily="49" charset="0"/>
              </a:rPr>
              <a:t>Array</a:t>
            </a:r>
            <a:r>
              <a:rPr lang="en-US" b="1" dirty="0"/>
              <a:t> </a:t>
            </a:r>
            <a:r>
              <a:rPr lang="en-US" dirty="0"/>
              <a:t>class uses a Python list to hold its items</a:t>
            </a:r>
          </a:p>
          <a:p>
            <a:pPr marL="291600" indent="-291600">
              <a:spcBef>
                <a:spcPts val="1000"/>
              </a:spcBef>
            </a:pPr>
            <a:r>
              <a:rPr lang="en-US" dirty="0"/>
              <a:t>The class defines methods that allow clients to use</a:t>
            </a:r>
          </a:p>
          <a:p>
            <a:pPr lvl="1">
              <a:spcBef>
                <a:spcPts val="1000"/>
              </a:spcBef>
            </a:pPr>
            <a:r>
              <a:rPr lang="en-US" dirty="0"/>
              <a:t>The subscript operator </a:t>
            </a:r>
            <a:r>
              <a:rPr lang="en-US" b="1" dirty="0" smtClean="0"/>
              <a:t>[]</a:t>
            </a:r>
            <a:endParaRPr lang="en-US" b="1" dirty="0"/>
          </a:p>
          <a:p>
            <a:pPr lvl="1"/>
            <a:r>
              <a:rPr lang="en-US" dirty="0"/>
              <a:t>The </a:t>
            </a:r>
            <a:r>
              <a:rPr lang="en-US" b="1" dirty="0">
                <a:latin typeface="Courier New" panose="02070309020205020404" pitchFamily="49" charset="0"/>
                <a:cs typeface="Courier New" panose="02070309020205020404" pitchFamily="49" charset="0"/>
              </a:rPr>
              <a:t>len</a:t>
            </a:r>
            <a:r>
              <a:rPr lang="en-US" dirty="0"/>
              <a:t> function</a:t>
            </a:r>
          </a:p>
          <a:p>
            <a:pPr lvl="1"/>
            <a:r>
              <a:rPr lang="en-US" dirty="0"/>
              <a:t>The </a:t>
            </a:r>
            <a:r>
              <a:rPr lang="en-US" b="1" dirty="0">
                <a:latin typeface="Courier New" panose="02070309020205020404" pitchFamily="49" charset="0"/>
                <a:cs typeface="Courier New" panose="02070309020205020404" pitchFamily="49" charset="0"/>
              </a:rPr>
              <a:t>str</a:t>
            </a:r>
            <a:r>
              <a:rPr lang="en-US" dirty="0"/>
              <a:t> function</a:t>
            </a:r>
          </a:p>
          <a:p>
            <a:pPr lvl="1"/>
            <a:r>
              <a:rPr lang="en-US" dirty="0"/>
              <a:t>The </a:t>
            </a:r>
            <a:r>
              <a:rPr lang="en-US" b="1" dirty="0">
                <a:latin typeface="Courier New" panose="02070309020205020404" pitchFamily="49" charset="0"/>
                <a:cs typeface="Courier New" panose="02070309020205020404" pitchFamily="49" charset="0"/>
              </a:rPr>
              <a:t>for</a:t>
            </a:r>
            <a:r>
              <a:rPr lang="en-US" dirty="0"/>
              <a:t> loop with array objects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549381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44940"/>
          </a:xfrm>
        </p:spPr>
        <p:txBody>
          <a:bodyPr/>
          <a:lstStyle/>
          <a:p>
            <a:r>
              <a:rPr lang="en-US" b="1" dirty="0"/>
              <a:t>The Array Data Structure </a:t>
            </a:r>
            <a:r>
              <a:rPr lang="en-US" sz="2000" dirty="0"/>
              <a:t>(3 of 6)</a:t>
            </a:r>
          </a:p>
        </p:txBody>
      </p:sp>
      <p:sp>
        <p:nvSpPr>
          <p:cNvPr id="3" name="Content Placeholder 2"/>
          <p:cNvSpPr>
            <a:spLocks noGrp="1"/>
          </p:cNvSpPr>
          <p:nvPr>
            <p:ph idx="1"/>
          </p:nvPr>
        </p:nvSpPr>
        <p:spPr>
          <a:xfrm>
            <a:off x="628650" y="1825625"/>
            <a:ext cx="8286750" cy="384175"/>
          </a:xfrm>
        </p:spPr>
        <p:txBody>
          <a:bodyPr>
            <a:normAutofit/>
          </a:bodyPr>
          <a:lstStyle/>
          <a:p>
            <a:pPr marL="291600" indent="-291600">
              <a:spcBef>
                <a:spcPts val="1000"/>
              </a:spcBef>
            </a:pPr>
            <a:r>
              <a:rPr lang="en-US" dirty="0"/>
              <a:t>Table 4.1  Array Operations and the Methods of the </a:t>
            </a:r>
            <a:r>
              <a:rPr lang="en-US" b="1" dirty="0">
                <a:latin typeface="Courier New" panose="02070309020205020404" pitchFamily="49" charset="0"/>
                <a:cs typeface="Courier New" panose="02070309020205020404" pitchFamily="49" charset="0"/>
              </a:rPr>
              <a:t>Array</a:t>
            </a:r>
            <a:r>
              <a:rPr lang="en-US" dirty="0"/>
              <a:t> Class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3572498311"/>
              </p:ext>
            </p:extLst>
          </p:nvPr>
        </p:nvGraphicFramePr>
        <p:xfrm>
          <a:off x="1043607" y="2405934"/>
          <a:ext cx="7010400" cy="34137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10782330"/>
                    </a:ext>
                  </a:extLst>
                </a:gridCol>
                <a:gridCol w="3962400">
                  <a:extLst>
                    <a:ext uri="{9D8B030D-6E8A-4147-A177-3AD203B41FA5}">
                      <a16:colId xmlns:a16="http://schemas.microsoft.com/office/drawing/2014/main" val="2843773580"/>
                    </a:ext>
                  </a:extLst>
                </a:gridCol>
              </a:tblGrid>
              <a:tr h="370840">
                <a:tc>
                  <a:txBody>
                    <a:bodyPr/>
                    <a:lstStyle/>
                    <a:p>
                      <a:pPr marL="0" marR="0">
                        <a:lnSpc>
                          <a:spcPct val="200000"/>
                        </a:lnSpc>
                        <a:spcBef>
                          <a:spcPts val="0"/>
                        </a:spcBef>
                        <a:spcAft>
                          <a:spcPts val="0"/>
                        </a:spcAft>
                      </a:pPr>
                      <a:r>
                        <a:rPr lang="en-US" sz="1400" b="1" kern="1200" dirty="0">
                          <a:solidFill>
                            <a:schemeClr val="bg2">
                              <a:lumMod val="10000"/>
                            </a:schemeClr>
                          </a:solidFill>
                          <a:latin typeface="Open Sans" panose="020B0606030504020204"/>
                          <a:ea typeface="+mn-ea"/>
                          <a:cs typeface="+mn-cs"/>
                        </a:rPr>
                        <a:t>User’s Array Operation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kern="1200" dirty="0">
                          <a:solidFill>
                            <a:schemeClr val="bg2">
                              <a:lumMod val="10000"/>
                            </a:schemeClr>
                          </a:solidFill>
                          <a:latin typeface="Open Sans" panose="020B0606030504020204"/>
                          <a:ea typeface="+mn-ea"/>
                          <a:cs typeface="+mn-cs"/>
                        </a:rPr>
                        <a:t>Method in the</a:t>
                      </a:r>
                      <a:r>
                        <a:rPr lang="en-US" sz="1400" b="1" dirty="0">
                          <a:solidFill>
                            <a:schemeClr val="bg2">
                              <a:lumMod val="10000"/>
                            </a:schemeClr>
                          </a:solidFill>
                          <a:effectLst/>
                          <a:latin typeface="Open Sans" panose="020B0606030504020204"/>
                          <a:ea typeface="MS Mincho"/>
                          <a:cs typeface="Bank Gothic Bold"/>
                        </a:rPr>
                        <a:t> Array </a:t>
                      </a:r>
                      <a:r>
                        <a:rPr lang="en-US" sz="1400" b="1" kern="1200" dirty="0">
                          <a:solidFill>
                            <a:schemeClr val="bg2">
                              <a:lumMod val="10000"/>
                            </a:schemeClr>
                          </a:solidFill>
                          <a:latin typeface="Open Sans" panose="020B0606030504020204"/>
                          <a:ea typeface="+mn-ea"/>
                          <a:cs typeface="+mn-cs"/>
                        </a:rPr>
                        <a:t>Class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0802185"/>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a = Array(10)</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__init__(capacity, fillValue = None)</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1375286"/>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len(a)</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__len__()</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1281715"/>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str(a)</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__str__()</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064043"/>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for item in a:</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__iter__()</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7554964"/>
                  </a:ext>
                </a:extLst>
              </a:tr>
              <a:tr h="370840">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a[index]</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__getitem__(index)</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8598744"/>
                  </a:ext>
                </a:extLst>
              </a:tr>
              <a:tr h="370840">
                <a:tc>
                  <a:txBody>
                    <a:bodyPr/>
                    <a:lstStyle/>
                    <a:p>
                      <a:pPr marL="0" marR="0">
                        <a:lnSpc>
                          <a:spcPct val="200000"/>
                        </a:lnSpc>
                        <a:spcBef>
                          <a:spcPts val="0"/>
                        </a:spcBef>
                        <a:spcAft>
                          <a:spcPts val="0"/>
                        </a:spcAft>
                      </a:pPr>
                      <a:r>
                        <a:rPr lang="en-US" sz="1400" b="1" cap="all" dirty="0">
                          <a:solidFill>
                            <a:schemeClr val="tx1"/>
                          </a:solidFill>
                          <a:effectLst/>
                          <a:latin typeface="Courier New" panose="02070309020205020404" pitchFamily="49" charset="0"/>
                          <a:ea typeface="MS Mincho"/>
                          <a:cs typeface="Courier New" panose="02070309020205020404" pitchFamily="49" charset="0"/>
                        </a:rPr>
                        <a:t>A</a:t>
                      </a:r>
                      <a:r>
                        <a:rPr lang="en-US" sz="1400" b="1" cap="none" dirty="0">
                          <a:solidFill>
                            <a:schemeClr val="tx1"/>
                          </a:solidFill>
                          <a:effectLst/>
                          <a:latin typeface="Courier New" panose="02070309020205020404" pitchFamily="49" charset="0"/>
                          <a:ea typeface="MS Mincho"/>
                          <a:cs typeface="Courier New" panose="02070309020205020404" pitchFamily="49" charset="0"/>
                        </a:rPr>
                        <a:t>[index] </a:t>
                      </a:r>
                      <a:r>
                        <a:rPr lang="en-US" sz="1400" b="1" cap="all" dirty="0">
                          <a:solidFill>
                            <a:schemeClr val="tx1"/>
                          </a:solidFill>
                          <a:effectLst/>
                          <a:latin typeface="Courier New" panose="02070309020205020404" pitchFamily="49" charset="0"/>
                          <a:ea typeface="MS Mincho"/>
                          <a:cs typeface="Courier New" panose="02070309020205020404" pitchFamily="49" charset="0"/>
                        </a:rPr>
                        <a:t>= </a:t>
                      </a:r>
                      <a:r>
                        <a:rPr lang="en-US" sz="1400" b="1" cap="none" dirty="0">
                          <a:solidFill>
                            <a:schemeClr val="tx1"/>
                          </a:solidFill>
                          <a:effectLst/>
                          <a:latin typeface="Courier New" panose="02070309020205020404" pitchFamily="49" charset="0"/>
                          <a:ea typeface="MS Mincho"/>
                          <a:cs typeface="Courier New" panose="02070309020205020404" pitchFamily="49" charset="0"/>
                        </a:rPr>
                        <a:t>newitem</a:t>
                      </a:r>
                      <a:endParaRPr lang="en-US" sz="1400" b="1" cap="all" dirty="0">
                        <a:solidFill>
                          <a:schemeClr val="tx1"/>
                        </a:solidFill>
                        <a:effectLst/>
                        <a:latin typeface="Courier New" panose="02070309020205020404" pitchFamily="49" charset="0"/>
                        <a:ea typeface="Times New Roman" panose="02020603050405020304" pitchFamily="18" charset="0"/>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b="1" dirty="0">
                          <a:effectLst/>
                          <a:latin typeface="Courier New" panose="02070309020205020404" pitchFamily="49" charset="0"/>
                          <a:ea typeface="MS Mincho"/>
                          <a:cs typeface="Courier New" panose="02070309020205020404" pitchFamily="49" charset="0"/>
                        </a:rPr>
                        <a:t>__setitem__(index, newItem)</a:t>
                      </a:r>
                      <a:endParaRPr lang="en-US" sz="1400" dirty="0">
                        <a:effectLst/>
                        <a:latin typeface="Courier New" panose="02070309020205020404" pitchFamily="49" charset="0"/>
                        <a:ea typeface="MS Mincho"/>
                        <a:cs typeface="Courier New" panose="02070309020205020404" pitchFamily="49"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7341036"/>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243880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(4 of 6)</a:t>
            </a:r>
          </a:p>
        </p:txBody>
      </p:sp>
      <p:sp>
        <p:nvSpPr>
          <p:cNvPr id="3" name="Content Placeholder 2"/>
          <p:cNvSpPr>
            <a:spLocks noGrp="1"/>
          </p:cNvSpPr>
          <p:nvPr>
            <p:ph idx="1"/>
          </p:nvPr>
        </p:nvSpPr>
        <p:spPr>
          <a:xfrm>
            <a:off x="628650" y="1498601"/>
            <a:ext cx="7886700" cy="330199"/>
          </a:xfrm>
        </p:spPr>
        <p:txBody>
          <a:bodyPr>
            <a:normAutofit/>
          </a:bodyPr>
          <a:lstStyle/>
          <a:p>
            <a:pPr marL="291600" indent="-291600">
              <a:spcBef>
                <a:spcPts val="1000"/>
              </a:spcBef>
            </a:pPr>
            <a:r>
              <a:rPr lang="en-US" dirty="0"/>
              <a:t>Code for the Array class (in arrays.py</a:t>
            </a:r>
            <a:r>
              <a:rPr lang="en-US" dirty="0" smtClean="0"/>
              <a:t>):</a:t>
            </a:r>
          </a:p>
        </p:txBody>
      </p:sp>
      <p:sp>
        <p:nvSpPr>
          <p:cNvPr id="8" name="Content Placeholder 7"/>
          <p:cNvSpPr>
            <a:spLocks noGrp="1"/>
          </p:cNvSpPr>
          <p:nvPr>
            <p:ph idx="13"/>
          </p:nvPr>
        </p:nvSpPr>
        <p:spPr>
          <a:xfrm>
            <a:off x="787674" y="1922532"/>
            <a:ext cx="7886700" cy="3744912"/>
          </a:xfrm>
        </p:spPr>
        <p:txBody>
          <a:bodyPr>
            <a:normAutofit fontScale="92500" lnSpcReduction="20000"/>
          </a:bodyPr>
          <a:lstStyle/>
          <a:p>
            <a:pPr marL="171450" lvl="1" indent="0">
              <a:spcBef>
                <a:spcPts val="0"/>
              </a:spcBef>
              <a:buNone/>
            </a:pP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File: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arrays.py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An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like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list,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but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client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can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use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only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str.</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To</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instantiate,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use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&lt;variable&gt;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Array(&lt;capacity&gt;,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&lt;optional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fill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value</a:t>
            </a:r>
            <a:r>
              <a:rPr lang="en-US" b="1" dirty="0" smtClean="0">
                <a:solidFill>
                  <a:srgbClr val="006800"/>
                </a:solidFill>
                <a:latin typeface="Courier New" panose="02070309020205020404" pitchFamily="49" charset="0"/>
                <a:ea typeface="MS Mincho"/>
                <a:cs typeface="Bank Gothic Bold"/>
              </a:rPr>
              <a:t>&gt;)</a:t>
            </a:r>
            <a:endParaRPr lang="en-US" sz="1300" dirty="0" smtClean="0">
              <a:solidFill>
                <a:srgbClr val="006800"/>
              </a:solidFill>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171450" lvl="1" indent="0">
              <a:spcBef>
                <a:spcPts val="0"/>
              </a:spcBef>
              <a:buNone/>
            </a:pPr>
            <a:r>
              <a:rPr lang="en-US" b="1" dirty="0" smtClean="0">
                <a:solidFill>
                  <a:srgbClr val="006800"/>
                </a:solidFill>
                <a:latin typeface="Courier New" panose="02070309020205020404" pitchFamily="49" charset="0"/>
                <a:ea typeface="MS Mincho"/>
                <a:cs typeface="Bank Gothic Bold"/>
              </a:rPr>
              <a:t>The</a:t>
            </a:r>
            <a:r>
              <a:rPr lang="en-US" b="1" dirty="0" smtClean="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fill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value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None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by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default.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smtClean="0">
                <a:solidFill>
                  <a:srgbClr val="006800"/>
                </a:solidFill>
                <a:latin typeface="Courier New" panose="02070309020205020404" pitchFamily="49" charset="0"/>
                <a:ea typeface="MS Mincho"/>
                <a:cs typeface="Bank Gothic Bold"/>
              </a:rPr>
              <a:t>"""</a:t>
            </a:r>
            <a:endParaRPr lang="en-US" sz="1300" dirty="0" smtClean="0">
              <a:solidFill>
                <a:srgbClr val="006800"/>
              </a:solidFill>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356235" lvl="1" indent="0">
              <a:spcBef>
                <a:spcPts val="0"/>
              </a:spcBef>
              <a:buNone/>
            </a:pPr>
            <a:r>
              <a:rPr lang="en-US" b="1" dirty="0" smtClean="0">
                <a:solidFill>
                  <a:srgbClr val="8A3800"/>
                </a:solidFill>
                <a:latin typeface="Courier New" panose="02070309020205020404" pitchFamily="49" charset="0"/>
                <a:ea typeface="MS Mincho"/>
                <a:cs typeface="Bank Gothic Bold"/>
              </a:rPr>
              <a:t>class</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Array</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60070" lvl="1" indent="0">
              <a:spcBef>
                <a:spcPts val="0"/>
              </a:spcBef>
              <a:buNone/>
            </a:pPr>
            <a:r>
              <a:rPr lang="en-US" b="1" dirty="0">
                <a:solidFill>
                  <a:srgbClr val="006800"/>
                </a:solidFill>
                <a:latin typeface="Courier New" panose="02070309020205020404" pitchFamily="49" charset="0"/>
                <a:ea typeface="MS Mincho"/>
                <a:cs typeface="Bank Gothic Bold"/>
              </a:rPr>
              <a:t>"""Represents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r>
              <a:rPr lang="en-US" b="1" dirty="0" smtClean="0">
                <a:solidFill>
                  <a:srgbClr val="006800"/>
                </a:solidFill>
                <a:latin typeface="Courier New" panose="02070309020205020404" pitchFamily="49" charset="0"/>
                <a:ea typeface="MS Mincho"/>
                <a:cs typeface="Bank Gothic Bold"/>
              </a:rPr>
              <a:t>."""</a:t>
            </a:r>
            <a:endParaRPr lang="en-US" sz="1300" dirty="0" smtClean="0">
              <a:solidFill>
                <a:srgbClr val="006800"/>
              </a:solidFill>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560070" lvl="1" indent="0">
              <a:spcBef>
                <a:spcPts val="0"/>
              </a:spcBef>
              <a:buNone/>
            </a:pPr>
            <a:r>
              <a:rPr lang="en-US" b="1" dirty="0" smtClean="0">
                <a:solidFill>
                  <a:srgbClr val="8A3800"/>
                </a:solidFill>
                <a:latin typeface="Courier New" panose="02070309020205020404" pitchFamily="49" charset="0"/>
                <a:ea typeface="MS Mincho"/>
                <a:cs typeface="Bank Gothic Bold"/>
              </a:rPr>
              <a:t>def</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capacity,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fillValue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None):</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"""Capacity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static</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size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fillValue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placed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each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position."""</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latin typeface="Courier New" panose="02070309020205020404" pitchFamily="49" charset="0"/>
                <a:ea typeface="MS Mincho"/>
                <a:cs typeface="Bank Gothic Bold"/>
              </a:rPr>
              <a:t>self.items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list()</a:t>
            </a:r>
            <a:endParaRPr lang="en-US" sz="1300" dirty="0">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range(capacity):</a:t>
            </a:r>
            <a:endParaRPr lang="en-US" sz="1300" dirty="0">
              <a:latin typeface="Bank Gothic Bold"/>
              <a:ea typeface="MS Mincho"/>
              <a:cs typeface="Bank Gothic Bold"/>
            </a:endParaRPr>
          </a:p>
          <a:p>
            <a:pPr marL="1341755" lvl="1" indent="0">
              <a:spcBef>
                <a:spcPts val="0"/>
              </a:spcBef>
              <a:buNone/>
            </a:pPr>
            <a:r>
              <a:rPr lang="en-US" b="1" dirty="0" smtClean="0">
                <a:latin typeface="Courier New" panose="02070309020205020404" pitchFamily="49" charset="0"/>
                <a:ea typeface="MS Mincho"/>
                <a:cs typeface="Bank Gothic Bold"/>
              </a:rPr>
              <a:t>self.items.append(fillValue)</a:t>
            </a:r>
            <a:endParaRPr lang="en-US" sz="1300" dirty="0">
              <a:latin typeface="Bank Gothic Bold"/>
              <a:ea typeface="MS Mincho"/>
              <a:cs typeface="Bank Gothic Bold"/>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422451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(5 of 6)</a:t>
            </a:r>
          </a:p>
        </p:txBody>
      </p:sp>
      <p:sp>
        <p:nvSpPr>
          <p:cNvPr id="3" name="Content Placeholder 2"/>
          <p:cNvSpPr>
            <a:spLocks noGrp="1"/>
          </p:cNvSpPr>
          <p:nvPr>
            <p:ph idx="1"/>
          </p:nvPr>
        </p:nvSpPr>
        <p:spPr>
          <a:xfrm>
            <a:off x="628650" y="1504642"/>
            <a:ext cx="7886700" cy="357287"/>
          </a:xfrm>
        </p:spPr>
        <p:txBody>
          <a:bodyPr>
            <a:normAutofit/>
          </a:bodyPr>
          <a:lstStyle/>
          <a:p>
            <a:pPr marL="291600" indent="-291600">
              <a:spcBef>
                <a:spcPts val="1000"/>
              </a:spcBef>
            </a:pPr>
            <a:r>
              <a:rPr lang="en-US" dirty="0"/>
              <a:t>Code for the Array class (in arrays.py) (continued</a:t>
            </a:r>
            <a:r>
              <a:rPr lang="en-US" dirty="0" smtClean="0"/>
              <a:t>):</a:t>
            </a:r>
          </a:p>
        </p:txBody>
      </p:sp>
      <p:sp>
        <p:nvSpPr>
          <p:cNvPr id="6" name="Content Placeholder 5"/>
          <p:cNvSpPr>
            <a:spLocks noGrp="1"/>
          </p:cNvSpPr>
          <p:nvPr>
            <p:ph idx="13"/>
          </p:nvPr>
        </p:nvSpPr>
        <p:spPr>
          <a:xfrm>
            <a:off x="409992" y="1964633"/>
            <a:ext cx="7581069" cy="3743739"/>
          </a:xfrm>
        </p:spPr>
        <p:txBody>
          <a:bodyPr>
            <a:normAutofit fontScale="92500" lnSpcReduction="20000"/>
          </a:bodyPr>
          <a:lstStyle/>
          <a:p>
            <a:pPr marL="56007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__len__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"""-&gt;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capacity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(self.items</a:t>
            </a:r>
            <a:r>
              <a:rPr lang="en-US" b="1" dirty="0" smtClean="0">
                <a:latin typeface="Courier New" panose="02070309020205020404" pitchFamily="49" charset="0"/>
                <a:ea typeface="MS Mincho"/>
                <a:cs typeface="Bank Gothic Bold"/>
              </a:rPr>
              <a:t>)</a:t>
            </a:r>
            <a:endParaRPr lang="en-US" sz="1300" dirty="0" smtClean="0">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560070" lvl="1" indent="0">
              <a:spcBef>
                <a:spcPts val="0"/>
              </a:spcBef>
              <a:buNone/>
            </a:pPr>
            <a:r>
              <a:rPr lang="en-US" b="1" dirty="0" smtClean="0">
                <a:solidFill>
                  <a:srgbClr val="8A3800"/>
                </a:solidFill>
                <a:latin typeface="Courier New" panose="02070309020205020404" pitchFamily="49" charset="0"/>
                <a:ea typeface="MS Mincho"/>
                <a:cs typeface="Bank Gothic Bold"/>
              </a:rPr>
              <a:t>def</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__str__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"""-&gt;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string</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representation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str</a:t>
            </a:r>
            <a:r>
              <a:rPr lang="en-US" b="1" dirty="0">
                <a:latin typeface="Courier New" panose="02070309020205020404" pitchFamily="49" charset="0"/>
                <a:ea typeface="MS Mincho"/>
                <a:cs typeface="Bank Gothic Bold"/>
              </a:rPr>
              <a:t>(self.items</a:t>
            </a:r>
            <a:r>
              <a:rPr lang="en-US" b="1" dirty="0" smtClean="0">
                <a:latin typeface="Courier New" panose="02070309020205020404" pitchFamily="49" charset="0"/>
                <a:ea typeface="MS Mincho"/>
                <a:cs typeface="Bank Gothic Bold"/>
              </a:rPr>
              <a:t>)</a:t>
            </a:r>
            <a:endParaRPr lang="en-US" sz="1300" dirty="0" smtClean="0">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560070" lvl="1" indent="0">
              <a:spcBef>
                <a:spcPts val="0"/>
              </a:spcBef>
              <a:buNone/>
            </a:pPr>
            <a:r>
              <a:rPr lang="en-US" b="1" dirty="0" smtClean="0">
                <a:solidFill>
                  <a:srgbClr val="8A3800"/>
                </a:solidFill>
                <a:latin typeface="Courier New" panose="02070309020205020404" pitchFamily="49" charset="0"/>
                <a:ea typeface="MS Mincho"/>
                <a:cs typeface="Bank Gothic Bold"/>
              </a:rPr>
              <a:t>def</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__iter__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"""Supports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traversal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loop."""</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iter</a:t>
            </a:r>
            <a:r>
              <a:rPr lang="en-US" b="1" dirty="0">
                <a:latin typeface="Courier New" panose="02070309020205020404" pitchFamily="49" charset="0"/>
                <a:ea typeface="MS Mincho"/>
                <a:cs typeface="Bank Gothic Bold"/>
              </a:rPr>
              <a:t>(self.items</a:t>
            </a:r>
            <a:r>
              <a:rPr lang="en-US" b="1" dirty="0" smtClean="0">
                <a:latin typeface="Courier New" panose="02070309020205020404" pitchFamily="49" charset="0"/>
                <a:ea typeface="MS Mincho"/>
                <a:cs typeface="Bank Gothic Bold"/>
              </a:rPr>
              <a:t>)</a:t>
            </a:r>
            <a:endParaRPr lang="en-US" sz="1300" dirty="0" smtClean="0">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560070" lvl="1" indent="0">
              <a:spcBef>
                <a:spcPts val="0"/>
              </a:spcBef>
              <a:buNone/>
            </a:pPr>
            <a:r>
              <a:rPr lang="en-US" b="1" dirty="0" smtClean="0">
                <a:solidFill>
                  <a:srgbClr val="8A3800"/>
                </a:solidFill>
                <a:latin typeface="Courier New" panose="02070309020205020404" pitchFamily="49" charset="0"/>
                <a:ea typeface="MS Mincho"/>
                <a:cs typeface="Bank Gothic Bold"/>
              </a:rPr>
              <a:t>def</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__getitem__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"""Subscript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operator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access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index."""</a:t>
            </a:r>
            <a:endParaRPr lang="en-US" sz="1300" dirty="0">
              <a:solidFill>
                <a:srgbClr val="006800"/>
              </a:solidFill>
              <a:latin typeface="Bank Gothic Bold"/>
              <a:ea typeface="MS Mincho"/>
              <a:cs typeface="Bank Gothic Bold"/>
            </a:endParaRPr>
          </a:p>
          <a:p>
            <a:pPr marL="897255"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self.items[index</a:t>
            </a:r>
            <a:r>
              <a:rPr lang="en-US" b="1" dirty="0" smtClean="0">
                <a:latin typeface="Courier New" panose="02070309020205020404" pitchFamily="49" charset="0"/>
                <a:ea typeface="MS Mincho"/>
                <a:cs typeface="Bank Gothic Bold"/>
              </a:rPr>
              <a:t>]</a:t>
            </a:r>
            <a:endParaRPr lang="en-US" sz="1300" dirty="0" smtClean="0">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560070" lvl="1" indent="0">
              <a:spcBef>
                <a:spcPts val="0"/>
              </a:spcBef>
              <a:buNone/>
            </a:pPr>
            <a:r>
              <a:rPr lang="en-US" b="1" dirty="0" smtClean="0">
                <a:solidFill>
                  <a:srgbClr val="8A3800"/>
                </a:solidFill>
                <a:latin typeface="Courier New" panose="02070309020205020404" pitchFamily="49" charset="0"/>
                <a:ea typeface="MS Mincho"/>
                <a:cs typeface="Bank Gothic Bold"/>
              </a:rPr>
              <a:t>def</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__setitem__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newItem):</a:t>
            </a:r>
            <a:endParaRPr lang="en-US" sz="1300" dirty="0">
              <a:latin typeface="Bank Gothic Bold"/>
              <a:ea typeface="MS Mincho"/>
              <a:cs typeface="Bank Gothic Bold"/>
            </a:endParaRPr>
          </a:p>
          <a:p>
            <a:pPr marL="897255" lvl="1" indent="0">
              <a:spcBef>
                <a:spcPts val="0"/>
              </a:spcBef>
              <a:buNone/>
            </a:pPr>
            <a:r>
              <a:rPr lang="en-US" b="1" dirty="0">
                <a:solidFill>
                  <a:srgbClr val="006800"/>
                </a:solidFill>
                <a:latin typeface="Courier New" panose="02070309020205020404" pitchFamily="49" charset="0"/>
                <a:ea typeface="MS Mincho"/>
                <a:cs typeface="Bank Gothic Bold"/>
              </a:rPr>
              <a:t>"""Subscript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operator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replacement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index."""</a:t>
            </a:r>
            <a:endParaRPr lang="en-US" sz="1300" dirty="0">
              <a:solidFill>
                <a:srgbClr val="0068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self.items[index]</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newItem</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8557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Array Data Structure </a:t>
            </a:r>
            <a:r>
              <a:rPr lang="en-US" sz="2000" dirty="0"/>
              <a:t>(6 of 6)</a:t>
            </a:r>
          </a:p>
        </p:txBody>
      </p:sp>
      <p:sp>
        <p:nvSpPr>
          <p:cNvPr id="3" name="Content Placeholder 2"/>
          <p:cNvSpPr>
            <a:spLocks noGrp="1"/>
          </p:cNvSpPr>
          <p:nvPr>
            <p:ph idx="1"/>
          </p:nvPr>
        </p:nvSpPr>
        <p:spPr>
          <a:xfrm>
            <a:off x="628650" y="1509479"/>
            <a:ext cx="7886700" cy="316009"/>
          </a:xfrm>
        </p:spPr>
        <p:txBody>
          <a:bodyPr>
            <a:normAutofit/>
          </a:bodyPr>
          <a:lstStyle/>
          <a:p>
            <a:pPr marL="291600" indent="-291600">
              <a:spcBef>
                <a:spcPts val="1000"/>
              </a:spcBef>
            </a:pPr>
            <a:r>
              <a:rPr lang="en-US" dirty="0"/>
              <a:t>Shell session showing use of an array</a:t>
            </a:r>
            <a:r>
              <a:rPr lang="en-US" dirty="0" smtClean="0"/>
              <a:t>:</a:t>
            </a:r>
          </a:p>
        </p:txBody>
      </p:sp>
      <p:sp>
        <p:nvSpPr>
          <p:cNvPr id="10" name="Content Placeholder 9"/>
          <p:cNvSpPr>
            <a:spLocks noGrp="1"/>
          </p:cNvSpPr>
          <p:nvPr>
            <p:ph idx="13"/>
          </p:nvPr>
        </p:nvSpPr>
        <p:spPr>
          <a:xfrm>
            <a:off x="762000" y="1918254"/>
            <a:ext cx="7753350" cy="3733800"/>
          </a:xfrm>
        </p:spPr>
        <p:txBody>
          <a:bodyPr>
            <a:normAutofit fontScale="92500"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from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arrays</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Array(5)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Create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with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5</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positions</a:t>
            </a:r>
            <a:endParaRPr lang="en-US" sz="1300" dirty="0">
              <a:solidFill>
                <a:srgbClr val="C00000"/>
              </a:solidFill>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number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5</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print</a:t>
            </a:r>
            <a:r>
              <a:rPr lang="en-US" b="1" dirty="0">
                <a:latin typeface="Courier New" panose="02070309020205020404" pitchFamily="49" charset="0"/>
                <a:ea typeface="MS Mincho"/>
                <a:cs typeface="Bank Gothic Bold"/>
              </a:rPr>
              <a:t>(a)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contents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[None,</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None,</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None,</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None,</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None]</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(len(a)):</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Replace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contents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with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1..5</a:t>
            </a:r>
            <a:endParaRPr lang="en-US" sz="1300" dirty="0">
              <a:solidFill>
                <a:srgbClr val="C00000"/>
              </a:solidFill>
              <a:latin typeface="Bank Gothic Bold"/>
              <a:ea typeface="MS Mincho"/>
              <a:cs typeface="Bank Gothic Bold"/>
            </a:endParaRPr>
          </a:p>
          <a:p>
            <a:pPr marL="857250" lvl="1" indent="0">
              <a:spcBef>
                <a:spcPts val="0"/>
              </a:spcBef>
              <a:buNone/>
            </a:pP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a[0]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Access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2743200" algn="l"/>
              </a:tabLst>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item</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Traverse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print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all</a:t>
            </a:r>
            <a:endParaRPr lang="en-US" sz="1300" dirty="0">
              <a:solidFill>
                <a:srgbClr val="C00000"/>
              </a:solidFill>
              <a:latin typeface="Bank Gothic Bold"/>
              <a:ea typeface="MS Mincho"/>
              <a:cs typeface="Bank Gothic Bold"/>
            </a:endParaRPr>
          </a:p>
          <a:p>
            <a:pPr marL="857250" lvl="1" indent="0">
              <a:spcBef>
                <a:spcPts val="0"/>
              </a:spcBef>
              <a:buNone/>
            </a:pPr>
            <a:r>
              <a:rPr lang="en-US" b="1" dirty="0">
                <a:solidFill>
                  <a:srgbClr val="660066"/>
                </a:solidFill>
                <a:latin typeface="Courier New" panose="02070309020205020404" pitchFamily="49" charset="0"/>
                <a:ea typeface="MS Mincho"/>
                <a:cs typeface="Bank Gothic Bold"/>
              </a:rPr>
              <a:t>print</a:t>
            </a:r>
            <a:r>
              <a:rPr lang="en-US" b="1" dirty="0">
                <a:latin typeface="Courier New" panose="02070309020205020404" pitchFamily="49" charset="0"/>
                <a:ea typeface="MS Mincho"/>
                <a:cs typeface="Bank Gothic Bold"/>
              </a:rPr>
              <a:t>(item)</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3</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4</a:t>
            </a:r>
            <a:endParaRPr lang="en-US" sz="1300" dirty="0">
              <a:latin typeface="Bank Gothic Bold"/>
              <a:ea typeface="MS Mincho"/>
              <a:cs typeface="Bank Gothic Bold"/>
            </a:endParaRPr>
          </a:p>
          <a:p>
            <a:pPr marL="342900" lvl="1" indent="0">
              <a:buNone/>
            </a:pPr>
            <a:r>
              <a:rPr lang="en-US" b="1" dirty="0" smtClean="0">
                <a:solidFill>
                  <a:srgbClr val="0000FF"/>
                </a:solidFill>
                <a:latin typeface="Courier New" panose="02070309020205020404" pitchFamily="49" charset="0"/>
                <a:ea typeface="MS Mincho"/>
              </a:rPr>
              <a:t>5</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592956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Random Access and Contiguous Memory </a:t>
            </a:r>
            <a:r>
              <a:rPr lang="en-US" sz="2000" dirty="0"/>
              <a:t>(1 of 2)</a:t>
            </a:r>
          </a:p>
        </p:txBody>
      </p:sp>
      <p:sp>
        <p:nvSpPr>
          <p:cNvPr id="3" name="Content Placeholder 2"/>
          <p:cNvSpPr>
            <a:spLocks noGrp="1"/>
          </p:cNvSpPr>
          <p:nvPr>
            <p:ph idx="1"/>
          </p:nvPr>
        </p:nvSpPr>
        <p:spPr>
          <a:xfrm>
            <a:off x="628650" y="1395398"/>
            <a:ext cx="7886700" cy="2795602"/>
          </a:xfrm>
        </p:spPr>
        <p:txBody>
          <a:bodyPr/>
          <a:lstStyle/>
          <a:p>
            <a:pPr marL="291600" indent="-291600">
              <a:spcBef>
                <a:spcPts val="1000"/>
              </a:spcBef>
            </a:pPr>
            <a:r>
              <a:rPr lang="en-US" dirty="0"/>
              <a:t>Array indexing is a </a:t>
            </a:r>
            <a:r>
              <a:rPr lang="en-US" i="1" dirty="0"/>
              <a:t>random access </a:t>
            </a:r>
            <a:r>
              <a:rPr lang="en-US" dirty="0"/>
              <a:t>operation:</a:t>
            </a:r>
          </a:p>
          <a:p>
            <a:pPr lvl="1">
              <a:spcBef>
                <a:spcPts val="1000"/>
              </a:spcBef>
            </a:pPr>
            <a:r>
              <a:rPr lang="en-US" dirty="0"/>
              <a:t>The computer obtains the location of the </a:t>
            </a:r>
            <a:r>
              <a:rPr lang="en-US" i="1" dirty="0"/>
              <a:t>i</a:t>
            </a:r>
            <a:r>
              <a:rPr lang="en-US" dirty="0"/>
              <a:t>th item by performing a constant number of steps</a:t>
            </a:r>
          </a:p>
          <a:p>
            <a:pPr lvl="1">
              <a:spcBef>
                <a:spcPts val="1000"/>
              </a:spcBef>
            </a:pPr>
            <a:r>
              <a:rPr lang="en-US" dirty="0"/>
              <a:t>No matter how large the array, it takes the same amount of time to access the first item as it does to access the last item</a:t>
            </a:r>
          </a:p>
          <a:p>
            <a:pPr marL="291600" indent="-291600">
              <a:spcBef>
                <a:spcPts val="1000"/>
              </a:spcBef>
            </a:pPr>
            <a:r>
              <a:rPr lang="en-US" dirty="0"/>
              <a:t>The computer supports random access for arrays by allocating a block of contiguous memory cells for the array’s items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845598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Random Access and Contiguous Memory </a:t>
            </a:r>
            <a:r>
              <a:rPr lang="en-US" sz="2000" dirty="0"/>
              <a:t>(2 of 2)</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a:t>
            </a:r>
            <a:r>
              <a:rPr lang="en-IN" b="1" dirty="0" smtClean="0"/>
              <a:t>4-1: </a:t>
            </a:r>
            <a:r>
              <a:rPr lang="en-IN" dirty="0"/>
              <a:t>A block of contiguous memory</a:t>
            </a:r>
            <a:endParaRPr lang="en-US" dirty="0"/>
          </a:p>
        </p:txBody>
      </p:sp>
      <p:pic>
        <p:nvPicPr>
          <p:cNvPr id="8" name="Content Placeholder 7" descr="Illustration shows a block of contiguous memory. Machine addresses 10011101, 10011110, 10011111, 10100000 and 10100001 are displayed. They are stacked vertically. Alongside, a block of contiguous memory for an array is shown as 5 vertically stacked rectangles for each machine address. The array indexes 0 to 4 are assigned for each one of the rectangles."/>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758802" y="2599748"/>
            <a:ext cx="7356922" cy="3196648"/>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5854739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Static Memory and Dynamic Memory</a:t>
            </a:r>
          </a:p>
        </p:txBody>
      </p:sp>
      <p:sp>
        <p:nvSpPr>
          <p:cNvPr id="3" name="Content Placeholder 2"/>
          <p:cNvSpPr>
            <a:spLocks noGrp="1"/>
          </p:cNvSpPr>
          <p:nvPr>
            <p:ph idx="1"/>
          </p:nvPr>
        </p:nvSpPr>
        <p:spPr>
          <a:xfrm>
            <a:off x="628650" y="1600200"/>
            <a:ext cx="7886700" cy="4351338"/>
          </a:xfrm>
        </p:spPr>
        <p:txBody>
          <a:bodyPr/>
          <a:lstStyle/>
          <a:p>
            <a:pPr marL="291600" indent="-291600">
              <a:spcBef>
                <a:spcPts val="1000"/>
              </a:spcBef>
            </a:pPr>
            <a:r>
              <a:rPr lang="en-US" dirty="0"/>
              <a:t>Arrays in older languages were static data structures</a:t>
            </a:r>
          </a:p>
          <a:p>
            <a:pPr marL="291600" indent="-291600">
              <a:spcBef>
                <a:spcPts val="1000"/>
              </a:spcBef>
            </a:pPr>
            <a:r>
              <a:rPr lang="en-US" dirty="0"/>
              <a:t>Modern languages allow dynamic arrays:</a:t>
            </a:r>
          </a:p>
          <a:p>
            <a:pPr lvl="1">
              <a:spcBef>
                <a:spcPts val="1000"/>
              </a:spcBef>
            </a:pPr>
            <a:r>
              <a:rPr lang="en-US" dirty="0"/>
              <a:t>Occupies a contiguous block of memory and supports random access </a:t>
            </a:r>
          </a:p>
          <a:p>
            <a:pPr marL="291600" indent="-291600">
              <a:spcBef>
                <a:spcPts val="1000"/>
              </a:spcBef>
            </a:pPr>
            <a:r>
              <a:rPr lang="en-US" dirty="0"/>
              <a:t>The Python </a:t>
            </a:r>
            <a:r>
              <a:rPr lang="en-US" b="1" dirty="0">
                <a:latin typeface="Courier New" panose="02070309020205020404" pitchFamily="49" charset="0"/>
                <a:cs typeface="Courier New" panose="02070309020205020404" pitchFamily="49" charset="0"/>
              </a:rPr>
              <a:t>Array</a:t>
            </a:r>
            <a:r>
              <a:rPr lang="en-US" dirty="0"/>
              <a:t> class allows the programmer to specify the length of a dynamic array during instantiation</a:t>
            </a:r>
          </a:p>
          <a:p>
            <a:pPr marL="291600" indent="-291600">
              <a:spcBef>
                <a:spcPts val="1000"/>
              </a:spcBef>
            </a:pPr>
            <a:r>
              <a:rPr lang="en-US" dirty="0"/>
              <a:t>Ways that programmers can read just an array’s length</a:t>
            </a:r>
          </a:p>
          <a:p>
            <a:pPr lvl="1">
              <a:spcBef>
                <a:spcPts val="1000"/>
              </a:spcBef>
            </a:pPr>
            <a:r>
              <a:rPr lang="en-US" dirty="0"/>
              <a:t>Create an array with a reasonable default size at program start-up</a:t>
            </a:r>
          </a:p>
          <a:p>
            <a:pPr lvl="1"/>
            <a:r>
              <a:rPr lang="en-US" dirty="0"/>
              <a:t>When the array cannot hold more data, create a new, larger array and transfer the data items from the old array</a:t>
            </a:r>
          </a:p>
          <a:p>
            <a:pPr lvl="1"/>
            <a:r>
              <a:rPr lang="en-US" dirty="0"/>
              <a:t>When the array seems to be wasting memory, decrease its length in a similar manner</a:t>
            </a:r>
          </a:p>
          <a:p>
            <a:pPr marL="291600" indent="-291600">
              <a:spcBef>
                <a:spcPts val="1000"/>
              </a:spcBef>
            </a:pPr>
            <a:r>
              <a:rPr lang="en-US" dirty="0"/>
              <a:t>These adjustments happen automatically with a Python </a:t>
            </a:r>
            <a:r>
              <a:rPr lang="en-US" dirty="0" smtClean="0"/>
              <a:t>list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338707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Physical Size and Logical Size </a:t>
            </a:r>
            <a:r>
              <a:rPr lang="en-US" sz="2000" dirty="0"/>
              <a:t>(1 of 2)</a:t>
            </a:r>
          </a:p>
        </p:txBody>
      </p:sp>
      <p:sp>
        <p:nvSpPr>
          <p:cNvPr id="3" name="Content Placeholder 2"/>
          <p:cNvSpPr>
            <a:spLocks noGrp="1"/>
          </p:cNvSpPr>
          <p:nvPr>
            <p:ph idx="1"/>
          </p:nvPr>
        </p:nvSpPr>
        <p:spPr>
          <a:xfrm>
            <a:off x="628650" y="1524000"/>
            <a:ext cx="7886700" cy="4038600"/>
          </a:xfrm>
        </p:spPr>
        <p:txBody>
          <a:bodyPr/>
          <a:lstStyle/>
          <a:p>
            <a:pPr marL="291600" indent="-291600">
              <a:spcBef>
                <a:spcPts val="1000"/>
              </a:spcBef>
            </a:pPr>
            <a:r>
              <a:rPr lang="en-US" dirty="0"/>
              <a:t>Physical size of an array</a:t>
            </a:r>
          </a:p>
          <a:p>
            <a:pPr lvl="1">
              <a:spcBef>
                <a:spcPts val="1000"/>
              </a:spcBef>
            </a:pPr>
            <a:r>
              <a:rPr lang="en-US" dirty="0"/>
              <a:t>Its total number of array cells or the number used to specify its capacity when the array is created</a:t>
            </a:r>
          </a:p>
          <a:p>
            <a:pPr marL="291600" indent="-291600">
              <a:spcBef>
                <a:spcPts val="1000"/>
              </a:spcBef>
            </a:pPr>
            <a:r>
              <a:rPr lang="en-US" dirty="0"/>
              <a:t>Logical size of an array</a:t>
            </a:r>
          </a:p>
          <a:p>
            <a:pPr lvl="1">
              <a:spcBef>
                <a:spcPts val="1000"/>
              </a:spcBef>
            </a:pPr>
            <a:r>
              <a:rPr lang="en-US" dirty="0"/>
              <a:t>The number of items in it that should be currently available to the application</a:t>
            </a:r>
          </a:p>
          <a:p>
            <a:pPr marL="291600" indent="-291600">
              <a:spcBef>
                <a:spcPts val="1000"/>
              </a:spcBef>
            </a:pPr>
            <a:r>
              <a:rPr lang="en-US" dirty="0"/>
              <a:t>Logical and physical size tell you several things:</a:t>
            </a:r>
          </a:p>
          <a:p>
            <a:pPr lvl="1">
              <a:spcBef>
                <a:spcPts val="1000"/>
              </a:spcBef>
            </a:pPr>
            <a:r>
              <a:rPr lang="en-US" dirty="0"/>
              <a:t>If the logical size is 0, the array is empty</a:t>
            </a:r>
          </a:p>
          <a:p>
            <a:pPr lvl="1"/>
            <a:r>
              <a:rPr lang="en-US" dirty="0"/>
              <a:t>Otherwise, at any given time, the index of the last item in the array is the logical size minus 1</a:t>
            </a:r>
          </a:p>
          <a:p>
            <a:pPr lvl="1"/>
            <a:r>
              <a:rPr lang="en-US" dirty="0"/>
              <a:t>If the logical size equals the physical size, there is no more room for data in the </a:t>
            </a:r>
            <a:r>
              <a:rPr lang="en-US" dirty="0" smtClean="0"/>
              <a:t>array</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60294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Physical Size and Logical Size </a:t>
            </a:r>
            <a:r>
              <a:rPr lang="en-US" sz="2000" dirty="0"/>
              <a:t>(2 of 2)</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a:t>
            </a:r>
            <a:r>
              <a:rPr lang="en-IN" b="1" dirty="0" smtClean="0"/>
              <a:t>4-2: </a:t>
            </a:r>
            <a:r>
              <a:rPr lang="en-IN" dirty="0"/>
              <a:t>Arrays with different logical sizes</a:t>
            </a:r>
            <a:endParaRPr lang="en-US" dirty="0"/>
          </a:p>
        </p:txBody>
      </p:sp>
      <p:pic>
        <p:nvPicPr>
          <p:cNvPr id="8" name="Content Placeholder 7" descr="Illustration showing arrays with different logical sizes. The array indexes 0 to 4 are displayed vertically from top to bottom. Next to it are 3 sets of 5 rectangles stacked vertically. They represent array cells. In the first set, the rectangles are unshaded. In the second set, the top 3 rectangles are shaded. In the third set, all the rectangles are shaded. "/>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966438" y="2647474"/>
            <a:ext cx="7211124" cy="2836603"/>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380530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8119"/>
          </a:xfrm>
        </p:spPr>
        <p:txBody>
          <a:bodyPr/>
          <a:lstStyle/>
          <a:p>
            <a:r>
              <a:rPr lang="en-US" b="1" dirty="0"/>
              <a:t>Operations on Arrays</a:t>
            </a:r>
          </a:p>
        </p:txBody>
      </p:sp>
      <p:sp>
        <p:nvSpPr>
          <p:cNvPr id="3" name="Content Placeholder 2"/>
          <p:cNvSpPr>
            <a:spLocks noGrp="1"/>
          </p:cNvSpPr>
          <p:nvPr>
            <p:ph idx="1"/>
          </p:nvPr>
        </p:nvSpPr>
        <p:spPr>
          <a:xfrm>
            <a:off x="628650" y="1597027"/>
            <a:ext cx="7886700" cy="993775"/>
          </a:xfrm>
        </p:spPr>
        <p:txBody>
          <a:bodyPr/>
          <a:lstStyle/>
          <a:p>
            <a:pPr marL="291600" indent="-291600">
              <a:spcBef>
                <a:spcPts val="1000"/>
              </a:spcBef>
            </a:pPr>
            <a:r>
              <a:rPr lang="en-US" dirty="0"/>
              <a:t>This section shows the implementation of several operations on arrays</a:t>
            </a:r>
          </a:p>
          <a:p>
            <a:pPr marL="291600" indent="-291600">
              <a:spcBef>
                <a:spcPts val="1000"/>
              </a:spcBef>
            </a:pPr>
            <a:r>
              <a:rPr lang="en-US" dirty="0"/>
              <a:t>In these examples, assume the following data settings</a:t>
            </a:r>
            <a:r>
              <a:rPr lang="en-US" dirty="0" smtClean="0"/>
              <a:t>:</a:t>
            </a:r>
          </a:p>
        </p:txBody>
      </p:sp>
      <p:sp>
        <p:nvSpPr>
          <p:cNvPr id="5" name="Content Placeholder 4"/>
          <p:cNvSpPr>
            <a:spLocks noGrp="1"/>
          </p:cNvSpPr>
          <p:nvPr>
            <p:ph idx="12"/>
          </p:nvPr>
        </p:nvSpPr>
        <p:spPr>
          <a:xfrm>
            <a:off x="762000" y="2802566"/>
            <a:ext cx="7753350" cy="1007436"/>
          </a:xfrm>
        </p:spPr>
        <p:txBody>
          <a:bodyPr>
            <a:normAutofit/>
          </a:bodyPr>
          <a:lstStyle/>
          <a:p>
            <a:pPr marL="171450" lvl="1" indent="0">
              <a:lnSpc>
                <a:spcPct val="100000"/>
              </a:lnSpc>
              <a:spcBef>
                <a:spcPts val="0"/>
              </a:spcBef>
              <a:buNone/>
            </a:pPr>
            <a:r>
              <a:rPr lang="en-US" b="1" dirty="0">
                <a:latin typeface="Courier New" panose="02070309020205020404" pitchFamily="49" charset="0"/>
                <a:ea typeface="MS Mincho"/>
                <a:cs typeface="Bank Gothic Bold"/>
              </a:rPr>
              <a:t>DEFAULT_CAPACITY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5</a:t>
            </a:r>
            <a:endParaRPr lang="en-US" sz="1300" dirty="0">
              <a:latin typeface="Bank Gothic Bold"/>
              <a:ea typeface="MS Mincho"/>
              <a:cs typeface="Bank Gothic Bold"/>
            </a:endParaRPr>
          </a:p>
          <a:p>
            <a:pPr marL="171450" lvl="1" indent="0">
              <a:lnSpc>
                <a:spcPct val="100000"/>
              </a:lnSpc>
              <a:spcBef>
                <a:spcPts val="0"/>
              </a:spcBef>
              <a:buNone/>
            </a:pP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342900" lvl="1" indent="0">
              <a:lnSpc>
                <a:spcPct val="100000"/>
              </a:lnSpc>
              <a:buNone/>
            </a:pPr>
            <a:r>
              <a:rPr lang="en-US" b="1" dirty="0">
                <a:latin typeface="Courier New" panose="02070309020205020404" pitchFamily="49" charset="0"/>
                <a:ea typeface="MS Mincho"/>
              </a:rPr>
              <a:t>a</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Array(DEFAULT_CAPACITY</a:t>
            </a:r>
            <a:r>
              <a:rPr lang="en-US" b="1" dirty="0" smtClean="0">
                <a:latin typeface="Courier New" panose="02070309020205020404" pitchFamily="49" charset="0"/>
                <a:ea typeface="MS Mincho"/>
              </a:rPr>
              <a: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706569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88755"/>
          </a:xfrm>
        </p:spPr>
        <p:txBody>
          <a:bodyPr/>
          <a:lstStyle/>
          <a:p>
            <a:r>
              <a:rPr lang="en-US" b="1" dirty="0"/>
              <a:t>Increasing the Size of an Array</a:t>
            </a:r>
          </a:p>
        </p:txBody>
      </p:sp>
      <p:sp>
        <p:nvSpPr>
          <p:cNvPr id="3" name="Content Placeholder 2"/>
          <p:cNvSpPr>
            <a:spLocks noGrp="1"/>
          </p:cNvSpPr>
          <p:nvPr>
            <p:ph idx="1"/>
          </p:nvPr>
        </p:nvSpPr>
        <p:spPr>
          <a:xfrm>
            <a:off x="628650" y="1447801"/>
            <a:ext cx="7886700" cy="1752600"/>
          </a:xfrm>
        </p:spPr>
        <p:txBody>
          <a:bodyPr>
            <a:normAutofit lnSpcReduction="10000"/>
          </a:bodyPr>
          <a:lstStyle/>
          <a:p>
            <a:pPr marL="291600" indent="-291600">
              <a:spcBef>
                <a:spcPts val="1000"/>
              </a:spcBef>
            </a:pPr>
            <a:r>
              <a:rPr lang="en-US" dirty="0"/>
              <a:t>The resizing process consists of three steps:</a:t>
            </a:r>
          </a:p>
          <a:p>
            <a:pPr lvl="1">
              <a:spcBef>
                <a:spcPts val="1000"/>
              </a:spcBef>
            </a:pPr>
            <a:r>
              <a:rPr lang="en-US" dirty="0"/>
              <a:t>Create a new, larger array</a:t>
            </a:r>
          </a:p>
          <a:p>
            <a:pPr lvl="1">
              <a:spcBef>
                <a:spcPts val="1000"/>
              </a:spcBef>
            </a:pPr>
            <a:r>
              <a:rPr lang="en-US" dirty="0"/>
              <a:t>Copy the data from the old array to the new array</a:t>
            </a:r>
          </a:p>
          <a:p>
            <a:pPr lvl="1">
              <a:spcBef>
                <a:spcPts val="1000"/>
              </a:spcBef>
            </a:pPr>
            <a:r>
              <a:rPr lang="en-US" dirty="0"/>
              <a:t>Reset the old array variable to the new array object</a:t>
            </a:r>
          </a:p>
          <a:p>
            <a:pPr marL="291600" indent="-291600">
              <a:spcBef>
                <a:spcPts val="1000"/>
              </a:spcBef>
            </a:pPr>
            <a:r>
              <a:rPr lang="en-US" dirty="0"/>
              <a:t>Code</a:t>
            </a:r>
            <a:r>
              <a:rPr lang="en-US" dirty="0" smtClean="0"/>
              <a:t>:</a:t>
            </a:r>
          </a:p>
        </p:txBody>
      </p:sp>
      <p:sp>
        <p:nvSpPr>
          <p:cNvPr id="7" name="Content Placeholder 6"/>
          <p:cNvSpPr>
            <a:spLocks noGrp="1"/>
          </p:cNvSpPr>
          <p:nvPr>
            <p:ph idx="12"/>
          </p:nvPr>
        </p:nvSpPr>
        <p:spPr>
          <a:xfrm>
            <a:off x="777735" y="3299793"/>
            <a:ext cx="7886700" cy="1845636"/>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Create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(logicalSize):</a:t>
            </a:r>
            <a:r>
              <a:rPr lang="en-US" b="1" dirty="0">
                <a:solidFill>
                  <a:srgbClr val="C00000"/>
                </a:solidFill>
                <a:latin typeface="Courier New" panose="02070309020205020404" pitchFamily="49" charset="0"/>
                <a:ea typeface="MS Mincho"/>
                <a:cs typeface="Bank Gothic Bold"/>
              </a:rPr>
              <a:t>#</a:t>
            </a:r>
            <a:r>
              <a:rPr lang="en-US" b="1" dirty="0">
                <a:solidFill>
                  <a:srgbClr val="FF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Copy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from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old</a:t>
            </a:r>
            <a:endParaRPr lang="en-US" sz="1300" dirty="0">
              <a:solidFill>
                <a:srgbClr val="C000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a[i]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temp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Reset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variable</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to</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the</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new</a:t>
            </a:r>
            <a:r>
              <a:rPr lang="en-US" b="1" dirty="0">
                <a:solidFill>
                  <a:srgbClr val="C00000"/>
                </a:solidFill>
                <a:latin typeface="Times" panose="02020603050405020304" pitchFamily="18" charset="0"/>
                <a:ea typeface="MS Mincho"/>
              </a:rPr>
              <a:t> </a:t>
            </a:r>
            <a:r>
              <a:rPr lang="en-US" b="1" dirty="0" smtClean="0">
                <a:solidFill>
                  <a:srgbClr val="C00000"/>
                </a:solidFill>
                <a:latin typeface="Courier New" panose="02070309020205020404" pitchFamily="49" charset="0"/>
                <a:ea typeface="MS Mincho"/>
              </a:rPr>
              <a:t>array</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681500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Decreasing the Size of an Array</a:t>
            </a:r>
          </a:p>
        </p:txBody>
      </p:sp>
      <p:sp>
        <p:nvSpPr>
          <p:cNvPr id="3" name="Content Placeholder 2"/>
          <p:cNvSpPr>
            <a:spLocks noGrp="1"/>
          </p:cNvSpPr>
          <p:nvPr>
            <p:ph idx="1"/>
          </p:nvPr>
        </p:nvSpPr>
        <p:spPr>
          <a:xfrm>
            <a:off x="628650" y="1447800"/>
            <a:ext cx="7886700" cy="2569147"/>
          </a:xfrm>
        </p:spPr>
        <p:txBody>
          <a:bodyPr>
            <a:normAutofit/>
          </a:bodyPr>
          <a:lstStyle/>
          <a:p>
            <a:pPr marL="291600" indent="-291600">
              <a:spcBef>
                <a:spcPts val="1000"/>
              </a:spcBef>
            </a:pPr>
            <a:r>
              <a:rPr lang="en-US" dirty="0"/>
              <a:t>The process of decreasing the size of an array is the inverse of increasing it</a:t>
            </a:r>
          </a:p>
          <a:p>
            <a:pPr marL="291600" indent="-291600">
              <a:spcBef>
                <a:spcPts val="1000"/>
              </a:spcBef>
            </a:pPr>
            <a:r>
              <a:rPr lang="en-US" dirty="0"/>
              <a:t>Steps</a:t>
            </a:r>
          </a:p>
          <a:p>
            <a:pPr lvl="1">
              <a:spcBef>
                <a:spcPts val="1000"/>
              </a:spcBef>
            </a:pPr>
            <a:r>
              <a:rPr lang="en-US" dirty="0"/>
              <a:t>Create a new, smaller array</a:t>
            </a:r>
          </a:p>
          <a:p>
            <a:pPr lvl="1">
              <a:spcBef>
                <a:spcPts val="1000"/>
              </a:spcBef>
            </a:pPr>
            <a:r>
              <a:rPr lang="en-US" dirty="0"/>
              <a:t>Copy the data from the old array to the new array</a:t>
            </a:r>
          </a:p>
          <a:p>
            <a:pPr lvl="1">
              <a:spcBef>
                <a:spcPts val="1000"/>
              </a:spcBef>
            </a:pPr>
            <a:r>
              <a:rPr lang="en-US" dirty="0"/>
              <a:t>Reset the old array variable to the new array object</a:t>
            </a:r>
          </a:p>
          <a:p>
            <a:pPr marL="291600" indent="-291600">
              <a:spcBef>
                <a:spcPts val="1000"/>
              </a:spcBef>
            </a:pPr>
            <a:r>
              <a:rPr lang="en-US" dirty="0" smtClean="0"/>
              <a:t>Code:</a:t>
            </a:r>
          </a:p>
        </p:txBody>
      </p:sp>
      <p:sp>
        <p:nvSpPr>
          <p:cNvPr id="7" name="Content Placeholder 6"/>
          <p:cNvSpPr>
            <a:spLocks noGrp="1"/>
          </p:cNvSpPr>
          <p:nvPr>
            <p:ph idx="12"/>
          </p:nvPr>
        </p:nvSpPr>
        <p:spPr>
          <a:xfrm>
            <a:off x="612912" y="4260436"/>
            <a:ext cx="8458200" cy="1673225"/>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4</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DEFAULT_CAPACITY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Create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Copy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from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			</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temp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Reset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variable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new</a:t>
            </a:r>
            <a:r>
              <a:rPr lang="en-US" b="1" dirty="0">
                <a:solidFill>
                  <a:srgbClr val="C00000"/>
                </a:solidFill>
                <a:latin typeface="Times" panose="02020603050405020304" pitchFamily="18" charset="0"/>
                <a:ea typeface="MS Mincho"/>
              </a:rPr>
              <a:t> </a:t>
            </a:r>
            <a:r>
              <a:rPr lang="en-US" b="1" dirty="0" smtClean="0">
                <a:solidFill>
                  <a:srgbClr val="C00000"/>
                </a:solidFill>
                <a:latin typeface="Courier New" panose="02070309020205020404" pitchFamily="49" charset="0"/>
                <a:ea typeface="MS Mincho"/>
              </a:rPr>
              <a:t>array</a:t>
            </a:r>
            <a:endParaRPr lang="en-US" dirty="0">
              <a:solidFill>
                <a:srgbClr val="C00000"/>
              </a:solidFill>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666918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an Item into an Array That Grows </a:t>
            </a:r>
            <a:r>
              <a:rPr lang="en-US" sz="2000" dirty="0"/>
              <a:t>(1 of 3)</a:t>
            </a:r>
          </a:p>
        </p:txBody>
      </p:sp>
      <p:sp>
        <p:nvSpPr>
          <p:cNvPr id="3" name="Content Placeholder 2"/>
          <p:cNvSpPr>
            <a:spLocks noGrp="1"/>
          </p:cNvSpPr>
          <p:nvPr>
            <p:ph idx="1"/>
          </p:nvPr>
        </p:nvSpPr>
        <p:spPr>
          <a:xfrm>
            <a:off x="628650" y="1600200"/>
            <a:ext cx="7886700" cy="2895600"/>
          </a:xfrm>
        </p:spPr>
        <p:txBody>
          <a:bodyPr/>
          <a:lstStyle/>
          <a:p>
            <a:pPr marL="291600" indent="-291600">
              <a:spcBef>
                <a:spcPts val="1000"/>
              </a:spcBef>
            </a:pPr>
            <a:r>
              <a:rPr lang="en-US" dirty="0"/>
              <a:t>In the case of an insertion, the programmer must do four things:</a:t>
            </a:r>
          </a:p>
          <a:p>
            <a:pPr lvl="1">
              <a:spcBef>
                <a:spcPts val="1000"/>
              </a:spcBef>
            </a:pPr>
            <a:r>
              <a:rPr lang="en-US" dirty="0"/>
              <a:t>Check for available space before attempting an insertion and increase the physical size of the array, if necessary, as described earlier</a:t>
            </a:r>
          </a:p>
          <a:p>
            <a:pPr lvl="1">
              <a:spcBef>
                <a:spcPts val="1000"/>
              </a:spcBef>
            </a:pPr>
            <a:r>
              <a:rPr lang="en-US" dirty="0"/>
              <a:t>Shift the items from the logical end of the array to the target index position down by one:</a:t>
            </a:r>
          </a:p>
          <a:p>
            <a:pPr lvl="2">
              <a:spcBef>
                <a:spcPts val="1000"/>
              </a:spcBef>
            </a:pPr>
            <a:r>
              <a:rPr lang="en-US" dirty="0"/>
              <a:t>This process opens a hole for the new item at the target index</a:t>
            </a:r>
          </a:p>
          <a:p>
            <a:pPr lvl="1">
              <a:spcBef>
                <a:spcPts val="1000"/>
              </a:spcBef>
            </a:pPr>
            <a:r>
              <a:rPr lang="en-US" dirty="0"/>
              <a:t>Assign the new item to the target index position</a:t>
            </a:r>
          </a:p>
          <a:p>
            <a:pPr lvl="1">
              <a:spcBef>
                <a:spcPts val="1000"/>
              </a:spcBef>
            </a:pPr>
            <a:r>
              <a:rPr lang="en-US" dirty="0"/>
              <a:t>Increment the logical size by one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94353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an Item into an Array That Grows </a:t>
            </a:r>
            <a:r>
              <a:rPr lang="en-US" sz="2000" dirty="0"/>
              <a:t>(2 of 3)</a:t>
            </a:r>
          </a:p>
        </p:txBody>
      </p:sp>
      <p:sp>
        <p:nvSpPr>
          <p:cNvPr id="3" name="Content Placeholder 2"/>
          <p:cNvSpPr>
            <a:spLocks noGrp="1"/>
          </p:cNvSpPr>
          <p:nvPr>
            <p:ph idx="1"/>
          </p:nvPr>
        </p:nvSpPr>
        <p:spPr>
          <a:xfrm>
            <a:off x="628650" y="1825626"/>
            <a:ext cx="7886700" cy="444898"/>
          </a:xfrm>
        </p:spPr>
        <p:txBody>
          <a:bodyPr/>
          <a:lstStyle/>
          <a:p>
            <a:pPr marL="0" indent="0">
              <a:spcBef>
                <a:spcPts val="1000"/>
              </a:spcBef>
              <a:buNone/>
            </a:pPr>
            <a:r>
              <a:rPr lang="en-IN" b="1" dirty="0"/>
              <a:t>Figure </a:t>
            </a:r>
            <a:r>
              <a:rPr lang="en-IN" b="1" dirty="0" smtClean="0"/>
              <a:t>4-3: </a:t>
            </a:r>
            <a:r>
              <a:rPr lang="en-IN" dirty="0"/>
              <a:t>Inserting an item into an array</a:t>
            </a:r>
            <a:endParaRPr lang="en-US" dirty="0"/>
          </a:p>
        </p:txBody>
      </p:sp>
      <p:pic>
        <p:nvPicPr>
          <p:cNvPr id="8" name="Content Placeholder 7" descr="Figure shows how an item is inserted in an array. Figure shows the array’s index positions and the elements in it as boxes that are stacked vertically. The index positions are from 0 to 4 and the elements are from D1 to D4 occupying the index positions from 0 to 3. The index position 4 is empty.  The item at n-1 is shifted down. The element D4 is shifted to the index position 4.  The item at n-2 is shifted down. The element D3 is shifted to the index position 3. The item at insertion index is shifted down. The element D2 is shifted to the index position 2.  Then the item is inserted at the required index. At index position 1, the element D5 is inserted. "/>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667693" y="2756972"/>
            <a:ext cx="7808614" cy="2754075"/>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116975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Inserting an Item into an Array That Grows </a:t>
            </a:r>
            <a:r>
              <a:rPr lang="en-US" sz="2000" dirty="0"/>
              <a:t>(3 of 3)</a:t>
            </a:r>
          </a:p>
        </p:txBody>
      </p:sp>
      <p:sp>
        <p:nvSpPr>
          <p:cNvPr id="3" name="Content Placeholder 2"/>
          <p:cNvSpPr>
            <a:spLocks noGrp="1"/>
          </p:cNvSpPr>
          <p:nvPr>
            <p:ph idx="1"/>
          </p:nvPr>
        </p:nvSpPr>
        <p:spPr>
          <a:xfrm>
            <a:off x="628650" y="1736034"/>
            <a:ext cx="7886700" cy="358678"/>
          </a:xfrm>
        </p:spPr>
        <p:txBody>
          <a:bodyPr/>
          <a:lstStyle/>
          <a:p>
            <a:pPr marL="291600" indent="-291600">
              <a:spcBef>
                <a:spcPts val="1000"/>
              </a:spcBef>
            </a:pPr>
            <a:r>
              <a:rPr lang="en-US" dirty="0"/>
              <a:t>Python code for the insertion operation</a:t>
            </a:r>
            <a:r>
              <a:rPr lang="en-US" dirty="0" smtClean="0"/>
              <a:t>:</a:t>
            </a:r>
            <a:endParaRPr lang="en-US" dirty="0"/>
          </a:p>
        </p:txBody>
      </p:sp>
      <p:sp>
        <p:nvSpPr>
          <p:cNvPr id="6" name="Content Placeholder 5"/>
          <p:cNvSpPr>
            <a:spLocks noGrp="1"/>
          </p:cNvSpPr>
          <p:nvPr>
            <p:ph idx="13"/>
          </p:nvPr>
        </p:nvSpPr>
        <p:spPr>
          <a:xfrm>
            <a:off x="758688" y="2269435"/>
            <a:ext cx="7677150" cy="2073967"/>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Increase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physical</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size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array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necessary</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Shift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down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Add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increment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logical</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size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a[targetIndex]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newItem</a:t>
            </a:r>
          </a:p>
          <a:p>
            <a:pPr marL="171450" lvl="1" indent="0">
              <a:spcBef>
                <a:spcPts val="0"/>
              </a:spcBef>
              <a:buNone/>
            </a:pPr>
            <a:r>
              <a:rPr lang="en-US" b="1" dirty="0">
                <a:latin typeface="Courier New" panose="02070309020205020404" pitchFamily="49" charset="0"/>
                <a:ea typeface="MS Mincho"/>
              </a:rPr>
              <a:t>logicalSize</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1</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430196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Removing an Item from an Array </a:t>
            </a:r>
            <a:r>
              <a:rPr lang="en-US" sz="2000" dirty="0"/>
              <a:t>(1 of 2)</a:t>
            </a:r>
          </a:p>
        </p:txBody>
      </p:sp>
      <p:sp>
        <p:nvSpPr>
          <p:cNvPr id="3" name="Content Placeholder 2"/>
          <p:cNvSpPr>
            <a:spLocks noGrp="1"/>
          </p:cNvSpPr>
          <p:nvPr>
            <p:ph idx="1"/>
          </p:nvPr>
        </p:nvSpPr>
        <p:spPr>
          <a:xfrm>
            <a:off x="628650" y="1682854"/>
            <a:ext cx="7886700" cy="2587813"/>
          </a:xfrm>
        </p:spPr>
        <p:txBody>
          <a:bodyPr>
            <a:normAutofit/>
          </a:bodyPr>
          <a:lstStyle/>
          <a:p>
            <a:pPr marL="291600" indent="-291600">
              <a:spcBef>
                <a:spcPts val="1000"/>
              </a:spcBef>
            </a:pPr>
            <a:r>
              <a:rPr lang="en-US" dirty="0"/>
              <a:t>Steps for removing an item from an array</a:t>
            </a:r>
          </a:p>
          <a:p>
            <a:pPr lvl="1">
              <a:spcBef>
                <a:spcPts val="1000"/>
              </a:spcBef>
            </a:pPr>
            <a:r>
              <a:rPr lang="en-US" dirty="0"/>
              <a:t>Shift the items from the one following the target index position to the logical end of the array up by one. This process closes the hole left by the removed item at the target index</a:t>
            </a:r>
          </a:p>
          <a:p>
            <a:pPr lvl="1">
              <a:spcBef>
                <a:spcPts val="1000"/>
              </a:spcBef>
            </a:pPr>
            <a:r>
              <a:rPr lang="en-US" dirty="0"/>
              <a:t>Decrement the logical size by one</a:t>
            </a:r>
          </a:p>
          <a:p>
            <a:pPr lvl="1">
              <a:spcBef>
                <a:spcPts val="1000"/>
              </a:spcBef>
            </a:pPr>
            <a:r>
              <a:rPr lang="en-US" dirty="0"/>
              <a:t>Check for wasted space and decrease the physical size of the array, if necessary</a:t>
            </a:r>
          </a:p>
          <a:p>
            <a:pPr marL="291600" indent="-291600">
              <a:spcBef>
                <a:spcPts val="1000"/>
              </a:spcBef>
            </a:pPr>
            <a:r>
              <a:rPr lang="en-US" dirty="0"/>
              <a:t>Code</a:t>
            </a:r>
            <a:r>
              <a:rPr lang="en-US" dirty="0" smtClean="0"/>
              <a:t>:</a:t>
            </a:r>
          </a:p>
        </p:txBody>
      </p:sp>
      <p:sp>
        <p:nvSpPr>
          <p:cNvPr id="7" name="Content Placeholder 5"/>
          <p:cNvSpPr>
            <a:spLocks noGrp="1"/>
          </p:cNvSpPr>
          <p:nvPr>
            <p:ph idx="13"/>
          </p:nvPr>
        </p:nvSpPr>
        <p:spPr>
          <a:xfrm>
            <a:off x="762000" y="4403189"/>
            <a:ext cx="7753350" cy="1596733"/>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Shift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up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(targetIndex,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Decrement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logical</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size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logicalSize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Decrease</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size</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of</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array</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if</a:t>
            </a:r>
            <a:r>
              <a:rPr lang="en-US" b="1" dirty="0">
                <a:solidFill>
                  <a:srgbClr val="C00000"/>
                </a:solidFill>
                <a:latin typeface="Times" panose="02020603050405020304" pitchFamily="18" charset="0"/>
                <a:ea typeface="MS Mincho"/>
              </a:rPr>
              <a:t> </a:t>
            </a:r>
            <a:r>
              <a:rPr lang="en-US" b="1" dirty="0" smtClean="0">
                <a:solidFill>
                  <a:srgbClr val="C00000"/>
                </a:solidFill>
                <a:latin typeface="Courier New" panose="02070309020205020404" pitchFamily="49" charset="0"/>
                <a:ea typeface="MS Mincho"/>
              </a:rPr>
              <a:t>necessary</a:t>
            </a:r>
            <a:endParaRPr lang="en-US" dirty="0">
              <a:solidFill>
                <a:srgbClr val="C00000"/>
              </a:solidFill>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369256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an Item from an Array </a:t>
            </a:r>
            <a:r>
              <a:rPr lang="en-US" sz="2000" dirty="0"/>
              <a:t>(2 of 2)</a:t>
            </a:r>
          </a:p>
        </p:txBody>
      </p:sp>
      <p:sp>
        <p:nvSpPr>
          <p:cNvPr id="3" name="Content Placeholder 2"/>
          <p:cNvSpPr>
            <a:spLocks noGrp="1"/>
          </p:cNvSpPr>
          <p:nvPr>
            <p:ph idx="1"/>
          </p:nvPr>
        </p:nvSpPr>
        <p:spPr>
          <a:xfrm>
            <a:off x="628650" y="1825625"/>
            <a:ext cx="7886700" cy="333759"/>
          </a:xfrm>
        </p:spPr>
        <p:txBody>
          <a:bodyPr>
            <a:normAutofit/>
          </a:bodyPr>
          <a:lstStyle/>
          <a:p>
            <a:pPr marL="0" indent="0">
              <a:spcBef>
                <a:spcPts val="1000"/>
              </a:spcBef>
              <a:buNone/>
            </a:pPr>
            <a:r>
              <a:rPr lang="en-IN" b="1" dirty="0"/>
              <a:t>Figure </a:t>
            </a:r>
            <a:r>
              <a:rPr lang="en-IN" b="1" dirty="0" smtClean="0"/>
              <a:t>4-4: </a:t>
            </a:r>
            <a:r>
              <a:rPr lang="en-IN" dirty="0"/>
              <a:t>Removing an item from an array</a:t>
            </a:r>
            <a:endParaRPr lang="en-US" dirty="0"/>
          </a:p>
        </p:txBody>
      </p:sp>
      <p:pic>
        <p:nvPicPr>
          <p:cNvPr id="8" name="Content Placeholder 7" descr="Figures shows how an item is removed from an array.  Figure shows the array’s index positions and the elements in it as boxes that are stacked vertically. The index positions are from 0 to 4 and the elements are from D1 to D5 occupying the index positions. The item from the index at which the item was removed + 1 is shifted up.  That is, D3 is shifted to index 1.  The item from the index at which the item was removed + 2 is shifted up.  That is, D4 is shifted to index 2. The last item is shifted to the index position above. That is, D5 is shifted to index 3. Now the elements D1, D3, D4 and D5 occupy index positions 0 to 3."/>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143000" y="2743200"/>
            <a:ext cx="6593420" cy="2889810"/>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161421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Complexity Trade-Off: Time, Space, and Arrays</a:t>
            </a:r>
          </a:p>
        </p:txBody>
      </p:sp>
      <p:sp>
        <p:nvSpPr>
          <p:cNvPr id="3" name="Content Placeholder 2"/>
          <p:cNvSpPr>
            <a:spLocks noGrp="1"/>
          </p:cNvSpPr>
          <p:nvPr>
            <p:ph idx="1"/>
          </p:nvPr>
        </p:nvSpPr>
        <p:spPr>
          <a:xfrm>
            <a:off x="628650" y="1280340"/>
            <a:ext cx="7886700" cy="319860"/>
          </a:xfrm>
        </p:spPr>
        <p:txBody>
          <a:bodyPr>
            <a:normAutofit/>
          </a:bodyPr>
          <a:lstStyle/>
          <a:p>
            <a:pPr marL="291600" indent="-291600">
              <a:spcBef>
                <a:spcPts val="1000"/>
              </a:spcBef>
            </a:pPr>
            <a:r>
              <a:rPr lang="en-US" dirty="0"/>
              <a:t>Table 4.2 The Running Times of Array Operations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54701851"/>
              </p:ext>
            </p:extLst>
          </p:nvPr>
        </p:nvGraphicFramePr>
        <p:xfrm>
          <a:off x="934278" y="1686339"/>
          <a:ext cx="6248401" cy="4383590"/>
        </p:xfrm>
        <a:graphic>
          <a:graphicData uri="http://schemas.openxmlformats.org/drawingml/2006/table">
            <a:tbl>
              <a:tblPr firstRow="1" bandRow="1">
                <a:tableStyleId>{5C22544A-7EE6-4342-B048-85BDC9FD1C3A}</a:tableStyleId>
              </a:tblPr>
              <a:tblGrid>
                <a:gridCol w="3048001">
                  <a:extLst>
                    <a:ext uri="{9D8B030D-6E8A-4147-A177-3AD203B41FA5}">
                      <a16:colId xmlns:a16="http://schemas.microsoft.com/office/drawing/2014/main" val="1534154265"/>
                    </a:ext>
                  </a:extLst>
                </a:gridCol>
                <a:gridCol w="3200400">
                  <a:extLst>
                    <a:ext uri="{9D8B030D-6E8A-4147-A177-3AD203B41FA5}">
                      <a16:colId xmlns:a16="http://schemas.microsoft.com/office/drawing/2014/main" val="3540951569"/>
                    </a:ext>
                  </a:extLst>
                </a:gridCol>
              </a:tblGrid>
              <a:tr h="248920">
                <a:tc>
                  <a:txBody>
                    <a:bodyPr/>
                    <a:lstStyle/>
                    <a:p>
                      <a:r>
                        <a:rPr lang="en-US" dirty="0">
                          <a:solidFill>
                            <a:schemeClr val="bg2">
                              <a:lumMod val="10000"/>
                            </a:schemeClr>
                          </a:solidFill>
                          <a:latin typeface="Open Sans" panose="020B0606030504020204"/>
                        </a:rPr>
                        <a:t>Operation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Running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1527721"/>
                  </a:ext>
                </a:extLst>
              </a:tr>
              <a:tr h="219324">
                <a:tc>
                  <a:txBody>
                    <a:bodyPr/>
                    <a:lstStyle/>
                    <a:p>
                      <a:r>
                        <a:rPr lang="en-US" sz="1100" dirty="0">
                          <a:latin typeface="Open Sans" panose="020B0606030504020204"/>
                        </a:rPr>
                        <a:t>Access at </a:t>
                      </a:r>
                      <a:r>
                        <a:rPr lang="en-US" sz="1100" i="1" dirty="0">
                          <a:latin typeface="Open Sans" panose="020B0606030504020204"/>
                        </a:rPr>
                        <a:t>i</a:t>
                      </a:r>
                      <a:r>
                        <a:rPr lang="en-US" sz="1100" dirty="0">
                          <a:latin typeface="Open Sans" panose="020B0606030504020204"/>
                        </a:rPr>
                        <a:t>th position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100" dirty="0">
                          <a:latin typeface="Open Sans" panose="020B0606030504020204"/>
                        </a:rPr>
                        <a:t>0(1), best and worse cases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1259590"/>
                  </a:ext>
                </a:extLst>
              </a:tr>
              <a:tr h="265044">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Replacement at </a:t>
                      </a:r>
                      <a:r>
                        <a:rPr lang="en-US" sz="1100" i="1" dirty="0">
                          <a:effectLst/>
                          <a:latin typeface="Open Sans" panose="020B0606030504020204"/>
                          <a:ea typeface="MS Mincho"/>
                          <a:cs typeface="Bank Gothic Bold"/>
                        </a:rPr>
                        <a:t>i</a:t>
                      </a:r>
                      <a:r>
                        <a:rPr lang="en-US" sz="1100" dirty="0">
                          <a:effectLst/>
                          <a:latin typeface="Open Sans" panose="020B0606030504020204"/>
                          <a:ea typeface="MS Mincho"/>
                          <a:cs typeface="Bank Gothic Bold"/>
                        </a:rPr>
                        <a:t>th position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O(1),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5232166"/>
                  </a:ext>
                </a:extLst>
              </a:tr>
              <a:tr h="37084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Insert at logical end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O(1),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8015168"/>
                  </a:ext>
                </a:extLst>
              </a:tr>
              <a:tr h="36785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Insert at </a:t>
                      </a:r>
                      <a:r>
                        <a:rPr lang="en-US" sz="1100" i="1" dirty="0">
                          <a:effectLst/>
                          <a:latin typeface="Open Sans" panose="020B0606030504020204"/>
                          <a:ea typeface="MS Mincho"/>
                          <a:cs typeface="Bank Gothic Bold"/>
                        </a:rPr>
                        <a:t>i</a:t>
                      </a:r>
                      <a:r>
                        <a:rPr lang="en-US" sz="1100" dirty="0">
                          <a:effectLst/>
                          <a:latin typeface="Open Sans" panose="020B0606030504020204"/>
                          <a:ea typeface="MS Mincho"/>
                          <a:cs typeface="Bank Gothic Bold"/>
                        </a:rPr>
                        <a:t>th position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a:t>
                      </a:r>
                      <a:r>
                        <a:rPr lang="en-US" sz="1100" i="1" dirty="0">
                          <a:effectLst/>
                          <a:latin typeface="Open Sans" panose="020B0606030504020204"/>
                          <a:ea typeface="MS Mincho"/>
                          <a:cs typeface="Bank Gothic-Medium"/>
                        </a:rPr>
                        <a:t>n</a:t>
                      </a:r>
                      <a:r>
                        <a:rPr lang="en-US" sz="1100" dirty="0">
                          <a:effectLst/>
                          <a:latin typeface="Open Sans" panose="020B0606030504020204"/>
                          <a:ea typeface="MS Mincho"/>
                          <a:cs typeface="Bank Gothic-Medium"/>
                        </a:rPr>
                        <a:t>),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3714385"/>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Remove from </a:t>
                      </a:r>
                      <a:r>
                        <a:rPr lang="en-US" sz="1100" i="1" dirty="0">
                          <a:effectLst/>
                          <a:latin typeface="Open Sans" panose="020B0606030504020204"/>
                          <a:ea typeface="MS Mincho"/>
                          <a:cs typeface="Bank Gothic Bold"/>
                        </a:rPr>
                        <a:t>i</a:t>
                      </a:r>
                      <a:r>
                        <a:rPr lang="en-US" sz="1100" dirty="0">
                          <a:effectLst/>
                          <a:latin typeface="Open Sans" panose="020B0606030504020204"/>
                          <a:ea typeface="MS Mincho"/>
                          <a:cs typeface="Bank Gothic Bold"/>
                        </a:rPr>
                        <a:t>th position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a:t>
                      </a:r>
                      <a:r>
                        <a:rPr lang="en-US" sz="1100" i="1" dirty="0">
                          <a:effectLst/>
                          <a:latin typeface="Open Sans" panose="020B0606030504020204"/>
                          <a:ea typeface="MS Mincho"/>
                          <a:cs typeface="Bank Gothic-Medium"/>
                        </a:rPr>
                        <a:t>n</a:t>
                      </a:r>
                      <a:r>
                        <a:rPr lang="en-US" sz="1100" dirty="0">
                          <a:effectLst/>
                          <a:latin typeface="Open Sans" panose="020B0606030504020204"/>
                          <a:ea typeface="MS Mincho"/>
                          <a:cs typeface="Bank Gothic-Medium"/>
                        </a:rPr>
                        <a:t>),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1297602"/>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Increase capacity</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a:t>
                      </a:r>
                      <a:r>
                        <a:rPr lang="en-US" sz="1100" i="1" dirty="0">
                          <a:effectLst/>
                          <a:latin typeface="Open Sans" panose="020B0606030504020204"/>
                          <a:ea typeface="MS Mincho"/>
                          <a:cs typeface="Bank Gothic-Medium"/>
                        </a:rPr>
                        <a:t>n</a:t>
                      </a:r>
                      <a:r>
                        <a:rPr lang="en-US" sz="1100" dirty="0">
                          <a:effectLst/>
                          <a:latin typeface="Open Sans" panose="020B0606030504020204"/>
                          <a:ea typeface="MS Mincho"/>
                          <a:cs typeface="Bank Gothic-Medium"/>
                        </a:rPr>
                        <a:t>),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9541847"/>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Decrease capacity</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a:t>
                      </a:r>
                      <a:r>
                        <a:rPr lang="en-US" sz="1100" i="1" dirty="0">
                          <a:effectLst/>
                          <a:latin typeface="Open Sans" panose="020B0606030504020204"/>
                          <a:ea typeface="MS Mincho"/>
                          <a:cs typeface="Bank Gothic-Medium"/>
                        </a:rPr>
                        <a:t>n</a:t>
                      </a:r>
                      <a:r>
                        <a:rPr lang="en-US" sz="1100" dirty="0">
                          <a:effectLst/>
                          <a:latin typeface="Open Sans" panose="020B0606030504020204"/>
                          <a:ea typeface="MS Mincho"/>
                          <a:cs typeface="Bank Gothic-Medium"/>
                        </a:rPr>
                        <a:t>),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9147668"/>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Remove from logical end</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O(1),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6254940"/>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Insert at </a:t>
                      </a:r>
                      <a:r>
                        <a:rPr lang="en-US" sz="1100" i="1" dirty="0">
                          <a:effectLst/>
                          <a:latin typeface="Open Sans" panose="020B0606030504020204"/>
                          <a:ea typeface="MS Mincho"/>
                          <a:cs typeface="Bank Gothic-Medium"/>
                        </a:rPr>
                        <a:t>i</a:t>
                      </a:r>
                      <a:r>
                        <a:rPr lang="en-US" sz="1100" dirty="0">
                          <a:effectLst/>
                          <a:latin typeface="Open Sans" panose="020B0606030504020204"/>
                          <a:ea typeface="MS Mincho"/>
                          <a:cs typeface="Bank Gothic-Medium"/>
                        </a:rPr>
                        <a:t>th position</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O(</a:t>
                      </a:r>
                      <a:r>
                        <a:rPr lang="en-US" sz="1100" i="1" dirty="0">
                          <a:effectLst/>
                          <a:latin typeface="Open Sans" panose="020B0606030504020204"/>
                          <a:ea typeface="MS Mincho"/>
                          <a:cs typeface="Bank Gothic Bold"/>
                        </a:rPr>
                        <a:t>n</a:t>
                      </a:r>
                      <a:r>
                        <a:rPr lang="en-US" sz="1100" dirty="0">
                          <a:effectLst/>
                          <a:latin typeface="Open Sans" panose="020B0606030504020204"/>
                          <a:ea typeface="MS Mincho"/>
                          <a:cs typeface="Bank Gothic Bold"/>
                        </a:rPr>
                        <a:t>),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7040766"/>
                  </a:ext>
                </a:extLst>
              </a:tr>
              <a:tr h="304800">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Medium"/>
                        </a:rPr>
                        <a:t>Remove from </a:t>
                      </a:r>
                      <a:r>
                        <a:rPr lang="en-US" sz="1100" i="1" dirty="0">
                          <a:effectLst/>
                          <a:latin typeface="Open Sans" panose="020B0606030504020204"/>
                          <a:ea typeface="MS Mincho"/>
                          <a:cs typeface="Bank Gothic-Medium"/>
                        </a:rPr>
                        <a:t>i</a:t>
                      </a:r>
                      <a:r>
                        <a:rPr lang="en-US" sz="1100" dirty="0">
                          <a:effectLst/>
                          <a:latin typeface="Open Sans" panose="020B0606030504020204"/>
                          <a:ea typeface="MS Mincho"/>
                          <a:cs typeface="Bank Gothic-Medium"/>
                        </a:rPr>
                        <a:t>th position </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O(</a:t>
                      </a:r>
                      <a:r>
                        <a:rPr lang="en-US" sz="1100" i="1" dirty="0">
                          <a:effectLst/>
                          <a:latin typeface="Open Sans" panose="020B0606030504020204"/>
                          <a:ea typeface="MS Mincho"/>
                          <a:cs typeface="Bank Gothic Bold"/>
                        </a:rPr>
                        <a:t>n</a:t>
                      </a:r>
                      <a:r>
                        <a:rPr lang="en-US" sz="1100" dirty="0">
                          <a:effectLst/>
                          <a:latin typeface="Open Sans" panose="020B0606030504020204"/>
                          <a:ea typeface="MS Mincho"/>
                          <a:cs typeface="Bank Gothic Bold"/>
                        </a:rPr>
                        <a:t>), average case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6502788"/>
                  </a:ext>
                </a:extLst>
              </a:tr>
              <a:tr h="370840">
                <a:tc>
                  <a:txBody>
                    <a:bodyPr/>
                    <a:lstStyle/>
                    <a:p>
                      <a:pPr marL="0" marR="0">
                        <a:lnSpc>
                          <a:spcPct val="200000"/>
                        </a:lnSpc>
                        <a:spcBef>
                          <a:spcPts val="0"/>
                        </a:spcBef>
                        <a:spcAft>
                          <a:spcPts val="0"/>
                        </a:spcAft>
                      </a:pPr>
                      <a:r>
                        <a:rPr lang="en-US" sz="1100" dirty="0">
                          <a:solidFill>
                            <a:srgbClr val="1C11FF"/>
                          </a:solidFill>
                          <a:effectLst/>
                          <a:latin typeface="Open Sans" panose="020B0606030504020204"/>
                          <a:ea typeface="MS Mincho"/>
                          <a:cs typeface="Bank Gothic Bold"/>
                        </a:rPr>
                        <a:t>Increase capacity</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O(</a:t>
                      </a:r>
                      <a:r>
                        <a:rPr lang="en-US" sz="1100" i="1" dirty="0">
                          <a:effectLst/>
                          <a:latin typeface="Open Sans" panose="020B0606030504020204"/>
                          <a:ea typeface="MS Mincho"/>
                          <a:cs typeface="Bank Gothic Bold"/>
                        </a:rPr>
                        <a:t>n</a:t>
                      </a:r>
                      <a:r>
                        <a:rPr lang="en-US" sz="1100" dirty="0">
                          <a:effectLst/>
                          <a:latin typeface="Open Sans" panose="020B0606030504020204"/>
                          <a:ea typeface="MS Mincho"/>
                          <a:cs typeface="Bank Gothic Bold"/>
                        </a:rPr>
                        <a:t>),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831699"/>
                  </a:ext>
                </a:extLst>
              </a:tr>
              <a:tr h="370840">
                <a:tc>
                  <a:txBody>
                    <a:bodyPr/>
                    <a:lstStyle/>
                    <a:p>
                      <a:pPr marL="0" marR="0">
                        <a:lnSpc>
                          <a:spcPct val="200000"/>
                        </a:lnSpc>
                        <a:spcBef>
                          <a:spcPts val="0"/>
                        </a:spcBef>
                        <a:spcAft>
                          <a:spcPts val="0"/>
                        </a:spcAft>
                      </a:pPr>
                      <a:r>
                        <a:rPr lang="en-IN" sz="1100" b="0" cap="none" dirty="0">
                          <a:solidFill>
                            <a:srgbClr val="1C11FF"/>
                          </a:solidFill>
                          <a:effectLst/>
                          <a:latin typeface="Open Sans" panose="020B0606030504020204"/>
                          <a:ea typeface="Times New Roman" panose="02020603050405020304" pitchFamily="18" charset="0"/>
                          <a:cs typeface="Times New Roman" panose="02020603050405020304" pitchFamily="18" charset="0"/>
                        </a:rPr>
                        <a:t>Decrease capacity</a:t>
                      </a:r>
                      <a:endParaRPr lang="en-US" sz="1100" b="0" cap="none" dirty="0">
                        <a:solidFill>
                          <a:srgbClr val="1C11FF"/>
                        </a:solidFill>
                        <a:effectLst/>
                        <a:latin typeface="Open Sans" panose="020B0606030504020204"/>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100" dirty="0">
                          <a:effectLst/>
                          <a:latin typeface="Open Sans" panose="020B0606030504020204"/>
                          <a:ea typeface="MS Mincho"/>
                          <a:cs typeface="Bank Gothic Bold"/>
                        </a:rPr>
                        <a:t>O(</a:t>
                      </a:r>
                      <a:r>
                        <a:rPr lang="en-US" sz="1100" i="1" dirty="0">
                          <a:effectLst/>
                          <a:latin typeface="Open Sans" panose="020B0606030504020204"/>
                          <a:ea typeface="MS Mincho"/>
                          <a:cs typeface="Bank Gothic Bold"/>
                        </a:rPr>
                        <a:t>n</a:t>
                      </a:r>
                      <a:r>
                        <a:rPr lang="en-US" sz="1100" dirty="0">
                          <a:effectLst/>
                          <a:latin typeface="Open Sans" panose="020B0606030504020204"/>
                          <a:ea typeface="MS Mincho"/>
                          <a:cs typeface="Bank Gothic Bold"/>
                        </a:rPr>
                        <a:t>), best and worst cases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545565"/>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454923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Two-Dimensional Arrays (Grids)</a:t>
            </a:r>
          </a:p>
        </p:txBody>
      </p:sp>
      <p:sp>
        <p:nvSpPr>
          <p:cNvPr id="3" name="Content Placeholder 2"/>
          <p:cNvSpPr>
            <a:spLocks noGrp="1"/>
          </p:cNvSpPr>
          <p:nvPr>
            <p:ph idx="1"/>
          </p:nvPr>
        </p:nvSpPr>
        <p:spPr>
          <a:xfrm>
            <a:off x="628650" y="1600200"/>
            <a:ext cx="7886700" cy="612775"/>
          </a:xfrm>
        </p:spPr>
        <p:txBody>
          <a:bodyPr/>
          <a:lstStyle/>
          <a:p>
            <a:pPr marL="0" indent="0">
              <a:spcBef>
                <a:spcPts val="1000"/>
              </a:spcBef>
              <a:buNone/>
            </a:pPr>
            <a:r>
              <a:rPr lang="en-IN" b="1" dirty="0"/>
              <a:t>Figure </a:t>
            </a:r>
            <a:r>
              <a:rPr lang="en-IN" b="1" dirty="0" smtClean="0"/>
              <a:t>4-5: </a:t>
            </a:r>
            <a:r>
              <a:rPr lang="en-IN" dirty="0"/>
              <a:t>A two-dimensional array or grid with four rows and five columns</a:t>
            </a:r>
            <a:endParaRPr lang="en-US" dirty="0"/>
          </a:p>
        </p:txBody>
      </p:sp>
      <p:pic>
        <p:nvPicPr>
          <p:cNvPr id="8" name="Content Placeholder 7" descr="Illustration shows table displaying two-dimensional array or grid with four rows and five columns.  The columns have the following headings from left to right: Col 0, Col 1, Col 2, Col 3, Col 4.  The row entries are as follows. Row 1: Row 0, 0, 1, 2, 3, 4. Row 2: Row 1, 10, 11, 12, 13, 14. Row 3: Row 2, 20, 21, 22, 23, 24. Row 4: Row 3, 30, 31, 32, 33, 34. "/>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733697" y="2514600"/>
            <a:ext cx="7676605" cy="3124200"/>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64102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Processing a Grid</a:t>
            </a:r>
          </a:p>
        </p:txBody>
      </p:sp>
      <p:sp>
        <p:nvSpPr>
          <p:cNvPr id="3" name="Content Placeholder 2"/>
          <p:cNvSpPr>
            <a:spLocks noGrp="1"/>
          </p:cNvSpPr>
          <p:nvPr>
            <p:ph idx="1"/>
          </p:nvPr>
        </p:nvSpPr>
        <p:spPr>
          <a:xfrm>
            <a:off x="628650" y="1511009"/>
            <a:ext cx="7886700" cy="2679991"/>
          </a:xfrm>
        </p:spPr>
        <p:txBody>
          <a:bodyPr>
            <a:normAutofit/>
          </a:bodyPr>
          <a:lstStyle/>
          <a:p>
            <a:pPr marL="291600" indent="-291600">
              <a:spcBef>
                <a:spcPts val="1000"/>
              </a:spcBef>
            </a:pPr>
            <a:r>
              <a:rPr lang="en-US" dirty="0"/>
              <a:t>A grid must recognize two methods that return the number of rows and the number of columns:</a:t>
            </a:r>
          </a:p>
          <a:p>
            <a:pPr lvl="1">
              <a:spcBef>
                <a:spcPts val="1000"/>
              </a:spcBef>
            </a:pPr>
            <a:r>
              <a:rPr lang="en-US" dirty="0"/>
              <a:t>For purposes of discussion, these methods are named </a:t>
            </a:r>
            <a:r>
              <a:rPr lang="en-US" b="1" dirty="0">
                <a:latin typeface="Courier New" panose="02070309020205020404" pitchFamily="49" charset="0"/>
                <a:cs typeface="Courier New" panose="02070309020205020404" pitchFamily="49" charset="0"/>
              </a:rPr>
              <a:t>getHeight</a:t>
            </a:r>
            <a:r>
              <a:rPr lang="en-US" dirty="0"/>
              <a:t> and </a:t>
            </a:r>
            <a:r>
              <a:rPr lang="en-US" b="1" dirty="0">
                <a:latin typeface="Courier New" panose="02070309020205020404" pitchFamily="49" charset="0"/>
                <a:cs typeface="Courier New" panose="02070309020205020404" pitchFamily="49" charset="0"/>
              </a:rPr>
              <a:t>getWidth</a:t>
            </a:r>
          </a:p>
          <a:p>
            <a:pPr marL="291600" indent="-291600">
              <a:spcBef>
                <a:spcPts val="1000"/>
              </a:spcBef>
            </a:pPr>
            <a:r>
              <a:rPr lang="en-US" dirty="0"/>
              <a:t>Techniques for manipulating one-dimensional arrays are easily extended to grids</a:t>
            </a:r>
          </a:p>
          <a:p>
            <a:pPr marL="291600" indent="-291600">
              <a:spcBef>
                <a:spcPts val="1000"/>
              </a:spcBef>
            </a:pPr>
            <a:r>
              <a:rPr lang="en-US" dirty="0"/>
              <a:t>The following code segment computes the sum of all the numbers in the variable grid</a:t>
            </a:r>
            <a:r>
              <a:rPr lang="en-US" dirty="0" smtClean="0"/>
              <a:t>:</a:t>
            </a:r>
            <a:endParaRPr lang="en-US" dirty="0"/>
          </a:p>
        </p:txBody>
      </p:sp>
      <p:sp>
        <p:nvSpPr>
          <p:cNvPr id="5" name="Content Placeholder 4"/>
          <p:cNvSpPr>
            <a:spLocks noGrp="1"/>
          </p:cNvSpPr>
          <p:nvPr>
            <p:ph idx="12"/>
          </p:nvPr>
        </p:nvSpPr>
        <p:spPr>
          <a:xfrm>
            <a:off x="762000" y="4287081"/>
            <a:ext cx="8229600" cy="1335156"/>
          </a:xfrm>
        </p:spPr>
        <p:txBody>
          <a:bodyPr/>
          <a:lstStyle/>
          <a:p>
            <a:pPr marL="171450" lvl="1" indent="0">
              <a:spcBef>
                <a:spcPts val="0"/>
              </a:spcBef>
              <a:buNone/>
            </a:pPr>
            <a:r>
              <a:rPr lang="en-US" b="1" dirty="0">
                <a:latin typeface="Courier New" panose="02070309020205020404" pitchFamily="49" charset="0"/>
                <a:ea typeface="MS Mincho"/>
                <a:cs typeface="Bank Gothic Bold"/>
              </a:rPr>
              <a:t>sum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tabLst>
                <a:tab pos="36576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(grid.getHeight()):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through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rows</a:t>
            </a:r>
            <a:endParaRPr lang="en-US" sz="1300" dirty="0">
              <a:solidFill>
                <a:srgbClr val="C00000"/>
              </a:solidFill>
              <a:latin typeface="Bank Gothic Bold"/>
              <a:ea typeface="MS Mincho"/>
              <a:cs typeface="Bank Gothic Bold"/>
            </a:endParaRPr>
          </a:p>
          <a:p>
            <a:pPr marL="171450" lvl="1" indent="0">
              <a:spcBef>
                <a:spcPts val="0"/>
              </a:spcBef>
              <a:buNone/>
              <a:tabLst>
                <a:tab pos="369189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column</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(grid.getWidth()):</a:t>
            </a:r>
            <a:r>
              <a:rPr lang="en-US" b="1" dirty="0">
                <a:solidFill>
                  <a:srgbClr val="C00000"/>
                </a:solidFill>
                <a:latin typeface="Courier New" panose="02070309020205020404" pitchFamily="49" charset="0"/>
                <a:ea typeface="MS Mincho"/>
                <a:cs typeface="Bank Gothic Bold"/>
              </a:rPr>
              <a:t>#</a:t>
            </a:r>
            <a:r>
              <a:rPr lang="en-US" b="1" dirty="0">
                <a:solidFill>
                  <a:srgbClr val="FF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through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columns</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sum</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grid[row][column</a:t>
            </a:r>
            <a:r>
              <a:rPr lang="en-US" b="1" dirty="0" smtClean="0">
                <a:latin typeface="Courier New" panose="02070309020205020404" pitchFamily="49" charset="0"/>
                <a:ea typeface="MS Mincho"/>
              </a:rPr>
              <a: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422740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Creating and Initializing a Grid </a:t>
            </a:r>
            <a:r>
              <a:rPr lang="en-US" sz="2000" dirty="0"/>
              <a:t>(1 of 2)</a:t>
            </a:r>
          </a:p>
        </p:txBody>
      </p:sp>
      <p:sp>
        <p:nvSpPr>
          <p:cNvPr id="3" name="Content Placeholder 2"/>
          <p:cNvSpPr>
            <a:spLocks noGrp="1"/>
          </p:cNvSpPr>
          <p:nvPr>
            <p:ph idx="1"/>
          </p:nvPr>
        </p:nvSpPr>
        <p:spPr>
          <a:xfrm>
            <a:off x="628650" y="1600199"/>
            <a:ext cx="7886700" cy="1679713"/>
          </a:xfrm>
        </p:spPr>
        <p:txBody>
          <a:bodyPr>
            <a:normAutofit/>
          </a:bodyPr>
          <a:lstStyle/>
          <a:p>
            <a:pPr marL="291600" indent="-291600">
              <a:spcBef>
                <a:spcPts val="1000"/>
              </a:spcBef>
            </a:pPr>
            <a:r>
              <a:rPr lang="en-US" dirty="0"/>
              <a:t>To create a </a:t>
            </a:r>
            <a:r>
              <a:rPr lang="en-US" b="1" dirty="0">
                <a:latin typeface="Courier New" panose="02070309020205020404" pitchFamily="49" charset="0"/>
                <a:cs typeface="Courier New" panose="02070309020205020404" pitchFamily="49" charset="0"/>
              </a:rPr>
              <a:t>Grid </a:t>
            </a:r>
            <a:r>
              <a:rPr lang="en-US" dirty="0"/>
              <a:t>object,</a:t>
            </a:r>
          </a:p>
          <a:p>
            <a:pPr lvl="1">
              <a:spcBef>
                <a:spcPts val="1000"/>
              </a:spcBef>
            </a:pPr>
            <a:r>
              <a:rPr lang="en-US" dirty="0"/>
              <a:t>Run the </a:t>
            </a:r>
            <a:r>
              <a:rPr lang="en-US" b="1" dirty="0">
                <a:latin typeface="Courier New" panose="02070309020205020404" pitchFamily="49" charset="0"/>
                <a:cs typeface="Courier New" panose="02070309020205020404" pitchFamily="49" charset="0"/>
              </a:rPr>
              <a:t>Grid</a:t>
            </a:r>
            <a:r>
              <a:rPr lang="en-US" dirty="0"/>
              <a:t> constructor with three arguments: height, width, and an initial fill value</a:t>
            </a:r>
          </a:p>
          <a:p>
            <a:pPr marL="291600" indent="-291600">
              <a:spcBef>
                <a:spcPts val="1000"/>
              </a:spcBef>
            </a:pPr>
            <a:r>
              <a:rPr lang="en-US" dirty="0"/>
              <a:t>Next session instantiates </a:t>
            </a:r>
            <a:r>
              <a:rPr lang="en-US" b="1" dirty="0">
                <a:latin typeface="Courier New" panose="02070309020205020404" pitchFamily="49" charset="0"/>
                <a:cs typeface="Courier New" panose="02070309020205020404" pitchFamily="49" charset="0"/>
              </a:rPr>
              <a:t>Grid</a:t>
            </a:r>
            <a:r>
              <a:rPr lang="en-US" dirty="0"/>
              <a:t> with 4 rows, 5 columns, and a fill value of 0</a:t>
            </a:r>
            <a:r>
              <a:rPr lang="en-US" dirty="0" smtClean="0"/>
              <a:t>:</a:t>
            </a:r>
            <a:endParaRPr lang="en-US" dirty="0"/>
          </a:p>
        </p:txBody>
      </p:sp>
      <p:sp>
        <p:nvSpPr>
          <p:cNvPr id="6" name="Content Placeholder 5"/>
          <p:cNvSpPr>
            <a:spLocks noGrp="1"/>
          </p:cNvSpPr>
          <p:nvPr>
            <p:ph idx="13"/>
          </p:nvPr>
        </p:nvSpPr>
        <p:spPr>
          <a:xfrm>
            <a:off x="828261" y="3366179"/>
            <a:ext cx="7677150" cy="1984388"/>
          </a:xfrm>
        </p:spPr>
        <p:txBody>
          <a:bodyPr/>
          <a:lstStyle/>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from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grid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Grid</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grid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Grid(4,</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5,</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print</a:t>
            </a:r>
            <a:r>
              <a:rPr lang="en-US" b="1" dirty="0">
                <a:latin typeface="Courier New" panose="02070309020205020404" pitchFamily="49" charset="0"/>
                <a:ea typeface="MS Mincho"/>
                <a:cs typeface="Bank Gothic Bold"/>
              </a:rPr>
              <a:t>(grid)</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r>
              <a:rPr lang="en-US" b="1" dirty="0">
                <a:solidFill>
                  <a:srgbClr val="0000FF"/>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rPr>
              <a:t>0</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0</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0</a:t>
            </a:r>
            <a:r>
              <a:rPr lang="en-US" b="1" dirty="0">
                <a:solidFill>
                  <a:srgbClr val="0000FF"/>
                </a:solidFill>
                <a:latin typeface="Times" panose="02020603050405020304" pitchFamily="18" charset="0"/>
                <a:ea typeface="MS Mincho"/>
              </a:rPr>
              <a:t> </a:t>
            </a:r>
            <a:r>
              <a:rPr lang="en-US" b="1" dirty="0">
                <a:solidFill>
                  <a:srgbClr val="0000FF"/>
                </a:solidFill>
                <a:latin typeface="Courier New" panose="02070309020205020404" pitchFamily="49" charset="0"/>
                <a:ea typeface="MS Mincho"/>
              </a:rPr>
              <a:t>0</a:t>
            </a:r>
            <a:r>
              <a:rPr lang="en-US" b="1" dirty="0">
                <a:solidFill>
                  <a:srgbClr val="0000FF"/>
                </a:solidFill>
                <a:latin typeface="Times" panose="02020603050405020304" pitchFamily="18" charset="0"/>
                <a:ea typeface="MS Mincho"/>
              </a:rPr>
              <a:t> </a:t>
            </a:r>
            <a:r>
              <a:rPr lang="en-US" b="1" dirty="0" smtClean="0">
                <a:solidFill>
                  <a:srgbClr val="0000FF"/>
                </a:solidFill>
                <a:latin typeface="Courier New" panose="02070309020205020404" pitchFamily="49" charset="0"/>
                <a:ea typeface="MS Mincho"/>
              </a:rPr>
              <a:t>0</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357283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Creating and Initializing a Grid </a:t>
            </a:r>
            <a:r>
              <a:rPr lang="en-US" sz="2000" dirty="0"/>
              <a:t>(2 of 2)</a:t>
            </a:r>
          </a:p>
        </p:txBody>
      </p:sp>
      <p:sp>
        <p:nvSpPr>
          <p:cNvPr id="3" name="Content Placeholder 2"/>
          <p:cNvSpPr>
            <a:spLocks noGrp="1"/>
          </p:cNvSpPr>
          <p:nvPr>
            <p:ph idx="1"/>
          </p:nvPr>
        </p:nvSpPr>
        <p:spPr>
          <a:xfrm>
            <a:off x="628650" y="1600200"/>
            <a:ext cx="7886700" cy="655983"/>
          </a:xfrm>
        </p:spPr>
        <p:txBody>
          <a:bodyPr/>
          <a:lstStyle/>
          <a:p>
            <a:pPr marL="291600" indent="-291600">
              <a:spcBef>
                <a:spcPts val="1000"/>
              </a:spcBef>
            </a:pPr>
            <a:r>
              <a:rPr lang="en-US" dirty="0"/>
              <a:t>The following code segment traverses the grid to reset its cells to the values shown in Figure 4.5</a:t>
            </a:r>
            <a:r>
              <a:rPr lang="en-US" dirty="0" smtClean="0"/>
              <a:t>:</a:t>
            </a:r>
            <a:endParaRPr lang="en-US" dirty="0"/>
          </a:p>
        </p:txBody>
      </p:sp>
      <p:sp>
        <p:nvSpPr>
          <p:cNvPr id="5" name="Content Placeholder 5"/>
          <p:cNvSpPr>
            <a:spLocks noGrp="1"/>
          </p:cNvSpPr>
          <p:nvPr>
            <p:ph idx="13"/>
          </p:nvPr>
        </p:nvSpPr>
        <p:spPr>
          <a:xfrm>
            <a:off x="725556" y="2355576"/>
            <a:ext cx="7829550" cy="1487489"/>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through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rows</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(grid.getHeight()):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through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columns</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column</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(grid.getWidth()):</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grid[row][column]</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solidFill>
                  <a:srgbClr val="660066"/>
                </a:solidFill>
                <a:latin typeface="Courier New" panose="02070309020205020404" pitchFamily="49" charset="0"/>
                <a:ea typeface="MS Mincho"/>
              </a:rPr>
              <a:t>int</a:t>
            </a:r>
            <a:r>
              <a:rPr lang="en-US" b="1" dirty="0">
                <a:latin typeface="Courier New" panose="02070309020205020404" pitchFamily="49" charset="0"/>
                <a:ea typeface="MS Mincho"/>
              </a:rPr>
              <a:t>(</a:t>
            </a:r>
            <a:r>
              <a:rPr lang="en-US" b="1" dirty="0">
                <a:solidFill>
                  <a:srgbClr val="660066"/>
                </a:solidFill>
                <a:latin typeface="Courier New" panose="02070309020205020404" pitchFamily="49" charset="0"/>
                <a:ea typeface="MS Mincho"/>
              </a:rPr>
              <a:t>str</a:t>
            </a:r>
            <a:r>
              <a:rPr lang="en-US" b="1" dirty="0">
                <a:latin typeface="Courier New" panose="02070309020205020404" pitchFamily="49" charset="0"/>
                <a:ea typeface="MS Mincho"/>
              </a:rPr>
              <a:t>(row)</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solidFill>
                  <a:srgbClr val="660066"/>
                </a:solidFill>
                <a:latin typeface="Courier New" panose="02070309020205020404" pitchFamily="49" charset="0"/>
                <a:ea typeface="MS Mincho"/>
              </a:rPr>
              <a:t>str</a:t>
            </a:r>
            <a:r>
              <a:rPr lang="en-US" b="1" dirty="0">
                <a:latin typeface="Courier New" panose="02070309020205020404" pitchFamily="49" charset="0"/>
                <a:ea typeface="MS Mincho"/>
              </a:rPr>
              <a:t>(column))</a:t>
            </a:r>
            <a:endParaRPr lang="en-IN"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36670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Defining a Grid Class</a:t>
            </a:r>
          </a:p>
        </p:txBody>
      </p:sp>
      <p:sp>
        <p:nvSpPr>
          <p:cNvPr id="6" name="Content Placeholder 5"/>
          <p:cNvSpPr>
            <a:spLocks noGrp="1"/>
          </p:cNvSpPr>
          <p:nvPr>
            <p:ph idx="13"/>
          </p:nvPr>
        </p:nvSpPr>
        <p:spPr>
          <a:xfrm>
            <a:off x="628650" y="1304425"/>
            <a:ext cx="4324350" cy="295776"/>
          </a:xfrm>
        </p:spPr>
        <p:txBody>
          <a:bodyPr>
            <a:normAutofit/>
          </a:bodyPr>
          <a:lstStyle/>
          <a:p>
            <a:pPr>
              <a:buClr>
                <a:schemeClr val="tx1"/>
              </a:buClr>
              <a:buFont typeface="Arial" panose="020B0604020202020204" pitchFamily="34" charset="0"/>
              <a:buChar char="•"/>
            </a:pPr>
            <a:r>
              <a:rPr lang="en-US" sz="1800" dirty="0"/>
              <a:t>Code for the </a:t>
            </a:r>
            <a:r>
              <a:rPr lang="en-US" sz="1800" b="1" dirty="0">
                <a:latin typeface="Courier New" panose="02070309020205020404" pitchFamily="49" charset="0"/>
                <a:cs typeface="Courier New" panose="02070309020205020404" pitchFamily="49" charset="0"/>
              </a:rPr>
              <a:t>Grid</a:t>
            </a:r>
            <a:r>
              <a:rPr lang="en-US" sz="1800" dirty="0"/>
              <a:t> class (in grid.py</a:t>
            </a:r>
            <a:r>
              <a:rPr lang="en-US" sz="1800" dirty="0" smtClean="0"/>
              <a:t>):</a:t>
            </a:r>
            <a:endParaRPr lang="en-US" sz="1800" dirty="0"/>
          </a:p>
        </p:txBody>
      </p:sp>
      <p:sp>
        <p:nvSpPr>
          <p:cNvPr id="3" name="Content Placeholder 2"/>
          <p:cNvSpPr>
            <a:spLocks noGrp="1"/>
          </p:cNvSpPr>
          <p:nvPr>
            <p:ph idx="1"/>
          </p:nvPr>
        </p:nvSpPr>
        <p:spPr>
          <a:xfrm>
            <a:off x="638589" y="1716157"/>
            <a:ext cx="7886700" cy="4267200"/>
          </a:xfrm>
        </p:spPr>
        <p:txBody>
          <a:bodyPr>
            <a:normAutofit fontScale="62500" lnSpcReduction="20000"/>
          </a:bodyPr>
          <a:lstStyle/>
          <a:p>
            <a:pPr marL="171450" lvl="1" indent="0">
              <a:spcBef>
                <a:spcPts val="0"/>
              </a:spcBef>
              <a:buNone/>
            </a:pPr>
            <a:r>
              <a:rPr lang="en-US" b="1" dirty="0" smtClean="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Author: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Ken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Lambert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smtClean="0">
                <a:solidFill>
                  <a:srgbClr val="006800"/>
                </a:solidFill>
                <a:latin typeface="Courier New" panose="02070309020205020404" pitchFamily="49" charset="0"/>
                <a:ea typeface="MS Mincho"/>
                <a:cs typeface="Bank Gothic Bold"/>
              </a:rPr>
              <a:t>"""</a:t>
            </a:r>
            <a:endParaRPr lang="en-US" sz="1300" dirty="0" smtClean="0">
              <a:solidFill>
                <a:srgbClr val="006800"/>
              </a:solidFill>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171450" lvl="1" indent="0">
              <a:spcBef>
                <a:spcPts val="0"/>
              </a:spcBef>
              <a:buNone/>
            </a:pPr>
            <a:r>
              <a:rPr lang="en-US" b="1" dirty="0" smtClean="0">
                <a:solidFill>
                  <a:srgbClr val="8A3800"/>
                </a:solidFill>
                <a:latin typeface="Courier New" panose="02070309020205020404" pitchFamily="49" charset="0"/>
                <a:ea typeface="MS Mincho"/>
                <a:cs typeface="Bank Gothic Bold"/>
              </a:rPr>
              <a:t>from</a:t>
            </a:r>
            <a:r>
              <a:rPr lang="en-US" b="1" dirty="0" smtClean="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arrays</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smtClean="0">
                <a:latin typeface="Courier New" panose="02070309020205020404" pitchFamily="49" charset="0"/>
                <a:ea typeface="MS Mincho"/>
                <a:cs typeface="Bank Gothic Bold"/>
              </a:rPr>
              <a:t>Array</a:t>
            </a:r>
            <a:endParaRPr lang="en-US" sz="1300" dirty="0" smtClean="0">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171450" lvl="1" indent="0">
              <a:spcBef>
                <a:spcPts val="0"/>
              </a:spcBef>
              <a:buNone/>
            </a:pPr>
            <a:r>
              <a:rPr lang="en-US" b="1" dirty="0" smtClean="0">
                <a:solidFill>
                  <a:srgbClr val="8A3800"/>
                </a:solidFill>
                <a:latin typeface="Courier New" panose="02070309020205020404" pitchFamily="49" charset="0"/>
                <a:ea typeface="MS Mincho"/>
                <a:cs typeface="Bank Gothic Bold"/>
              </a:rPr>
              <a:t>class</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Grid</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"""Represents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two-dimensional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array</a:t>
            </a:r>
            <a:r>
              <a:rPr lang="en-US" b="1" dirty="0" smtClean="0">
                <a:solidFill>
                  <a:srgbClr val="006800"/>
                </a:solidFill>
                <a:latin typeface="Courier New" panose="02070309020205020404" pitchFamily="49" charset="0"/>
                <a:ea typeface="MS Mincho"/>
                <a:cs typeface="Bank Gothic Bold"/>
              </a:rPr>
              <a:t>."""</a:t>
            </a:r>
            <a:endParaRPr lang="en-US" sz="1300" dirty="0" smtClean="0">
              <a:solidFill>
                <a:srgbClr val="006800"/>
              </a:solidFill>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531495" lvl="1" indent="0">
              <a:spcBef>
                <a:spcPts val="0"/>
              </a:spcBef>
              <a:buNone/>
              <a:tabLst>
                <a:tab pos="2971800" algn="l"/>
              </a:tabLst>
            </a:pPr>
            <a:r>
              <a:rPr lang="en-US" b="1" dirty="0" smtClean="0">
                <a:solidFill>
                  <a:srgbClr val="8A3800"/>
                </a:solidFill>
                <a:latin typeface="Courier New" panose="02070309020205020404" pitchFamily="49" charset="0"/>
                <a:ea typeface="MS Mincho"/>
                <a:cs typeface="Bank Gothic Bold"/>
              </a:rPr>
              <a:t>def</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columns,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fillValue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self.data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Array(rows)</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(rows):</a:t>
            </a:r>
            <a:endParaRPr lang="en-US" sz="1300" dirty="0">
              <a:latin typeface="Bank Gothic Bold"/>
              <a:ea typeface="MS Mincho"/>
              <a:cs typeface="Bank Gothic Bold"/>
            </a:endParaRPr>
          </a:p>
          <a:p>
            <a:pPr marL="1268730" lvl="1" indent="0">
              <a:spcBef>
                <a:spcPts val="0"/>
              </a:spcBef>
              <a:buNone/>
              <a:tabLst>
                <a:tab pos="2971800" algn="l"/>
              </a:tabLst>
            </a:pPr>
            <a:r>
              <a:rPr lang="en-US" b="1" dirty="0">
                <a:latin typeface="Courier New" panose="02070309020205020404" pitchFamily="49" charset="0"/>
                <a:ea typeface="MS Mincho"/>
                <a:cs typeface="Bank Gothic Bold"/>
              </a:rPr>
              <a:t>self.data[row]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Array(columns,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fillValue</a:t>
            </a:r>
            <a:r>
              <a:rPr lang="en-US" b="1" dirty="0" smtClean="0">
                <a:latin typeface="Courier New" panose="02070309020205020404" pitchFamily="49" charset="0"/>
                <a:ea typeface="MS Mincho"/>
                <a:cs typeface="Bank Gothic Bold"/>
              </a:rPr>
              <a:t>)</a:t>
            </a:r>
            <a:endParaRPr lang="en-US" sz="1300" dirty="0" smtClean="0">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400050" lvl="1" indent="0">
              <a:spcBef>
                <a:spcPts val="0"/>
              </a:spcBef>
              <a:buNone/>
            </a:pPr>
            <a:r>
              <a:rPr lang="en-US" b="1" dirty="0" smtClean="0">
                <a:solidFill>
                  <a:srgbClr val="8A3800"/>
                </a:solidFill>
                <a:latin typeface="Courier New" panose="02070309020205020404" pitchFamily="49" charset="0"/>
                <a:ea typeface="MS Mincho"/>
                <a:cs typeface="Bank Gothic Bold"/>
              </a:rPr>
              <a:t>def</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getHeight</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number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rows."""</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(self.data</a:t>
            </a:r>
            <a:r>
              <a:rPr lang="en-US" b="1" dirty="0" smtClean="0">
                <a:latin typeface="Courier New" panose="02070309020205020404" pitchFamily="49" charset="0"/>
                <a:ea typeface="MS Mincho"/>
                <a:cs typeface="Bank Gothic Bold"/>
              </a:rPr>
              <a:t>)</a:t>
            </a:r>
            <a:endParaRPr lang="en-US" sz="1300" dirty="0" smtClean="0">
              <a:latin typeface="Bank Gothic Bold"/>
              <a:ea typeface="MS Mincho"/>
              <a:cs typeface="Bank Gothic Bold"/>
            </a:endParaRPr>
          </a:p>
          <a:p>
            <a:pPr marL="171450" lvl="1" indent="0">
              <a:spcBef>
                <a:spcPts val="0"/>
              </a:spcBef>
              <a:buNone/>
            </a:pPr>
            <a:r>
              <a:rPr lang="en-US" dirty="0" smtClean="0">
                <a:latin typeface="Bank Gothic Bold"/>
                <a:ea typeface="MS Mincho"/>
                <a:cs typeface="Bank Gothic Bold"/>
              </a:rPr>
              <a:t> </a:t>
            </a:r>
          </a:p>
          <a:p>
            <a:pPr marL="400050" lvl="1" indent="0">
              <a:spcBef>
                <a:spcPts val="0"/>
              </a:spcBef>
              <a:buNone/>
            </a:pPr>
            <a:r>
              <a:rPr lang="en-US" b="1" dirty="0" smtClean="0">
                <a:solidFill>
                  <a:srgbClr val="8A3800"/>
                </a:solidFill>
                <a:latin typeface="Courier New" panose="02070309020205020404" pitchFamily="49" charset="0"/>
                <a:ea typeface="MS Mincho"/>
                <a:cs typeface="Bank Gothic Bold"/>
              </a:rPr>
              <a:t>def</a:t>
            </a:r>
            <a:r>
              <a:rPr lang="en-US" b="1" dirty="0" smtClean="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getWidth</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number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columns."""</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(self.data[0])</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4000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__getitem__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endParaRPr lang="en-US" sz="1300" dirty="0">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"""Supports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two-dimensional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indexing</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[row][column]."""</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self.data[index]</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4000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__str__</a:t>
            </a:r>
            <a:r>
              <a:rPr lang="en-US" b="1" dirty="0">
                <a:latin typeface="Courier New" panose="02070309020205020404" pitchFamily="49" charset="0"/>
                <a:ea typeface="MS Mincho"/>
                <a:cs typeface="Bank Gothic Bold"/>
              </a:rPr>
              <a:t>(self):</a:t>
            </a:r>
            <a:endParaRPr lang="en-US" sz="1300" dirty="0">
              <a:latin typeface="Bank Gothic Bold"/>
              <a:ea typeface="MS Mincho"/>
              <a:cs typeface="Bank Gothic Bold"/>
            </a:endParaRPr>
          </a:p>
          <a:p>
            <a:pPr marL="628650" lvl="1" indent="0">
              <a:spcBef>
                <a:spcPts val="0"/>
              </a:spcBef>
              <a:buNone/>
            </a:pP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string</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representation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grid."""</a:t>
            </a:r>
            <a:endParaRPr lang="en-US" sz="1300" dirty="0">
              <a:solidFill>
                <a:srgbClr val="006800"/>
              </a:solidFill>
              <a:latin typeface="Bank Gothic Bold"/>
              <a:ea typeface="MS Mincho"/>
              <a:cs typeface="Bank Gothic Bold"/>
            </a:endParaRPr>
          </a:p>
          <a:p>
            <a:pPr marL="628650" lvl="1" indent="0">
              <a:spcBef>
                <a:spcPts val="0"/>
              </a:spcBef>
              <a:buNone/>
            </a:pPr>
            <a:r>
              <a:rPr lang="en-US" b="1" dirty="0">
                <a:latin typeface="Courier New" panose="02070309020205020404" pitchFamily="49" charset="0"/>
                <a:ea typeface="MS Mincho"/>
                <a:cs typeface="Bank Gothic Bold"/>
              </a:rPr>
              <a:t>result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008000"/>
                </a:solidFill>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6286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row</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(self.getHeight()):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col</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(self.getWidth()):</a:t>
            </a:r>
            <a:endParaRPr lang="en-US" sz="1300" dirty="0">
              <a:latin typeface="Bank Gothic Bold"/>
              <a:ea typeface="MS Mincho"/>
              <a:cs typeface="Bank Gothic Bold"/>
            </a:endParaRPr>
          </a:p>
          <a:p>
            <a:pPr marL="1268730" lvl="1" indent="0">
              <a:spcBef>
                <a:spcPts val="0"/>
              </a:spcBef>
              <a:buNone/>
              <a:tabLst>
                <a:tab pos="2971800" algn="l"/>
              </a:tabLst>
            </a:pPr>
            <a:r>
              <a:rPr lang="en-US" b="1" dirty="0">
                <a:latin typeface="Courier New" panose="02070309020205020404" pitchFamily="49" charset="0"/>
                <a:ea typeface="MS Mincho"/>
                <a:cs typeface="Bank Gothic Bold"/>
              </a:rPr>
              <a:t>result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str</a:t>
            </a:r>
            <a:r>
              <a:rPr lang="en-US" b="1" dirty="0">
                <a:latin typeface="Courier New" panose="02070309020205020404" pitchFamily="49" charset="0"/>
                <a:ea typeface="MS Mincho"/>
                <a:cs typeface="Bank Gothic Bold"/>
              </a:rPr>
              <a:t>(self.data[row][col])</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result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a:t>
            </a:r>
            <a:endParaRPr lang="en-US" sz="1300" dirty="0">
              <a:solidFill>
                <a:srgbClr val="006800"/>
              </a:solidFill>
              <a:latin typeface="Bank Gothic Bold"/>
              <a:ea typeface="MS Mincho"/>
              <a:cs typeface="Bank Gothic Bold"/>
            </a:endParaRPr>
          </a:p>
          <a:p>
            <a:pPr marL="342900" lvl="1" indent="0">
              <a:buNone/>
            </a:pP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result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632463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Ragged Grids and Multidimensional Arrays</a:t>
            </a:r>
          </a:p>
        </p:txBody>
      </p:sp>
      <p:sp>
        <p:nvSpPr>
          <p:cNvPr id="3" name="Content Placeholder 2"/>
          <p:cNvSpPr>
            <a:spLocks noGrp="1"/>
          </p:cNvSpPr>
          <p:nvPr>
            <p:ph idx="1"/>
          </p:nvPr>
        </p:nvSpPr>
        <p:spPr>
          <a:xfrm>
            <a:off x="628650" y="1524000"/>
            <a:ext cx="7886700" cy="2971800"/>
          </a:xfrm>
        </p:spPr>
        <p:txBody>
          <a:bodyPr/>
          <a:lstStyle/>
          <a:p>
            <a:pPr marL="291600" indent="-291600">
              <a:spcBef>
                <a:spcPts val="1000"/>
              </a:spcBef>
            </a:pPr>
            <a:r>
              <a:rPr lang="en-US" dirty="0"/>
              <a:t>Ragged grid</a:t>
            </a:r>
          </a:p>
          <a:p>
            <a:pPr lvl="1">
              <a:spcBef>
                <a:spcPts val="1000"/>
              </a:spcBef>
            </a:pPr>
            <a:r>
              <a:rPr lang="en-US" dirty="0"/>
              <a:t>Has a fixed number of rows, but the number of columns of data in each row can vary</a:t>
            </a:r>
          </a:p>
          <a:p>
            <a:pPr marL="291600" indent="-291600">
              <a:spcBef>
                <a:spcPts val="1000"/>
              </a:spcBef>
            </a:pPr>
            <a:r>
              <a:rPr lang="en-US" dirty="0"/>
              <a:t>An array of lists or arrays provides a suitable structure for implementing a ragged grid</a:t>
            </a:r>
          </a:p>
          <a:p>
            <a:pPr marL="291600" indent="-291600">
              <a:spcBef>
                <a:spcPts val="1000"/>
              </a:spcBef>
            </a:pPr>
            <a:r>
              <a:rPr lang="en-US" dirty="0"/>
              <a:t>Dimensions can be added to the definition of a grid when necessary:</a:t>
            </a:r>
          </a:p>
          <a:p>
            <a:pPr lvl="1">
              <a:spcBef>
                <a:spcPts val="1000"/>
              </a:spcBef>
            </a:pPr>
            <a:r>
              <a:rPr lang="en-US" dirty="0"/>
              <a:t>The only limit is the computer’s memory</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159499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Linked Structures</a:t>
            </a:r>
          </a:p>
        </p:txBody>
      </p:sp>
      <p:sp>
        <p:nvSpPr>
          <p:cNvPr id="3" name="Content Placeholder 2"/>
          <p:cNvSpPr>
            <a:spLocks noGrp="1"/>
          </p:cNvSpPr>
          <p:nvPr>
            <p:ph idx="1"/>
          </p:nvPr>
        </p:nvSpPr>
        <p:spPr>
          <a:xfrm>
            <a:off x="628650" y="1600200"/>
            <a:ext cx="7886700" cy="3429000"/>
          </a:xfrm>
        </p:spPr>
        <p:txBody>
          <a:bodyPr/>
          <a:lstStyle/>
          <a:p>
            <a:pPr marL="291600" indent="-291600">
              <a:spcBef>
                <a:spcPts val="1000"/>
              </a:spcBef>
            </a:pPr>
            <a:r>
              <a:rPr lang="en-US" dirty="0"/>
              <a:t>Linked structure</a:t>
            </a:r>
          </a:p>
          <a:p>
            <a:pPr lvl="1">
              <a:spcBef>
                <a:spcPts val="1000"/>
              </a:spcBef>
            </a:pPr>
            <a:r>
              <a:rPr lang="en-US" dirty="0"/>
              <a:t>A concrete data type that implements many types of collections</a:t>
            </a:r>
          </a:p>
          <a:p>
            <a:pPr marL="291600" indent="-291600">
              <a:spcBef>
                <a:spcPts val="1000"/>
              </a:spcBef>
            </a:pPr>
            <a:r>
              <a:rPr lang="en-US" dirty="0"/>
              <a:t>This section covers characteristics that programmers must keep in mind when using linked structures to implement any type of collection</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716461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Singly Linked Structures and Doubly Linked Structures </a:t>
            </a:r>
            <a:r>
              <a:rPr lang="en-US" sz="2000" dirty="0" smtClean="0"/>
              <a:t>(</a:t>
            </a:r>
            <a:r>
              <a:rPr lang="en-US" sz="2000" dirty="0"/>
              <a:t>1 of 4)</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The two simplest linked structures</a:t>
            </a:r>
          </a:p>
          <a:p>
            <a:pPr lvl="1">
              <a:spcBef>
                <a:spcPts val="1000"/>
              </a:spcBef>
            </a:pPr>
            <a:r>
              <a:rPr lang="en-US" dirty="0"/>
              <a:t>Singly linked structure</a:t>
            </a:r>
          </a:p>
          <a:p>
            <a:pPr lvl="1">
              <a:spcBef>
                <a:spcPts val="1000"/>
              </a:spcBef>
            </a:pPr>
            <a:r>
              <a:rPr lang="en-US" dirty="0"/>
              <a:t>Doubly linked structure</a:t>
            </a:r>
          </a:p>
          <a:p>
            <a:pPr marL="291600" indent="-291600">
              <a:spcBef>
                <a:spcPts val="1000"/>
              </a:spcBef>
            </a:pPr>
            <a:r>
              <a:rPr lang="en-US" dirty="0"/>
              <a:t>It is useful to draw diagrams of linked structures using a box and pointer notation (see Figure </a:t>
            </a:r>
            <a:r>
              <a:rPr lang="en-US" dirty="0" smtClean="0"/>
              <a:t>4.6 on next slide)</a:t>
            </a:r>
            <a:endParaRPr lang="en-US" dirty="0"/>
          </a:p>
          <a:p>
            <a:pPr marL="291600" indent="-291600">
              <a:spcBef>
                <a:spcPts val="1000"/>
              </a:spcBef>
            </a:pPr>
            <a:r>
              <a:rPr lang="en-US" dirty="0"/>
              <a:t>A user of a singly linked structure accesses the first item by following a single external head link:</a:t>
            </a:r>
          </a:p>
          <a:p>
            <a:pPr lvl="1">
              <a:spcBef>
                <a:spcPts val="1000"/>
              </a:spcBef>
            </a:pPr>
            <a:r>
              <a:rPr lang="en-US" dirty="0"/>
              <a:t>User then accesses other items by chaining through the single links that emanate from the items</a:t>
            </a:r>
          </a:p>
          <a:p>
            <a:pPr lvl="1">
              <a:spcBef>
                <a:spcPts val="1000"/>
              </a:spcBef>
            </a:pPr>
            <a:r>
              <a:rPr lang="en-US" dirty="0"/>
              <a:t>Easy to get the successor of an item</a:t>
            </a:r>
          </a:p>
          <a:p>
            <a:pPr lvl="1">
              <a:spcBef>
                <a:spcPts val="1000"/>
              </a:spcBef>
            </a:pPr>
            <a:r>
              <a:rPr lang="en-US" dirty="0"/>
              <a:t>Not so easy to get to the predecessor of an item</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016295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Singly Linked Structures and Doubly Linked Structures </a:t>
            </a:r>
            <a:r>
              <a:rPr lang="en-US" sz="2000" dirty="0" smtClean="0"/>
              <a:t>(</a:t>
            </a:r>
            <a:r>
              <a:rPr lang="en-US" sz="2000" dirty="0"/>
              <a:t>2 of 4)</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a:t>
            </a:r>
            <a:r>
              <a:rPr lang="en-IN" b="1" dirty="0" smtClean="0"/>
              <a:t>4-6: </a:t>
            </a:r>
            <a:r>
              <a:rPr lang="en-IN" dirty="0"/>
              <a:t>Two types of linked structures</a:t>
            </a:r>
            <a:endParaRPr lang="en-US" dirty="0"/>
          </a:p>
        </p:txBody>
      </p:sp>
      <p:pic>
        <p:nvPicPr>
          <p:cNvPr id="8" name="Content Placeholder 7" descr="A user of a singly linked structure accesses the first item by following a single external head link. The user then accesses other items by chaining through the single links, represented by arrows in the figure, that emanate from the items. Thus, in a singly linked structure, it is easy to get to the successor of an item, but not so easy to get to the predecessor of an item. A doubly linked structure contains links running in both directions. Thus, it is easy for the user  to move to an item’s successor or to its predecessor. A second external link, called the tail link, allows the user of a doubly linked structure to access the last item directly."/>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893967" y="2671544"/>
            <a:ext cx="7356067" cy="3115112"/>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334455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Singly Linked Structures and Doubly Linked </a:t>
            </a:r>
            <a:r>
              <a:rPr lang="en-US" b="1" dirty="0" smtClean="0"/>
              <a:t>Structures</a:t>
            </a:r>
            <a:r>
              <a:rPr lang="en-US" dirty="0"/>
              <a:t> </a:t>
            </a:r>
            <a:r>
              <a:rPr lang="en-US" sz="2000" dirty="0" smtClean="0"/>
              <a:t>(3 </a:t>
            </a:r>
            <a:r>
              <a:rPr lang="en-US" sz="2000" dirty="0"/>
              <a:t>of 4)</a:t>
            </a:r>
          </a:p>
        </p:txBody>
      </p:sp>
      <p:sp>
        <p:nvSpPr>
          <p:cNvPr id="3" name="Content Placeholder 2"/>
          <p:cNvSpPr>
            <a:spLocks noGrp="1"/>
          </p:cNvSpPr>
          <p:nvPr>
            <p:ph idx="1"/>
          </p:nvPr>
        </p:nvSpPr>
        <p:spPr>
          <a:xfrm>
            <a:off x="628650" y="1600199"/>
            <a:ext cx="7886700" cy="4038601"/>
          </a:xfrm>
        </p:spPr>
        <p:txBody>
          <a:bodyPr/>
          <a:lstStyle/>
          <a:p>
            <a:pPr marL="291600" indent="-291600">
              <a:spcBef>
                <a:spcPts val="1000"/>
              </a:spcBef>
            </a:pPr>
            <a:r>
              <a:rPr lang="en-US" dirty="0"/>
              <a:t>A doubly linked structure contains links running in both directions:</a:t>
            </a:r>
          </a:p>
          <a:p>
            <a:pPr lvl="1">
              <a:spcBef>
                <a:spcPts val="1000"/>
              </a:spcBef>
            </a:pPr>
            <a:r>
              <a:rPr lang="en-US" dirty="0"/>
              <a:t>A second external link, called the </a:t>
            </a:r>
            <a:r>
              <a:rPr lang="en-US" i="1" dirty="0"/>
              <a:t>tail link</a:t>
            </a:r>
            <a:r>
              <a:rPr lang="en-US" dirty="0"/>
              <a:t>, allows the user of a doubly linked structure to access the last item directly </a:t>
            </a:r>
          </a:p>
          <a:p>
            <a:pPr marL="291600" indent="-291600">
              <a:spcBef>
                <a:spcPts val="1000"/>
              </a:spcBef>
            </a:pPr>
            <a:r>
              <a:rPr lang="en-US" dirty="0"/>
              <a:t>The last item in either type of linked structure has no link to the next item:</a:t>
            </a:r>
          </a:p>
          <a:p>
            <a:pPr lvl="1">
              <a:spcBef>
                <a:spcPts val="1000"/>
              </a:spcBef>
            </a:pPr>
            <a:r>
              <a:rPr lang="en-US" dirty="0"/>
              <a:t>Figure indicates the absence of a link, called an </a:t>
            </a:r>
            <a:r>
              <a:rPr lang="en-US" i="1" dirty="0"/>
              <a:t>empty link</a:t>
            </a:r>
            <a:r>
              <a:rPr lang="en-US" dirty="0"/>
              <a:t>, by means of a slash instead of an arrow</a:t>
            </a:r>
          </a:p>
          <a:p>
            <a:pPr marL="291600" indent="-291600">
              <a:spcBef>
                <a:spcPts val="1000"/>
              </a:spcBef>
            </a:pPr>
            <a:r>
              <a:rPr lang="en-US" dirty="0"/>
              <a:t>A programmer who uses a linked structure cannot immediately access an item by specifying its index position:</a:t>
            </a:r>
          </a:p>
          <a:p>
            <a:pPr lvl="1">
              <a:spcBef>
                <a:spcPts val="1000"/>
              </a:spcBef>
            </a:pPr>
            <a:r>
              <a:rPr lang="en-US" dirty="0"/>
              <a:t>Programmer must start at one end of the structure and follow the links until the desired position (item) is reached</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300732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Singly Linked Structures and Doubly Linked Structures </a:t>
            </a:r>
            <a:r>
              <a:rPr lang="en-US" sz="2000" dirty="0" smtClean="0"/>
              <a:t>(</a:t>
            </a:r>
            <a:r>
              <a:rPr lang="en-US" sz="2000" dirty="0"/>
              <a:t>4 of 4)</a:t>
            </a:r>
          </a:p>
        </p:txBody>
      </p:sp>
      <p:sp>
        <p:nvSpPr>
          <p:cNvPr id="3" name="Content Placeholder 2"/>
          <p:cNvSpPr>
            <a:spLocks noGrp="1"/>
          </p:cNvSpPr>
          <p:nvPr>
            <p:ph idx="1"/>
          </p:nvPr>
        </p:nvSpPr>
        <p:spPr>
          <a:xfrm>
            <a:off x="628650" y="1600200"/>
            <a:ext cx="7886700" cy="2590800"/>
          </a:xfrm>
        </p:spPr>
        <p:txBody>
          <a:bodyPr/>
          <a:lstStyle/>
          <a:p>
            <a:pPr marL="291600" indent="-291600">
              <a:spcBef>
                <a:spcPts val="1000"/>
              </a:spcBef>
            </a:pPr>
            <a:r>
              <a:rPr lang="en-US" dirty="0"/>
              <a:t>The way in which memory is allocated for linked structures is unlike that of arrays and has two important consequences for insertion and removal operations:</a:t>
            </a:r>
          </a:p>
          <a:p>
            <a:pPr lvl="1">
              <a:spcBef>
                <a:spcPts val="1000"/>
              </a:spcBef>
            </a:pPr>
            <a:r>
              <a:rPr lang="en-US" dirty="0"/>
              <a:t>Once an insertion or removal point has been found, the insertion or removal can take place with no shifting of data items in memory</a:t>
            </a:r>
          </a:p>
          <a:p>
            <a:pPr lvl="1">
              <a:spcBef>
                <a:spcPts val="1000"/>
              </a:spcBef>
            </a:pPr>
            <a:r>
              <a:rPr lang="en-US" dirty="0"/>
              <a:t>The linked structure can be resized during each insertion or removal with no extra memory cost and no copying of data items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119927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Noncontiguous Memory and Nodes </a:t>
            </a:r>
            <a:r>
              <a:rPr lang="en-US" sz="2000" dirty="0"/>
              <a:t>(1 of 4)</a:t>
            </a:r>
          </a:p>
        </p:txBody>
      </p:sp>
      <p:sp>
        <p:nvSpPr>
          <p:cNvPr id="3" name="Content Placeholder 2"/>
          <p:cNvSpPr>
            <a:spLocks noGrp="1"/>
          </p:cNvSpPr>
          <p:nvPr>
            <p:ph idx="1"/>
          </p:nvPr>
        </p:nvSpPr>
        <p:spPr>
          <a:xfrm>
            <a:off x="612271" y="1219200"/>
            <a:ext cx="7886700" cy="4351338"/>
          </a:xfrm>
        </p:spPr>
        <p:txBody>
          <a:bodyPr/>
          <a:lstStyle/>
          <a:p>
            <a:pPr marL="291600" indent="-291600">
              <a:spcBef>
                <a:spcPts val="1000"/>
              </a:spcBef>
            </a:pPr>
            <a:r>
              <a:rPr lang="en-US" dirty="0"/>
              <a:t>A linked structure decouples the logical sequence of items in the structure from any ordering in memory:</a:t>
            </a:r>
          </a:p>
          <a:p>
            <a:pPr lvl="1">
              <a:spcBef>
                <a:spcPts val="1000"/>
              </a:spcBef>
            </a:pPr>
            <a:r>
              <a:rPr lang="en-US" dirty="0"/>
              <a:t>The cell for a given item in a linked structure can be found anywhere in memory as long as the computer can follow a link to its address or location</a:t>
            </a:r>
          </a:p>
          <a:p>
            <a:pPr lvl="1">
              <a:spcBef>
                <a:spcPts val="1000"/>
              </a:spcBef>
            </a:pPr>
            <a:r>
              <a:rPr lang="en-US" dirty="0"/>
              <a:t>Called noncontiguous memory</a:t>
            </a:r>
          </a:p>
          <a:p>
            <a:pPr marL="291600" indent="-291600">
              <a:spcBef>
                <a:spcPts val="1000"/>
              </a:spcBef>
            </a:pPr>
            <a:r>
              <a:rPr lang="en-US" dirty="0"/>
              <a:t>Basic unit of representation in a linked structure is a </a:t>
            </a:r>
            <a:r>
              <a:rPr lang="en-US" i="1" dirty="0"/>
              <a:t>node</a:t>
            </a:r>
          </a:p>
          <a:p>
            <a:pPr marL="291600" indent="-291600">
              <a:spcBef>
                <a:spcPts val="1000"/>
              </a:spcBef>
            </a:pPr>
            <a:r>
              <a:rPr lang="en-US" dirty="0"/>
              <a:t>A </a:t>
            </a:r>
            <a:r>
              <a:rPr lang="en-US" i="1" dirty="0"/>
              <a:t>singly linked node </a:t>
            </a:r>
            <a:r>
              <a:rPr lang="en-US" dirty="0"/>
              <a:t>contains the following components or fields:</a:t>
            </a:r>
          </a:p>
          <a:p>
            <a:pPr lvl="1">
              <a:spcBef>
                <a:spcPts val="1000"/>
              </a:spcBef>
            </a:pPr>
            <a:r>
              <a:rPr lang="en-US" dirty="0"/>
              <a:t>A data item</a:t>
            </a:r>
          </a:p>
          <a:p>
            <a:pPr lvl="1">
              <a:spcBef>
                <a:spcPts val="1000"/>
              </a:spcBef>
            </a:pPr>
            <a:r>
              <a:rPr lang="en-US" dirty="0"/>
              <a:t>A link to the next node in the structure (a </a:t>
            </a:r>
            <a:r>
              <a:rPr lang="en-US" i="1" dirty="0"/>
              <a:t>doubly linked node </a:t>
            </a:r>
            <a:r>
              <a:rPr lang="en-US" dirty="0"/>
              <a:t>contains a link to the previous node in the structure as well)</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798387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Noncontiguous Memory and Nodes </a:t>
            </a:r>
            <a:r>
              <a:rPr lang="en-US" sz="2000" dirty="0"/>
              <a:t>(2 of 4)</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a:t>
            </a:r>
            <a:r>
              <a:rPr lang="en-IN" b="1" dirty="0" smtClean="0"/>
              <a:t>4-7: </a:t>
            </a:r>
            <a:r>
              <a:rPr lang="en-IN" dirty="0"/>
              <a:t>Two types of nodes with empty links</a:t>
            </a:r>
            <a:endParaRPr lang="en-US" dirty="0"/>
          </a:p>
        </p:txBody>
      </p:sp>
      <p:pic>
        <p:nvPicPr>
          <p:cNvPr id="8" name="Content Placeholder 7" descr="A user of a singly linked structure accesses the first item by following a single external head link. The user then accesses other items by chaining through the single links, represented by arrows in the figure, that emanate from the items. Thus, in a singly linked structure, it is easy to get to the successor of an item, but not so easy to get to the predecessor of an item. A doubly linked structure contains links running in both directions. Thus, it is easy for the user  to move to an item’s successor or to its predecessor. A second external link, called the tail link, allows the user of a doubly linked structure to access the last item directly."/>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2458427" y="2527854"/>
            <a:ext cx="4207267" cy="3200400"/>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6380862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Noncontiguous Memory and Nodes </a:t>
            </a:r>
            <a:r>
              <a:rPr lang="en-US" sz="2000" dirty="0"/>
              <a:t>(3 of 4)</a:t>
            </a:r>
          </a:p>
        </p:txBody>
      </p:sp>
      <p:sp>
        <p:nvSpPr>
          <p:cNvPr id="6" name="Content Placeholder 4"/>
          <p:cNvSpPr>
            <a:spLocks noGrp="1"/>
          </p:cNvSpPr>
          <p:nvPr>
            <p:ph idx="12"/>
          </p:nvPr>
        </p:nvSpPr>
        <p:spPr>
          <a:xfrm>
            <a:off x="628650" y="1828532"/>
            <a:ext cx="7886700" cy="397836"/>
          </a:xfrm>
        </p:spPr>
        <p:txBody>
          <a:bodyPr/>
          <a:lstStyle/>
          <a:p>
            <a:pPr marL="291600" indent="-291600">
              <a:spcBef>
                <a:spcPts val="1000"/>
              </a:spcBef>
            </a:pPr>
            <a:r>
              <a:rPr lang="en-US" dirty="0"/>
              <a:t>Figure 4.8 shows a linked structure and its array representation</a:t>
            </a:r>
            <a:endParaRPr lang="en-IN" dirty="0"/>
          </a:p>
        </p:txBody>
      </p:sp>
      <p:sp>
        <p:nvSpPr>
          <p:cNvPr id="3" name="Content Placeholder 2"/>
          <p:cNvSpPr>
            <a:spLocks noGrp="1"/>
          </p:cNvSpPr>
          <p:nvPr>
            <p:ph idx="1"/>
          </p:nvPr>
        </p:nvSpPr>
        <p:spPr>
          <a:xfrm>
            <a:off x="628650" y="2471668"/>
            <a:ext cx="7886700" cy="350158"/>
          </a:xfrm>
        </p:spPr>
        <p:txBody>
          <a:bodyPr/>
          <a:lstStyle/>
          <a:p>
            <a:pPr marL="0" indent="0">
              <a:spcBef>
                <a:spcPts val="1000"/>
              </a:spcBef>
              <a:buNone/>
            </a:pPr>
            <a:r>
              <a:rPr lang="en-IN" b="1" dirty="0"/>
              <a:t>Figure </a:t>
            </a:r>
            <a:r>
              <a:rPr lang="en-IN" b="1" dirty="0" smtClean="0"/>
              <a:t>4-8: </a:t>
            </a:r>
            <a:r>
              <a:rPr lang="en-IN" dirty="0"/>
              <a:t>An array representation of a linked structure</a:t>
            </a:r>
            <a:endParaRPr lang="en-US" dirty="0"/>
          </a:p>
        </p:txBody>
      </p:sp>
      <p:pic>
        <p:nvPicPr>
          <p:cNvPr id="8" name="Content Placeholder 7" descr="The figure shows a linked structure and its array representation. This setup effectively decouples the logical position  of a data item in the linked structure from its physical position in the array."/>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506759" y="2994518"/>
            <a:ext cx="6130481" cy="2989309"/>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514860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Noncontiguous Memory and Nodes </a:t>
            </a:r>
            <a:r>
              <a:rPr lang="en-US" sz="2000" dirty="0"/>
              <a:t>(4 of 4)</a:t>
            </a:r>
          </a:p>
        </p:txBody>
      </p:sp>
      <p:sp>
        <p:nvSpPr>
          <p:cNvPr id="3" name="Content Placeholder 2"/>
          <p:cNvSpPr>
            <a:spLocks noGrp="1"/>
          </p:cNvSpPr>
          <p:nvPr>
            <p:ph idx="1"/>
          </p:nvPr>
        </p:nvSpPr>
        <p:spPr>
          <a:xfrm>
            <a:off x="628650" y="1825625"/>
            <a:ext cx="7886700" cy="3051175"/>
          </a:xfrm>
        </p:spPr>
        <p:txBody>
          <a:bodyPr>
            <a:normAutofit/>
          </a:bodyPr>
          <a:lstStyle/>
          <a:p>
            <a:pPr marL="291600" indent="-291600">
              <a:spcBef>
                <a:spcPts val="1000"/>
              </a:spcBef>
            </a:pPr>
            <a:r>
              <a:rPr lang="en-US" dirty="0"/>
              <a:t>In more modern languages the programmer has direct access to the addresses of data in the form of </a:t>
            </a:r>
            <a:r>
              <a:rPr lang="en-US" i="1" dirty="0"/>
              <a:t>pointers:</a:t>
            </a:r>
          </a:p>
          <a:p>
            <a:pPr lvl="1">
              <a:spcBef>
                <a:spcPts val="1000"/>
              </a:spcBef>
            </a:pPr>
            <a:r>
              <a:rPr lang="en-US" dirty="0"/>
              <a:t>A node in a singly linked structure contains a data item and a pointer value</a:t>
            </a:r>
          </a:p>
          <a:p>
            <a:pPr marL="291600" indent="-291600">
              <a:spcBef>
                <a:spcPts val="1000"/>
              </a:spcBef>
            </a:pPr>
            <a:r>
              <a:rPr lang="en-US" dirty="0"/>
              <a:t>Python programmers set up nodes and linked structures by using </a:t>
            </a:r>
            <a:r>
              <a:rPr lang="en-US" i="1" dirty="0"/>
              <a:t>references</a:t>
            </a:r>
            <a:r>
              <a:rPr lang="en-US" dirty="0"/>
              <a:t> to objects:</a:t>
            </a:r>
          </a:p>
          <a:p>
            <a:pPr lvl="1">
              <a:spcBef>
                <a:spcPts val="1000"/>
              </a:spcBef>
            </a:pPr>
            <a:r>
              <a:rPr lang="en-US" dirty="0"/>
              <a:t>Programmers define a singly linked node by defining an object that contains two fields: </a:t>
            </a:r>
            <a:r>
              <a:rPr lang="en-US" dirty="0" smtClean="0"/>
              <a:t>a </a:t>
            </a:r>
            <a:r>
              <a:rPr lang="en-US" dirty="0"/>
              <a:t>reference to a data item and a reference to another node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6097895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Defining a Singly Linked Node Class</a:t>
            </a:r>
          </a:p>
        </p:txBody>
      </p:sp>
      <p:sp>
        <p:nvSpPr>
          <p:cNvPr id="3" name="Content Placeholder 2"/>
          <p:cNvSpPr>
            <a:spLocks noGrp="1"/>
          </p:cNvSpPr>
          <p:nvPr>
            <p:ph idx="1"/>
          </p:nvPr>
        </p:nvSpPr>
        <p:spPr>
          <a:xfrm>
            <a:off x="631963" y="1295400"/>
            <a:ext cx="7886700" cy="395289"/>
          </a:xfrm>
        </p:spPr>
        <p:txBody>
          <a:bodyPr/>
          <a:lstStyle/>
          <a:p>
            <a:pPr marL="291600" indent="-291600">
              <a:spcBef>
                <a:spcPts val="1000"/>
              </a:spcBef>
            </a:pPr>
            <a:r>
              <a:rPr lang="en-US" dirty="0"/>
              <a:t>Code for a singly linked node class</a:t>
            </a:r>
            <a:r>
              <a:rPr lang="en-US" dirty="0" smtClean="0"/>
              <a:t>:</a:t>
            </a:r>
            <a:endParaRPr lang="en-US" dirty="0"/>
          </a:p>
        </p:txBody>
      </p:sp>
      <p:sp>
        <p:nvSpPr>
          <p:cNvPr id="6" name="Content Placeholder 5"/>
          <p:cNvSpPr>
            <a:spLocks noGrp="1"/>
          </p:cNvSpPr>
          <p:nvPr>
            <p:ph idx="13"/>
          </p:nvPr>
        </p:nvSpPr>
        <p:spPr>
          <a:xfrm>
            <a:off x="762000" y="1842054"/>
            <a:ext cx="7753350" cy="1967946"/>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Node</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"""Represents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singly</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linked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node."""</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"""Instantiates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Node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default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next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None."""</a:t>
            </a:r>
            <a:endParaRPr lang="en-US" sz="1300" dirty="0">
              <a:solidFill>
                <a:srgbClr val="0068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self.data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self.next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next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257052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1780"/>
          </a:xfrm>
        </p:spPr>
        <p:txBody>
          <a:bodyPr/>
          <a:lstStyle/>
          <a:p>
            <a:r>
              <a:rPr lang="en-US" b="1" dirty="0"/>
              <a:t>Using the Singly Linked Node Class </a:t>
            </a:r>
            <a:r>
              <a:rPr lang="en-US" sz="2000" dirty="0"/>
              <a:t>(1 of 4)</a:t>
            </a:r>
          </a:p>
        </p:txBody>
      </p:sp>
      <p:sp>
        <p:nvSpPr>
          <p:cNvPr id="3" name="Content Placeholder 2"/>
          <p:cNvSpPr>
            <a:spLocks noGrp="1"/>
          </p:cNvSpPr>
          <p:nvPr>
            <p:ph idx="1"/>
          </p:nvPr>
        </p:nvSpPr>
        <p:spPr>
          <a:xfrm>
            <a:off x="628650" y="1825625"/>
            <a:ext cx="7886700" cy="1298575"/>
          </a:xfrm>
        </p:spPr>
        <p:txBody>
          <a:bodyPr>
            <a:normAutofit/>
          </a:bodyPr>
          <a:lstStyle/>
          <a:p>
            <a:pPr marL="291600" indent="-291600">
              <a:spcBef>
                <a:spcPts val="1000"/>
              </a:spcBef>
            </a:pPr>
            <a:r>
              <a:rPr lang="en-US" dirty="0"/>
              <a:t>Node variables are initialized to either the </a:t>
            </a:r>
            <a:r>
              <a:rPr lang="en-US" b="1" dirty="0">
                <a:latin typeface="Courier New" panose="02070309020205020404" pitchFamily="49" charset="0"/>
                <a:cs typeface="Courier New" panose="02070309020205020404" pitchFamily="49" charset="0"/>
              </a:rPr>
              <a:t>None</a:t>
            </a:r>
            <a:r>
              <a:rPr lang="en-US" dirty="0"/>
              <a:t> value or a new </a:t>
            </a:r>
            <a:r>
              <a:rPr lang="en-US" b="1" dirty="0">
                <a:latin typeface="Courier New" panose="02070309020205020404" pitchFamily="49" charset="0"/>
                <a:cs typeface="Courier New" panose="02070309020205020404" pitchFamily="49" charset="0"/>
              </a:rPr>
              <a:t>Node</a:t>
            </a:r>
            <a:r>
              <a:rPr lang="en-US" dirty="0"/>
              <a:t> object</a:t>
            </a:r>
          </a:p>
          <a:p>
            <a:pPr marL="291600" indent="-291600">
              <a:spcBef>
                <a:spcPts val="1000"/>
              </a:spcBef>
            </a:pPr>
            <a:r>
              <a:rPr lang="en-US" dirty="0"/>
              <a:t>Code segment that shows some variations on these two options</a:t>
            </a:r>
            <a:r>
              <a:rPr lang="en-US" dirty="0" smtClean="0"/>
              <a:t>:</a:t>
            </a:r>
            <a:endParaRPr lang="en-US" dirty="0"/>
          </a:p>
        </p:txBody>
      </p:sp>
      <p:sp>
        <p:nvSpPr>
          <p:cNvPr id="5" name="Content Placeholder 4"/>
          <p:cNvSpPr>
            <a:spLocks noGrp="1"/>
          </p:cNvSpPr>
          <p:nvPr>
            <p:ph idx="12"/>
          </p:nvPr>
        </p:nvSpPr>
        <p:spPr>
          <a:xfrm>
            <a:off x="762000" y="3276600"/>
            <a:ext cx="7753350" cy="1768044"/>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Just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empty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node1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containing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empty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node2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a:t>
            </a:r>
            <a:r>
              <a:rPr lang="en-US" b="1" dirty="0">
                <a:solidFill>
                  <a:srgbClr val="006800"/>
                </a:solidFill>
                <a:latin typeface="Courier New" panose="02070309020205020404" pitchFamily="49" charset="0"/>
                <a:ea typeface="MS Mincho"/>
                <a:cs typeface="Bank Gothic Bold"/>
              </a:rPr>
              <a:t>"A"</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containing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node2</a:t>
            </a:r>
            <a:endParaRPr lang="en-US" sz="1300" dirty="0">
              <a:solidFill>
                <a:srgbClr val="C00000"/>
              </a:solidFill>
              <a:latin typeface="Bank Gothic Bold"/>
              <a:ea typeface="MS Mincho"/>
              <a:cs typeface="Bank Gothic Bold"/>
            </a:endParaRPr>
          </a:p>
          <a:p>
            <a:pPr marL="171450" lvl="1" indent="0">
              <a:spcBef>
                <a:spcPts val="0"/>
              </a:spcBef>
              <a:buNone/>
            </a:pPr>
            <a:r>
              <a:rPr lang="nl-NL" b="1" dirty="0">
                <a:latin typeface="Courier New" panose="02070309020205020404" pitchFamily="49" charset="0"/>
                <a:ea typeface="MS Mincho"/>
              </a:rPr>
              <a:t>node3</a:t>
            </a:r>
            <a:r>
              <a:rPr lang="nl-NL" b="1" dirty="0">
                <a:latin typeface="Times" panose="02020603050405020304" pitchFamily="18" charset="0"/>
                <a:ea typeface="MS Mincho"/>
              </a:rPr>
              <a:t> </a:t>
            </a:r>
            <a:r>
              <a:rPr lang="nl-NL" b="1" dirty="0">
                <a:latin typeface="Courier New" panose="02070309020205020404" pitchFamily="49" charset="0"/>
                <a:ea typeface="MS Mincho"/>
              </a:rPr>
              <a:t>=</a:t>
            </a:r>
            <a:r>
              <a:rPr lang="nl-NL" b="1" dirty="0">
                <a:latin typeface="Times" panose="02020603050405020304" pitchFamily="18" charset="0"/>
                <a:ea typeface="MS Mincho"/>
              </a:rPr>
              <a:t> </a:t>
            </a:r>
            <a:r>
              <a:rPr lang="nl-NL" b="1" dirty="0">
                <a:latin typeface="Courier New" panose="02070309020205020404" pitchFamily="49" charset="0"/>
                <a:ea typeface="MS Mincho"/>
              </a:rPr>
              <a:t>Node(</a:t>
            </a:r>
            <a:r>
              <a:rPr lang="nl-NL" b="1" dirty="0">
                <a:solidFill>
                  <a:srgbClr val="006800"/>
                </a:solidFill>
                <a:latin typeface="Courier New" panose="02070309020205020404" pitchFamily="49" charset="0"/>
                <a:ea typeface="MS Mincho"/>
              </a:rPr>
              <a:t>"B"</a:t>
            </a:r>
            <a:r>
              <a:rPr lang="nl-NL" b="1" dirty="0">
                <a:latin typeface="Courier New" panose="02070309020205020404" pitchFamily="49" charset="0"/>
                <a:ea typeface="MS Mincho"/>
              </a:rPr>
              <a:t>,</a:t>
            </a:r>
            <a:r>
              <a:rPr lang="nl-NL" b="1" dirty="0">
                <a:latin typeface="Times" panose="02020603050405020304" pitchFamily="18" charset="0"/>
                <a:ea typeface="MS Mincho"/>
              </a:rPr>
              <a:t> </a:t>
            </a:r>
            <a:r>
              <a:rPr lang="nl-NL" b="1" dirty="0">
                <a:latin typeface="Courier New" panose="02070309020205020404" pitchFamily="49" charset="0"/>
                <a:ea typeface="MS Mincho"/>
              </a:rPr>
              <a:t>node2</a:t>
            </a:r>
            <a:r>
              <a:rPr lang="nl-NL" b="1" dirty="0" smtClean="0">
                <a:latin typeface="Courier New" panose="02070309020205020404" pitchFamily="49" charset="0"/>
                <a:ea typeface="MS Mincho"/>
              </a:rPr>
              <a: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5913912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the Singly Linked Node Class </a:t>
            </a:r>
            <a:r>
              <a:rPr lang="en-US" sz="2000" dirty="0"/>
              <a:t>(2 of 4)</a:t>
            </a:r>
          </a:p>
        </p:txBody>
      </p:sp>
      <p:sp>
        <p:nvSpPr>
          <p:cNvPr id="6" name="Content Placeholder 4"/>
          <p:cNvSpPr>
            <a:spLocks noGrp="1"/>
          </p:cNvSpPr>
          <p:nvPr>
            <p:ph idx="12"/>
          </p:nvPr>
        </p:nvSpPr>
        <p:spPr>
          <a:xfrm>
            <a:off x="628650" y="1828530"/>
            <a:ext cx="7886700" cy="626435"/>
          </a:xfrm>
        </p:spPr>
        <p:txBody>
          <a:bodyPr/>
          <a:lstStyle/>
          <a:p>
            <a:pPr marL="291600" indent="-291600">
              <a:spcBef>
                <a:spcPts val="1000"/>
              </a:spcBef>
            </a:pPr>
            <a:r>
              <a:rPr lang="en-US" dirty="0"/>
              <a:t>Figure 4.9 shows the state of the three variables after this code is run</a:t>
            </a:r>
            <a:endParaRPr lang="en-IN" dirty="0"/>
          </a:p>
        </p:txBody>
      </p:sp>
      <p:sp>
        <p:nvSpPr>
          <p:cNvPr id="3" name="Content Placeholder 2"/>
          <p:cNvSpPr>
            <a:spLocks noGrp="1"/>
          </p:cNvSpPr>
          <p:nvPr>
            <p:ph idx="1"/>
          </p:nvPr>
        </p:nvSpPr>
        <p:spPr>
          <a:xfrm>
            <a:off x="628650" y="2610815"/>
            <a:ext cx="4400550" cy="360985"/>
          </a:xfrm>
        </p:spPr>
        <p:txBody>
          <a:bodyPr/>
          <a:lstStyle/>
          <a:p>
            <a:pPr marL="0" indent="0">
              <a:spcBef>
                <a:spcPts val="1000"/>
              </a:spcBef>
              <a:buNone/>
            </a:pPr>
            <a:r>
              <a:rPr lang="en-IN" b="1" dirty="0"/>
              <a:t>Figure </a:t>
            </a:r>
            <a:r>
              <a:rPr lang="en-IN" b="1" dirty="0" smtClean="0"/>
              <a:t>4-9: </a:t>
            </a:r>
            <a:r>
              <a:rPr lang="en-IN" dirty="0"/>
              <a:t>Three external links</a:t>
            </a:r>
            <a:endParaRPr lang="en-US" dirty="0"/>
          </a:p>
        </p:txBody>
      </p:sp>
      <p:pic>
        <p:nvPicPr>
          <p:cNvPr id="8" name="Content Placeholder 7" descr="The figure shows the state of three variables after this code is run. Node 1 points to no node object yet, is none. Node 2 and node 3 point to objects that are linked. Node 2 points to an object whose next pointer is none."/>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2057400" y="3124200"/>
            <a:ext cx="5133985" cy="2799395"/>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8329364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the Singly Linked Node Class </a:t>
            </a:r>
            <a:r>
              <a:rPr lang="en-US" sz="2000" dirty="0"/>
              <a:t>(3 of 4)</a:t>
            </a:r>
          </a:p>
        </p:txBody>
      </p:sp>
      <p:sp>
        <p:nvSpPr>
          <p:cNvPr id="3" name="Content Placeholder 2"/>
          <p:cNvSpPr>
            <a:spLocks noGrp="1"/>
          </p:cNvSpPr>
          <p:nvPr>
            <p:ph idx="1"/>
          </p:nvPr>
        </p:nvSpPr>
        <p:spPr>
          <a:xfrm>
            <a:off x="595179" y="1447800"/>
            <a:ext cx="7886700" cy="3352800"/>
          </a:xfrm>
        </p:spPr>
        <p:txBody>
          <a:bodyPr/>
          <a:lstStyle/>
          <a:p>
            <a:pPr marL="291600" indent="-291600">
              <a:spcBef>
                <a:spcPts val="1000"/>
              </a:spcBef>
            </a:pPr>
            <a:r>
              <a:rPr lang="en-US" dirty="0"/>
              <a:t>Suppose you attempt to place the first node at the beginning of the linked structure that already contains </a:t>
            </a:r>
            <a:r>
              <a:rPr lang="en-US" b="1" dirty="0">
                <a:latin typeface="Courier New" panose="02070309020205020404" pitchFamily="49" charset="0"/>
                <a:cs typeface="Courier New" panose="02070309020205020404" pitchFamily="49" charset="0"/>
              </a:rPr>
              <a:t>node2</a:t>
            </a:r>
            <a:r>
              <a:rPr lang="en-US" dirty="0">
                <a:latin typeface="Courier New" panose="02070309020205020404" pitchFamily="49" charset="0"/>
                <a:cs typeface="Courier New" panose="02070309020205020404" pitchFamily="49" charset="0"/>
              </a:rPr>
              <a:t> </a:t>
            </a:r>
            <a:r>
              <a:rPr lang="en-US" dirty="0"/>
              <a:t>and </a:t>
            </a:r>
            <a:r>
              <a:rPr lang="en-US" b="1" dirty="0">
                <a:latin typeface="Courier New" panose="02070309020205020404" pitchFamily="49" charset="0"/>
                <a:cs typeface="Courier New" panose="02070309020205020404" pitchFamily="49" charset="0"/>
              </a:rPr>
              <a:t>node3</a:t>
            </a:r>
            <a:r>
              <a:rPr lang="en-US" dirty="0"/>
              <a:t> by running the following statement:</a:t>
            </a:r>
          </a:p>
          <a:p>
            <a:pPr marL="342900" lvl="1" indent="0">
              <a:buNone/>
            </a:pPr>
            <a:r>
              <a:rPr lang="en-US" b="1" dirty="0">
                <a:latin typeface="Courier New" panose="02070309020205020404" pitchFamily="49" charset="0"/>
                <a:cs typeface="Courier New" panose="02070309020205020404" pitchFamily="49" charset="0"/>
              </a:rPr>
              <a:t>node1.next = node3</a:t>
            </a:r>
            <a:endParaRPr lang="en-US" dirty="0">
              <a:latin typeface="Courier New" panose="02070309020205020404" pitchFamily="49" charset="0"/>
              <a:cs typeface="Courier New" panose="02070309020205020404" pitchFamily="49" charset="0"/>
            </a:endParaRPr>
          </a:p>
          <a:p>
            <a:pPr marL="291600" indent="-291600">
              <a:spcBef>
                <a:spcPts val="1000"/>
              </a:spcBef>
            </a:pPr>
            <a:r>
              <a:rPr lang="en-US" dirty="0"/>
              <a:t>Python responds by raising an </a:t>
            </a:r>
            <a:r>
              <a:rPr lang="en-US" b="1" dirty="0">
                <a:latin typeface="Courier New" panose="02070309020205020404" pitchFamily="49" charset="0"/>
                <a:cs typeface="Courier New" panose="02070309020205020404" pitchFamily="49" charset="0"/>
              </a:rPr>
              <a:t>AttributeError</a:t>
            </a:r>
          </a:p>
          <a:p>
            <a:pPr marL="291600" indent="-291600">
              <a:spcBef>
                <a:spcPts val="1000"/>
              </a:spcBef>
            </a:pPr>
            <a:r>
              <a:rPr lang="en-US" dirty="0"/>
              <a:t>To create the desired link, you could run either</a:t>
            </a:r>
          </a:p>
          <a:p>
            <a:pPr marL="342900" lvl="1" indent="0">
              <a:buNone/>
            </a:pPr>
            <a:r>
              <a:rPr lang="nl-NL" b="1" dirty="0">
                <a:latin typeface="Courier New" panose="02070309020205020404" pitchFamily="49" charset="0"/>
                <a:cs typeface="Courier New" panose="02070309020205020404" pitchFamily="49" charset="0"/>
              </a:rPr>
              <a:t>node1 = Node("C", node3)</a:t>
            </a:r>
            <a:endParaRPr lang="en-US" b="1" dirty="0">
              <a:latin typeface="Courier New" panose="02070309020205020404" pitchFamily="49" charset="0"/>
              <a:cs typeface="Courier New" panose="02070309020205020404" pitchFamily="49" charset="0"/>
            </a:endParaRPr>
          </a:p>
          <a:p>
            <a:pPr marL="342900" lvl="1" indent="0">
              <a:buNone/>
            </a:pPr>
            <a:r>
              <a:rPr lang="nl-NL" dirty="0"/>
              <a:t>or</a:t>
            </a:r>
            <a:endParaRPr lang="en-US" dirty="0"/>
          </a:p>
          <a:p>
            <a:pPr marL="342900" lvl="1" indent="0">
              <a:buNone/>
            </a:pPr>
            <a:r>
              <a:rPr lang="nl-NL" b="1" dirty="0">
                <a:latin typeface="Courier New" panose="02070309020205020404" pitchFamily="49" charset="0"/>
                <a:cs typeface="Courier New" panose="02070309020205020404" pitchFamily="49" charset="0"/>
              </a:rPr>
              <a:t>node1 = Node("C", None)</a:t>
            </a:r>
            <a:endParaRPr lang="en-US" b="1" dirty="0">
              <a:latin typeface="Courier New" panose="02070309020205020404" pitchFamily="49" charset="0"/>
              <a:cs typeface="Courier New" panose="02070309020205020404" pitchFamily="49" charset="0"/>
            </a:endParaRPr>
          </a:p>
          <a:p>
            <a:pPr marL="342900" lvl="1" indent="0">
              <a:buNone/>
            </a:pPr>
            <a:r>
              <a:rPr lang="nl-NL" b="1" dirty="0">
                <a:latin typeface="Courier New" panose="02070309020205020404" pitchFamily="49" charset="0"/>
                <a:cs typeface="Courier New" panose="02070309020205020404" pitchFamily="49" charset="0"/>
              </a:rPr>
              <a:t>node1.next = node3</a:t>
            </a:r>
            <a:endParaRPr lang="en-US" b="1"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3887088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Using the Singly Linked Node Class </a:t>
            </a:r>
            <a:r>
              <a:rPr lang="en-US" sz="2000" dirty="0"/>
              <a:t>(4 of 4)</a:t>
            </a:r>
          </a:p>
        </p:txBody>
      </p:sp>
      <p:sp>
        <p:nvSpPr>
          <p:cNvPr id="3" name="Content Placeholder 2"/>
          <p:cNvSpPr>
            <a:spLocks noGrp="1"/>
          </p:cNvSpPr>
          <p:nvPr>
            <p:ph idx="1"/>
          </p:nvPr>
        </p:nvSpPr>
        <p:spPr>
          <a:xfrm>
            <a:off x="628650" y="1444625"/>
            <a:ext cx="7886700" cy="1056984"/>
          </a:xfrm>
        </p:spPr>
        <p:txBody>
          <a:bodyPr>
            <a:normAutofit lnSpcReduction="10000"/>
          </a:bodyPr>
          <a:lstStyle/>
          <a:p>
            <a:pPr marL="291600" indent="-291600">
              <a:spcBef>
                <a:spcPts val="1000"/>
              </a:spcBef>
            </a:pPr>
            <a:r>
              <a:rPr lang="en-US" dirty="0"/>
              <a:t>Linked structures are processed with loops:</a:t>
            </a:r>
          </a:p>
          <a:p>
            <a:pPr lvl="1">
              <a:spcBef>
                <a:spcPts val="1000"/>
              </a:spcBef>
            </a:pPr>
            <a:r>
              <a:rPr lang="en-US" dirty="0"/>
              <a:t>Use loops to create a linked structure and visit each node in it</a:t>
            </a:r>
          </a:p>
          <a:p>
            <a:pPr marL="291600" indent="-291600">
              <a:spcBef>
                <a:spcPts val="1000"/>
              </a:spcBef>
            </a:pPr>
            <a:r>
              <a:rPr lang="en-US" dirty="0"/>
              <a:t>Code to create a singly linked structure and print its contents</a:t>
            </a:r>
            <a:r>
              <a:rPr lang="en-US" dirty="0" smtClean="0"/>
              <a:t>:</a:t>
            </a:r>
            <a:endParaRPr lang="en-US" dirty="0"/>
          </a:p>
        </p:txBody>
      </p:sp>
      <p:sp>
        <p:nvSpPr>
          <p:cNvPr id="5" name="Content Placeholder 4"/>
          <p:cNvSpPr>
            <a:spLocks noGrp="1"/>
          </p:cNvSpPr>
          <p:nvPr>
            <p:ph idx="12"/>
          </p:nvPr>
        </p:nvSpPr>
        <p:spPr>
          <a:xfrm>
            <a:off x="762000" y="2558816"/>
            <a:ext cx="7753350" cy="3305272"/>
          </a:xfrm>
        </p:spPr>
        <p:txBody>
          <a:bodyPr/>
          <a:lstStyle/>
          <a:p>
            <a:pPr marL="171450" lvl="1" indent="0">
              <a:spcBef>
                <a:spcPts val="0"/>
              </a:spcBef>
              <a:buNone/>
            </a:pPr>
            <a:r>
              <a:rPr lang="en-US" b="1" dirty="0">
                <a:solidFill>
                  <a:srgbClr val="006800"/>
                </a:solidFill>
                <a:latin typeface="Courier New" panose="02070309020205020404" pitchFamily="49" charset="0"/>
                <a:ea typeface="MS Mincho"/>
                <a:cs typeface="Bank Gothic Bold"/>
              </a:rPr>
              <a: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File: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testnode.py</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Tests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Node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class.</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smtClean="0">
                <a:solidFill>
                  <a:srgbClr val="006800"/>
                </a:solidFill>
                <a:latin typeface="Courier New" panose="02070309020205020404" pitchFamily="49" charset="0"/>
                <a:ea typeface="MS Mincho"/>
                <a:cs typeface="Bank Gothic Bold"/>
              </a:rPr>
              <a:t>"""</a:t>
            </a:r>
            <a:endParaRPr lang="en-US"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from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smtClean="0">
                <a:latin typeface="Courier New" panose="02070309020205020404" pitchFamily="49" charset="0"/>
                <a:ea typeface="MS Mincho"/>
                <a:cs typeface="Bank Gothic Bold"/>
              </a:rPr>
              <a:t>Node</a:t>
            </a:r>
            <a:endParaRPr lang="en-US" dirty="0">
              <a:latin typeface="Bank Gothic Bold"/>
              <a:ea typeface="MS Mincho"/>
              <a:cs typeface="Bank Gothic Bold"/>
            </a:endParaRPr>
          </a:p>
          <a:p>
            <a:pPr marL="171450" lvl="1" indent="0">
              <a:spcBef>
                <a:spcPts val="0"/>
              </a:spcBef>
              <a:buNone/>
            </a:pPr>
            <a:r>
              <a:rPr lang="en-US" b="1" dirty="0" smtClean="0">
                <a:latin typeface="Courier New" panose="02070309020205020404" pitchFamily="49" charset="0"/>
                <a:ea typeface="MS Mincho"/>
                <a:cs typeface="Bank Gothic Bold"/>
              </a:rPr>
              <a:t>head</a:t>
            </a:r>
            <a:r>
              <a:rPr lang="en-US" b="1" dirty="0" smtClean="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Add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five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beginning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structure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6):</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Node(count,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Print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contents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structure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660066"/>
                </a:solidFill>
                <a:latin typeface="Courier New" panose="02070309020205020404" pitchFamily="49" charset="0"/>
                <a:ea typeface="MS Mincho"/>
                <a:cs typeface="Bank Gothic Bold"/>
              </a:rPr>
              <a:t>print</a:t>
            </a:r>
            <a:r>
              <a:rPr lang="en-US" b="1" dirty="0">
                <a:latin typeface="Courier New" panose="02070309020205020404" pitchFamily="49" charset="0"/>
                <a:ea typeface="MS Mincho"/>
                <a:cs typeface="Bank Gothic Bold"/>
              </a:rPr>
              <a:t>(head.data)</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head</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head.next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2484828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Operations on Singly Linked Structures</a:t>
            </a:r>
          </a:p>
        </p:txBody>
      </p:sp>
      <p:sp>
        <p:nvSpPr>
          <p:cNvPr id="3" name="Content Placeholder 2"/>
          <p:cNvSpPr>
            <a:spLocks noGrp="1"/>
          </p:cNvSpPr>
          <p:nvPr>
            <p:ph idx="1"/>
          </p:nvPr>
        </p:nvSpPr>
        <p:spPr>
          <a:xfrm>
            <a:off x="628650" y="1676400"/>
            <a:ext cx="7886700" cy="2667000"/>
          </a:xfrm>
        </p:spPr>
        <p:txBody>
          <a:bodyPr/>
          <a:lstStyle/>
          <a:p>
            <a:pPr marL="291600" indent="-291600">
              <a:spcBef>
                <a:spcPts val="1000"/>
              </a:spcBef>
            </a:pPr>
            <a:r>
              <a:rPr lang="en-US" dirty="0"/>
              <a:t>The programmer must emulate index-based operations on a linked structure by manipulating links within the structure</a:t>
            </a:r>
          </a:p>
          <a:p>
            <a:pPr marL="291600" indent="-291600">
              <a:spcBef>
                <a:spcPts val="1000"/>
              </a:spcBef>
            </a:pPr>
            <a:r>
              <a:rPr lang="en-US" dirty="0"/>
              <a:t>This section covers how these manipulations are performed in common operations, such as</a:t>
            </a:r>
          </a:p>
          <a:p>
            <a:pPr lvl="1">
              <a:spcBef>
                <a:spcPts val="1000"/>
              </a:spcBef>
            </a:pPr>
            <a:r>
              <a:rPr lang="en-US" dirty="0"/>
              <a:t>Traversals</a:t>
            </a:r>
          </a:p>
          <a:p>
            <a:pPr lvl="1">
              <a:spcBef>
                <a:spcPts val="1000"/>
              </a:spcBef>
            </a:pPr>
            <a:r>
              <a:rPr lang="en-US" dirty="0"/>
              <a:t>Insertions</a:t>
            </a:r>
          </a:p>
          <a:p>
            <a:pPr lvl="1">
              <a:spcBef>
                <a:spcPts val="1000"/>
              </a:spcBef>
            </a:pPr>
            <a:r>
              <a:rPr lang="en-US" dirty="0" smtClean="0"/>
              <a:t>Removals</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8203960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Traversal</a:t>
            </a:r>
            <a:r>
              <a:rPr lang="en-US" dirty="0"/>
              <a:t> </a:t>
            </a:r>
            <a:r>
              <a:rPr lang="en-US" sz="2000" dirty="0"/>
              <a:t>(1 of 2)</a:t>
            </a:r>
          </a:p>
        </p:txBody>
      </p:sp>
      <p:sp>
        <p:nvSpPr>
          <p:cNvPr id="3" name="Content Placeholder 2"/>
          <p:cNvSpPr>
            <a:spLocks noGrp="1"/>
          </p:cNvSpPr>
          <p:nvPr>
            <p:ph idx="1"/>
          </p:nvPr>
        </p:nvSpPr>
        <p:spPr>
          <a:xfrm>
            <a:off x="628650" y="1615881"/>
            <a:ext cx="7886700" cy="1355919"/>
          </a:xfrm>
        </p:spPr>
        <p:txBody>
          <a:bodyPr>
            <a:normAutofit/>
          </a:bodyPr>
          <a:lstStyle/>
          <a:p>
            <a:pPr marL="291600" indent="-291600">
              <a:spcBef>
                <a:spcPts val="1000"/>
              </a:spcBef>
            </a:pPr>
            <a:r>
              <a:rPr lang="en-US" dirty="0"/>
              <a:t>Traversal</a:t>
            </a:r>
          </a:p>
          <a:p>
            <a:pPr lvl="1">
              <a:spcBef>
                <a:spcPts val="1000"/>
              </a:spcBef>
            </a:pPr>
            <a:r>
              <a:rPr lang="en-US" dirty="0"/>
              <a:t>Uses a temporary pointer variable named </a:t>
            </a:r>
            <a:r>
              <a:rPr lang="en-US" b="1" dirty="0">
                <a:latin typeface="Courier New" panose="02070309020205020404" pitchFamily="49" charset="0"/>
                <a:cs typeface="Courier New" panose="02070309020205020404" pitchFamily="49" charset="0"/>
              </a:rPr>
              <a:t>probe</a:t>
            </a:r>
          </a:p>
          <a:p>
            <a:pPr lvl="1">
              <a:spcBef>
                <a:spcPts val="1000"/>
              </a:spcBef>
            </a:pPr>
            <a:r>
              <a:rPr lang="en-US" dirty="0"/>
              <a:t>This variable is initialized to the linked structure’s </a:t>
            </a:r>
            <a:r>
              <a:rPr lang="en-US" b="1" dirty="0">
                <a:latin typeface="Courier New" panose="02070309020205020404" pitchFamily="49" charset="0"/>
                <a:cs typeface="Courier New" panose="02070309020205020404" pitchFamily="49" charset="0"/>
              </a:rPr>
              <a:t>head</a:t>
            </a:r>
            <a:r>
              <a:rPr lang="en-US" dirty="0"/>
              <a:t> pointer and then controls a loop as follows</a:t>
            </a:r>
            <a:r>
              <a:rPr lang="en-US" dirty="0" smtClean="0"/>
              <a:t>:</a:t>
            </a:r>
            <a:endParaRPr lang="en-US" dirty="0"/>
          </a:p>
        </p:txBody>
      </p:sp>
      <p:sp>
        <p:nvSpPr>
          <p:cNvPr id="5" name="Content Placeholder 4"/>
          <p:cNvSpPr>
            <a:spLocks noGrp="1"/>
          </p:cNvSpPr>
          <p:nvPr>
            <p:ph idx="12"/>
          </p:nvPr>
        </p:nvSpPr>
        <p:spPr>
          <a:xfrm>
            <a:off x="648528" y="3080317"/>
            <a:ext cx="7886700" cy="1014608"/>
          </a:xfrm>
        </p:spPr>
        <p:txBody>
          <a:bodyPr/>
          <a:lstStyle/>
          <a:p>
            <a:pPr marL="514350" lvl="2"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000" dirty="0">
              <a:latin typeface="Bank Gothic Bold"/>
              <a:ea typeface="MS Mincho"/>
              <a:cs typeface="Bank Gothic Bold"/>
            </a:endParaRPr>
          </a:p>
          <a:p>
            <a:pPr marL="514350" lvl="2"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000" dirty="0">
              <a:latin typeface="Bank Gothic Bold"/>
              <a:ea typeface="MS Mincho"/>
              <a:cs typeface="Bank Gothic Bold"/>
            </a:endParaRPr>
          </a:p>
          <a:p>
            <a:pPr marL="874395" lvl="2" indent="0">
              <a:spcBef>
                <a:spcPts val="0"/>
              </a:spcBef>
              <a:buNone/>
              <a:tabLst>
                <a:tab pos="2971800" algn="l"/>
              </a:tabLst>
            </a:pPr>
            <a:r>
              <a:rPr lang="en-US" b="1" dirty="0">
                <a:latin typeface="Courier New" panose="02070309020205020404" pitchFamily="49" charset="0"/>
                <a:ea typeface="MS Mincho"/>
                <a:cs typeface="Bank Gothic Bold"/>
              </a:rPr>
              <a:t>&lt;</a:t>
            </a:r>
            <a:r>
              <a:rPr lang="en-US" b="1" i="1" dirty="0">
                <a:latin typeface="Courier New" panose="02070309020205020404" pitchFamily="49" charset="0"/>
                <a:ea typeface="MS Mincho"/>
                <a:cs typeface="Bank Gothic Bold"/>
              </a:rPr>
              <a:t>use</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or</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modify</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probe.data</a:t>
            </a:r>
            <a:r>
              <a:rPr lang="en-US" b="1" dirty="0">
                <a:latin typeface="Courier New" panose="02070309020205020404" pitchFamily="49" charset="0"/>
                <a:ea typeface="MS Mincho"/>
                <a:cs typeface="Bank Gothic Bold"/>
              </a:rPr>
              <a:t>&gt;</a:t>
            </a:r>
            <a:endParaRPr lang="en-US" sz="1000" dirty="0">
              <a:latin typeface="Bank Gothic Bold"/>
              <a:ea typeface="MS Mincho"/>
              <a:cs typeface="Bank Gothic Bold"/>
            </a:endParaRPr>
          </a:p>
          <a:p>
            <a:pPr marL="685800" lvl="2" indent="0">
              <a:buNone/>
            </a:pPr>
            <a:r>
              <a:rPr lang="en-US" b="1" dirty="0">
                <a:latin typeface="Courier New" panose="02070309020205020404" pitchFamily="49" charset="0"/>
                <a:ea typeface="MS Mincho"/>
              </a:rPr>
              <a:t>probe</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probe.next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386206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Traversal</a:t>
            </a:r>
            <a:r>
              <a:rPr lang="en-US" dirty="0"/>
              <a:t> </a:t>
            </a:r>
            <a:r>
              <a:rPr lang="en-US" sz="2000" dirty="0"/>
              <a:t>(2 of 2)</a:t>
            </a:r>
          </a:p>
        </p:txBody>
      </p:sp>
      <p:sp>
        <p:nvSpPr>
          <p:cNvPr id="6" name="Content Placeholder 4"/>
          <p:cNvSpPr>
            <a:spLocks noGrp="1"/>
          </p:cNvSpPr>
          <p:nvPr>
            <p:ph idx="12"/>
          </p:nvPr>
        </p:nvSpPr>
        <p:spPr>
          <a:xfrm>
            <a:off x="628650" y="1609874"/>
            <a:ext cx="7886700" cy="626436"/>
          </a:xfrm>
        </p:spPr>
        <p:txBody>
          <a:bodyPr/>
          <a:lstStyle/>
          <a:p>
            <a:pPr marL="291600" indent="-291600">
              <a:spcBef>
                <a:spcPts val="1000"/>
              </a:spcBef>
            </a:pPr>
            <a:r>
              <a:rPr lang="en-US" dirty="0"/>
              <a:t>Figure 4.10 shows the state of the pointer variables </a:t>
            </a:r>
            <a:r>
              <a:rPr lang="en-US" b="1" dirty="0">
                <a:latin typeface="Courier New" panose="02070309020205020404" pitchFamily="49" charset="0"/>
                <a:cs typeface="Courier New" panose="02070309020205020404" pitchFamily="49" charset="0"/>
              </a:rPr>
              <a:t>probe</a:t>
            </a:r>
            <a:r>
              <a:rPr lang="en-US" dirty="0"/>
              <a:t> and </a:t>
            </a:r>
            <a:r>
              <a:rPr lang="en-US" b="1" dirty="0">
                <a:latin typeface="Courier New" panose="02070309020205020404" pitchFamily="49" charset="0"/>
                <a:cs typeface="Courier New" panose="02070309020205020404" pitchFamily="49" charset="0"/>
              </a:rPr>
              <a:t>head</a:t>
            </a:r>
            <a:r>
              <a:rPr lang="en-US" dirty="0"/>
              <a:t> during each pass of the loop</a:t>
            </a:r>
            <a:endParaRPr lang="en-IN" dirty="0"/>
          </a:p>
        </p:txBody>
      </p:sp>
      <p:sp>
        <p:nvSpPr>
          <p:cNvPr id="3" name="Content Placeholder 2"/>
          <p:cNvSpPr>
            <a:spLocks noGrp="1"/>
          </p:cNvSpPr>
          <p:nvPr>
            <p:ph idx="1"/>
          </p:nvPr>
        </p:nvSpPr>
        <p:spPr>
          <a:xfrm>
            <a:off x="628650" y="2345635"/>
            <a:ext cx="5162550" cy="351179"/>
          </a:xfrm>
        </p:spPr>
        <p:txBody>
          <a:bodyPr/>
          <a:lstStyle/>
          <a:p>
            <a:pPr marL="0" indent="0">
              <a:spcBef>
                <a:spcPts val="1000"/>
              </a:spcBef>
              <a:buNone/>
            </a:pPr>
            <a:r>
              <a:rPr lang="en-IN" b="1" dirty="0"/>
              <a:t>Figure </a:t>
            </a:r>
            <a:r>
              <a:rPr lang="en-IN" b="1" dirty="0" smtClean="0"/>
              <a:t>4-10: </a:t>
            </a:r>
            <a:r>
              <a:rPr lang="en-IN" dirty="0"/>
              <a:t>Traversing a linked structure</a:t>
            </a:r>
            <a:endParaRPr lang="en-US" dirty="0"/>
          </a:p>
        </p:txBody>
      </p:sp>
      <p:pic>
        <p:nvPicPr>
          <p:cNvPr id="8" name="Content Placeholder 7" descr="At the beginning og pass 1, visit node D_1. At the beginning of pass 2, visit node D_2. At the beginning of pass 3, visit node D_3. At the end of pass 3, probe is none, and the loop terminates."/>
          <p:cNvPicPr>
            <a:picLocks noGrp="1" noChangeAspect="1"/>
          </p:cNvPicPr>
          <p:nvPr>
            <p:ph idx="12"/>
          </p:nvPr>
        </p:nvPicPr>
        <p:blipFill>
          <a:blip r:embed="rId2" cstate="print">
            <a:extLst>
              <a:ext uri="{28A0092B-C50C-407E-A947-70E740481C1C}">
                <a14:useLocalDpi xmlns:a14="http://schemas.microsoft.com/office/drawing/2010/main" val="0"/>
              </a:ext>
            </a:extLst>
          </a:blip>
          <a:stretch>
            <a:fillRect/>
          </a:stretch>
        </p:blipFill>
        <p:spPr>
          <a:xfrm>
            <a:off x="2420343" y="2729834"/>
            <a:ext cx="3647434" cy="3368374"/>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774523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Searching</a:t>
            </a:r>
            <a:r>
              <a:rPr lang="en-US" dirty="0"/>
              <a:t> </a:t>
            </a:r>
            <a:r>
              <a:rPr lang="en-US" sz="2000" dirty="0"/>
              <a:t>(1 of 2)</a:t>
            </a:r>
          </a:p>
        </p:txBody>
      </p:sp>
      <p:sp>
        <p:nvSpPr>
          <p:cNvPr id="3" name="Content Placeholder 2"/>
          <p:cNvSpPr>
            <a:spLocks noGrp="1"/>
          </p:cNvSpPr>
          <p:nvPr>
            <p:ph idx="1"/>
          </p:nvPr>
        </p:nvSpPr>
        <p:spPr>
          <a:xfrm>
            <a:off x="628650" y="1371599"/>
            <a:ext cx="7886700" cy="2590801"/>
          </a:xfrm>
        </p:spPr>
        <p:txBody>
          <a:bodyPr>
            <a:normAutofit fontScale="92500" lnSpcReduction="10000"/>
          </a:bodyPr>
          <a:lstStyle/>
          <a:p>
            <a:pPr marL="291600" indent="-291600">
              <a:spcBef>
                <a:spcPts val="1000"/>
              </a:spcBef>
            </a:pPr>
            <a:r>
              <a:rPr lang="en-US" sz="2300" dirty="0"/>
              <a:t>The sequential search of a linked structure resembles a traversal:</a:t>
            </a:r>
          </a:p>
          <a:p>
            <a:pPr lvl="1">
              <a:spcBef>
                <a:spcPts val="1000"/>
              </a:spcBef>
            </a:pPr>
            <a:r>
              <a:rPr lang="en-US" sz="1900" dirty="0"/>
              <a:t>You must start at the first node and follow the links until you reach a sentinel</a:t>
            </a:r>
          </a:p>
          <a:p>
            <a:pPr marL="291600" indent="-291600">
              <a:spcBef>
                <a:spcPts val="1000"/>
              </a:spcBef>
            </a:pPr>
            <a:r>
              <a:rPr lang="en-US" sz="2300" dirty="0"/>
              <a:t>Two possible sentinels</a:t>
            </a:r>
          </a:p>
          <a:p>
            <a:pPr lvl="1">
              <a:spcBef>
                <a:spcPts val="1000"/>
              </a:spcBef>
            </a:pPr>
            <a:r>
              <a:rPr lang="en-US" dirty="0"/>
              <a:t>The empty link, indicating there are no more data items to examine</a:t>
            </a:r>
          </a:p>
          <a:p>
            <a:pPr lvl="1">
              <a:spcBef>
                <a:spcPts val="1000"/>
              </a:spcBef>
            </a:pPr>
            <a:r>
              <a:rPr lang="en-US" dirty="0"/>
              <a:t>A data item that equals the target item, indicating a successful search</a:t>
            </a:r>
          </a:p>
          <a:p>
            <a:pPr marL="291600" indent="-291600">
              <a:spcBef>
                <a:spcPts val="1000"/>
              </a:spcBef>
            </a:pPr>
            <a:r>
              <a:rPr lang="en-US" sz="2300" dirty="0"/>
              <a:t>The form of the search for a given item</a:t>
            </a:r>
            <a:r>
              <a:rPr lang="en-US" sz="2300" dirty="0" smtClean="0"/>
              <a:t>:</a:t>
            </a:r>
            <a:endParaRPr lang="en-US" sz="2300" dirty="0"/>
          </a:p>
        </p:txBody>
      </p:sp>
      <p:sp>
        <p:nvSpPr>
          <p:cNvPr id="5" name="Content Placeholder 4"/>
          <p:cNvSpPr>
            <a:spLocks noGrp="1"/>
          </p:cNvSpPr>
          <p:nvPr>
            <p:ph idx="12"/>
          </p:nvPr>
        </p:nvSpPr>
        <p:spPr>
          <a:xfrm>
            <a:off x="807552" y="4075041"/>
            <a:ext cx="7886700" cy="1881810"/>
          </a:xfrm>
        </p:spPr>
        <p:txBody>
          <a:bodyPr>
            <a:normAutofit/>
          </a:bodyPr>
          <a:lstStyle/>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probe.data: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&lt;</a:t>
            </a:r>
            <a:r>
              <a:rPr lang="en-US" b="1" i="1" dirty="0">
                <a:latin typeface="Courier New" panose="02070309020205020404" pitchFamily="49" charset="0"/>
                <a:ea typeface="MS Mincho"/>
                <a:cs typeface="Bank Gothic Bold"/>
              </a:rPr>
              <a:t>targetItem</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has</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been</a:t>
            </a:r>
            <a:r>
              <a:rPr lang="en-US" b="1" i="1" dirty="0">
                <a:latin typeface="Times" panose="02020603050405020304" pitchFamily="18" charset="0"/>
                <a:ea typeface="MS Mincho"/>
                <a:cs typeface="Bank Gothic Bold"/>
              </a:rPr>
              <a:t> </a:t>
            </a:r>
            <a:r>
              <a:rPr lang="en-US" b="1" i="1" dirty="0">
                <a:latin typeface="Courier New" panose="02070309020205020404" pitchFamily="49" charset="0"/>
                <a:ea typeface="MS Mincho"/>
                <a:cs typeface="Bank Gothic Bold"/>
              </a:rPr>
              <a:t>found</a:t>
            </a:r>
            <a:r>
              <a:rPr lang="en-US" b="1" dirty="0">
                <a:latin typeface="Courier New" panose="02070309020205020404" pitchFamily="49" charset="0"/>
                <a:ea typeface="MS Mincho"/>
                <a:cs typeface="Bank Gothic Bold"/>
              </a:rPr>
              <a:t>&gt;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&lt;targetItem</a:t>
            </a:r>
            <a:r>
              <a:rPr lang="en-US" b="1" dirty="0">
                <a:latin typeface="Times" panose="02020603050405020304" pitchFamily="18" charset="0"/>
                <a:ea typeface="MS Mincho"/>
              </a:rPr>
              <a:t> </a:t>
            </a:r>
            <a:r>
              <a:rPr lang="en-US" b="1" dirty="0">
                <a:latin typeface="Courier New" panose="02070309020205020404" pitchFamily="49" charset="0"/>
                <a:ea typeface="MS Mincho"/>
              </a:rPr>
              <a:t>is</a:t>
            </a:r>
            <a:r>
              <a:rPr lang="en-US" b="1" dirty="0">
                <a:latin typeface="Times" panose="02020603050405020304" pitchFamily="18" charset="0"/>
                <a:ea typeface="MS Mincho"/>
              </a:rPr>
              <a:t> </a:t>
            </a:r>
            <a:r>
              <a:rPr lang="en-US" b="1" dirty="0">
                <a:latin typeface="Courier New" panose="02070309020205020404" pitchFamily="49" charset="0"/>
                <a:ea typeface="MS Mincho"/>
              </a:rPr>
              <a:t>not</a:t>
            </a:r>
            <a:r>
              <a:rPr lang="en-US" b="1" dirty="0">
                <a:latin typeface="Times" panose="02020603050405020304" pitchFamily="18" charset="0"/>
                <a:ea typeface="MS Mincho"/>
              </a:rPr>
              <a:t> </a:t>
            </a:r>
            <a:r>
              <a:rPr lang="en-US" b="1" dirty="0">
                <a:latin typeface="Courier New" panose="02070309020205020404" pitchFamily="49" charset="0"/>
                <a:ea typeface="MS Mincho"/>
              </a:rPr>
              <a:t>in</a:t>
            </a:r>
            <a:r>
              <a:rPr lang="en-US" b="1" dirty="0">
                <a:latin typeface="Times" panose="02020603050405020304" pitchFamily="18" charset="0"/>
                <a:ea typeface="MS Mincho"/>
              </a:rPr>
              <a:t> </a:t>
            </a:r>
            <a:r>
              <a:rPr lang="en-US" b="1" dirty="0">
                <a:latin typeface="Courier New" panose="02070309020205020404" pitchFamily="49" charset="0"/>
                <a:ea typeface="MS Mincho"/>
              </a:rPr>
              <a:t>the</a:t>
            </a:r>
            <a:r>
              <a:rPr lang="en-US" b="1" dirty="0">
                <a:latin typeface="Times" panose="02020603050405020304" pitchFamily="18" charset="0"/>
                <a:ea typeface="MS Mincho"/>
              </a:rPr>
              <a:t> </a:t>
            </a:r>
            <a:r>
              <a:rPr lang="en-US" b="1" dirty="0">
                <a:latin typeface="Courier New" panose="02070309020205020404" pitchFamily="49" charset="0"/>
                <a:ea typeface="MS Mincho"/>
              </a:rPr>
              <a:t>linked</a:t>
            </a:r>
            <a:r>
              <a:rPr lang="en-US" b="1" dirty="0">
                <a:latin typeface="Times" panose="02020603050405020304" pitchFamily="18" charset="0"/>
                <a:ea typeface="MS Mincho"/>
              </a:rPr>
              <a:t> </a:t>
            </a:r>
            <a:r>
              <a:rPr lang="en-US" b="1" dirty="0">
                <a:latin typeface="Courier New" panose="02070309020205020404" pitchFamily="49" charset="0"/>
                <a:ea typeface="MS Mincho"/>
              </a:rPr>
              <a:t>structure</a:t>
            </a:r>
            <a:r>
              <a:rPr lang="en-US" b="1" dirty="0" smtClean="0">
                <a:latin typeface="Courier New" panose="02070309020205020404" pitchFamily="49" charset="0"/>
                <a:ea typeface="MS Mincho"/>
              </a:rPr>
              <a:t>&gt;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504132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Searching</a:t>
            </a:r>
            <a:r>
              <a:rPr lang="en-US" dirty="0"/>
              <a:t> </a:t>
            </a:r>
            <a:r>
              <a:rPr lang="en-US" sz="2000" dirty="0"/>
              <a:t>(2 of 2)</a:t>
            </a:r>
          </a:p>
        </p:txBody>
      </p:sp>
      <p:sp>
        <p:nvSpPr>
          <p:cNvPr id="3" name="Content Placeholder 2"/>
          <p:cNvSpPr>
            <a:spLocks noGrp="1"/>
          </p:cNvSpPr>
          <p:nvPr>
            <p:ph idx="1"/>
          </p:nvPr>
        </p:nvSpPr>
        <p:spPr>
          <a:xfrm>
            <a:off x="628650" y="1536777"/>
            <a:ext cx="7886700" cy="1054023"/>
          </a:xfrm>
        </p:spPr>
        <p:txBody>
          <a:bodyPr>
            <a:normAutofit/>
          </a:bodyPr>
          <a:lstStyle/>
          <a:p>
            <a:pPr marL="291600" indent="-291600">
              <a:spcBef>
                <a:spcPts val="1000"/>
              </a:spcBef>
            </a:pPr>
            <a:r>
              <a:rPr lang="en-US" dirty="0"/>
              <a:t>Accessing the </a:t>
            </a:r>
            <a:r>
              <a:rPr lang="en-US" i="1" dirty="0"/>
              <a:t>i</a:t>
            </a:r>
            <a:r>
              <a:rPr lang="en-US" dirty="0"/>
              <a:t>th item of a linked structure is also a sequential search operation</a:t>
            </a:r>
          </a:p>
          <a:p>
            <a:pPr marL="291600" indent="-291600">
              <a:spcBef>
                <a:spcPts val="1000"/>
              </a:spcBef>
            </a:pPr>
            <a:r>
              <a:rPr lang="en-US" dirty="0"/>
              <a:t>Here is the form for accessing the </a:t>
            </a:r>
            <a:r>
              <a:rPr lang="en-US" i="1" dirty="0"/>
              <a:t>i</a:t>
            </a:r>
            <a:r>
              <a:rPr lang="en-US" dirty="0"/>
              <a:t>th item</a:t>
            </a:r>
            <a:r>
              <a:rPr lang="en-US" dirty="0" smtClean="0"/>
              <a:t>:</a:t>
            </a:r>
            <a:endParaRPr lang="en-US" dirty="0"/>
          </a:p>
        </p:txBody>
      </p:sp>
      <p:sp>
        <p:nvSpPr>
          <p:cNvPr id="5" name="Content Placeholder 4"/>
          <p:cNvSpPr>
            <a:spLocks noGrp="1"/>
          </p:cNvSpPr>
          <p:nvPr>
            <p:ph idx="12"/>
          </p:nvPr>
        </p:nvSpPr>
        <p:spPr>
          <a:xfrm>
            <a:off x="728040" y="2756454"/>
            <a:ext cx="7886700" cy="1693236"/>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Assumes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0</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p>
          <a:p>
            <a:pPr marL="188595" indent="0">
              <a:spcBef>
                <a:spcPts val="0"/>
              </a:spcBef>
              <a:buNone/>
              <a:tabLst>
                <a:tab pos="2971800" algn="l"/>
              </a:tabLst>
            </a:pPr>
            <a:r>
              <a:rPr lang="en-US" sz="1800" b="1" dirty="0">
                <a:solidFill>
                  <a:srgbClr val="8A3800"/>
                </a:solidFill>
                <a:latin typeface="Courier New" panose="02070309020205020404" pitchFamily="49" charset="0"/>
                <a:ea typeface="MS Mincho"/>
              </a:rPr>
              <a:t>return</a:t>
            </a:r>
            <a:r>
              <a:rPr lang="en-US" sz="1800" b="1" dirty="0">
                <a:latin typeface="Times" panose="02020603050405020304" pitchFamily="18" charset="0"/>
                <a:ea typeface="MS Mincho"/>
              </a:rPr>
              <a:t> </a:t>
            </a:r>
            <a:r>
              <a:rPr lang="en-US" sz="1800" b="1" dirty="0" smtClean="0">
                <a:latin typeface="Courier New" panose="02070309020205020404" pitchFamily="49" charset="0"/>
                <a:ea typeface="MS Mincho"/>
              </a:rPr>
              <a:t>probe.data</a:t>
            </a:r>
            <a:endParaRPr lang="en-US" sz="1800"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5968169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03044"/>
          </a:xfrm>
        </p:spPr>
        <p:txBody>
          <a:bodyPr/>
          <a:lstStyle/>
          <a:p>
            <a:r>
              <a:rPr lang="en-US" b="1" dirty="0"/>
              <a:t>Replacement</a:t>
            </a:r>
            <a:r>
              <a:rPr lang="en-US" dirty="0"/>
              <a:t> </a:t>
            </a:r>
            <a:r>
              <a:rPr lang="en-US" sz="2000" dirty="0"/>
              <a:t>(1 of 2)</a:t>
            </a:r>
          </a:p>
        </p:txBody>
      </p:sp>
      <p:sp>
        <p:nvSpPr>
          <p:cNvPr id="3" name="Content Placeholder 2"/>
          <p:cNvSpPr>
            <a:spLocks noGrp="1"/>
          </p:cNvSpPr>
          <p:nvPr>
            <p:ph idx="1"/>
          </p:nvPr>
        </p:nvSpPr>
        <p:spPr>
          <a:xfrm>
            <a:off x="628650" y="1690689"/>
            <a:ext cx="7886700" cy="1433511"/>
          </a:xfrm>
        </p:spPr>
        <p:txBody>
          <a:bodyPr>
            <a:normAutofit lnSpcReduction="10000"/>
          </a:bodyPr>
          <a:lstStyle/>
          <a:p>
            <a:pPr marL="291600" indent="-291600">
              <a:lnSpc>
                <a:spcPct val="100000"/>
              </a:lnSpc>
              <a:spcBef>
                <a:spcPts val="1000"/>
              </a:spcBef>
            </a:pPr>
            <a:r>
              <a:rPr lang="en-US" dirty="0"/>
              <a:t>Replacement operations also employ the traversal pattern:</a:t>
            </a:r>
          </a:p>
          <a:p>
            <a:pPr lvl="1">
              <a:lnSpc>
                <a:spcPct val="100000"/>
              </a:lnSpc>
              <a:spcBef>
                <a:spcPts val="1000"/>
              </a:spcBef>
            </a:pPr>
            <a:r>
              <a:rPr lang="en-US" dirty="0"/>
              <a:t>Search for a given item or position in the linked structure and replace the item with a new item</a:t>
            </a:r>
          </a:p>
          <a:p>
            <a:pPr marL="291600" indent="-291600">
              <a:lnSpc>
                <a:spcPct val="100000"/>
              </a:lnSpc>
              <a:spcBef>
                <a:spcPts val="1000"/>
              </a:spcBef>
            </a:pPr>
            <a:r>
              <a:rPr lang="en-US" dirty="0"/>
              <a:t>The form of the operation</a:t>
            </a:r>
            <a:r>
              <a:rPr lang="en-US" dirty="0" smtClean="0"/>
              <a:t>:</a:t>
            </a:r>
            <a:endParaRPr lang="en-US" dirty="0"/>
          </a:p>
        </p:txBody>
      </p:sp>
      <p:sp>
        <p:nvSpPr>
          <p:cNvPr id="5" name="Content Placeholder 4"/>
          <p:cNvSpPr>
            <a:spLocks noGrp="1"/>
          </p:cNvSpPr>
          <p:nvPr>
            <p:ph idx="12"/>
          </p:nvPr>
        </p:nvSpPr>
        <p:spPr>
          <a:xfrm>
            <a:off x="762000" y="3229947"/>
            <a:ext cx="7753350" cy="2074236"/>
          </a:xfrm>
        </p:spPr>
        <p:txBody>
          <a:bodyPr/>
          <a:lstStyle/>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probe.data:</a:t>
            </a:r>
            <a:endParaRPr lang="en-US" sz="1300" dirty="0">
              <a:latin typeface="Bank Gothic Bold"/>
              <a:ea typeface="MS Mincho"/>
              <a:cs typeface="Bank Gothic Bold"/>
            </a:endParaRPr>
          </a:p>
          <a:p>
            <a:pPr marL="62166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621665" lvl="1" indent="0">
              <a:spcBef>
                <a:spcPts val="0"/>
              </a:spcBef>
              <a:buNone/>
              <a:tabLst>
                <a:tab pos="2971800" algn="l"/>
              </a:tabLst>
            </a:pPr>
            <a:r>
              <a:rPr lang="en-US" b="1" dirty="0">
                <a:latin typeface="Courier New" panose="02070309020205020404" pitchFamily="49" charset="0"/>
                <a:ea typeface="MS Mincho"/>
                <a:cs typeface="Bank Gothic Bold"/>
              </a:rPr>
              <a:t>probe.data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newItem</a:t>
            </a:r>
            <a:endParaRPr lang="en-US" sz="1300" dirty="0">
              <a:latin typeface="Bank Gothic Bold"/>
              <a:ea typeface="MS Mincho"/>
              <a:cs typeface="Bank Gothic Bold"/>
            </a:endParaRPr>
          </a:p>
          <a:p>
            <a:pPr marL="62166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return</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True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solidFill>
                  <a:srgbClr val="8A3800"/>
                </a:solidFill>
                <a:latin typeface="Times" panose="02020603050405020304" pitchFamily="18" charset="0"/>
                <a:ea typeface="MS Mincho"/>
              </a:rPr>
              <a:t> </a:t>
            </a:r>
            <a:r>
              <a:rPr lang="en-US" b="1" dirty="0" smtClean="0">
                <a:solidFill>
                  <a:srgbClr val="8A3800"/>
                </a:solidFill>
                <a:latin typeface="Courier New" panose="02070309020205020404" pitchFamily="49" charset="0"/>
                <a:ea typeface="MS Mincho"/>
              </a:rPr>
              <a:t>False</a:t>
            </a:r>
            <a:endParaRPr lang="en-US" dirty="0">
              <a:solidFill>
                <a:srgbClr val="8A3800"/>
              </a:solidFill>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810063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Replacement</a:t>
            </a:r>
            <a:r>
              <a:rPr lang="en-US" dirty="0"/>
              <a:t> </a:t>
            </a:r>
            <a:r>
              <a:rPr lang="en-US" sz="2000" dirty="0"/>
              <a:t>(2 of 2)</a:t>
            </a:r>
          </a:p>
        </p:txBody>
      </p:sp>
      <p:sp>
        <p:nvSpPr>
          <p:cNvPr id="3" name="Content Placeholder 2"/>
          <p:cNvSpPr>
            <a:spLocks noGrp="1"/>
          </p:cNvSpPr>
          <p:nvPr>
            <p:ph idx="1"/>
          </p:nvPr>
        </p:nvSpPr>
        <p:spPr>
          <a:xfrm>
            <a:off x="628650" y="1676400"/>
            <a:ext cx="7886700" cy="841375"/>
          </a:xfrm>
        </p:spPr>
        <p:txBody>
          <a:bodyPr/>
          <a:lstStyle/>
          <a:p>
            <a:pPr marL="291600" indent="-291600">
              <a:spcBef>
                <a:spcPts val="1000"/>
              </a:spcBef>
            </a:pPr>
            <a:r>
              <a:rPr lang="en-US" dirty="0"/>
              <a:t>The operation to replace the </a:t>
            </a:r>
            <a:r>
              <a:rPr lang="en-US" i="1" dirty="0"/>
              <a:t>i</a:t>
            </a:r>
            <a:r>
              <a:rPr lang="en-US" dirty="0"/>
              <a:t>th item assumes that 0 &lt;= </a:t>
            </a:r>
            <a:r>
              <a:rPr lang="en-US" i="1" dirty="0"/>
              <a:t>i </a:t>
            </a:r>
            <a:r>
              <a:rPr lang="en-US" dirty="0"/>
              <a:t>&lt; </a:t>
            </a:r>
            <a:r>
              <a:rPr lang="en-US" i="1" dirty="0"/>
              <a:t>n</a:t>
            </a:r>
            <a:endParaRPr lang="en-US" dirty="0"/>
          </a:p>
          <a:p>
            <a:pPr marL="291600" indent="-291600">
              <a:spcBef>
                <a:spcPts val="1000"/>
              </a:spcBef>
            </a:pPr>
            <a:r>
              <a:rPr lang="en-US" dirty="0"/>
              <a:t>Here is the form</a:t>
            </a:r>
            <a:r>
              <a:rPr lang="en-US" dirty="0" smtClean="0"/>
              <a:t>:</a:t>
            </a:r>
            <a:endParaRPr lang="en-US" dirty="0"/>
          </a:p>
        </p:txBody>
      </p:sp>
      <p:sp>
        <p:nvSpPr>
          <p:cNvPr id="5" name="Content Placeholder 4"/>
          <p:cNvSpPr>
            <a:spLocks noGrp="1"/>
          </p:cNvSpPr>
          <p:nvPr>
            <p:ph idx="12"/>
          </p:nvPr>
        </p:nvSpPr>
        <p:spPr>
          <a:xfrm>
            <a:off x="762000" y="2667754"/>
            <a:ext cx="7753350" cy="1769436"/>
          </a:xfrm>
        </p:spPr>
        <p:txBody>
          <a:bodyPr>
            <a:normAutofit/>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Assumes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0</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62166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62166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probe.data</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newItem</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275128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the Beginning </a:t>
            </a:r>
            <a:r>
              <a:rPr lang="en-US" sz="2000" dirty="0"/>
              <a:t>(1 of 2)</a:t>
            </a:r>
          </a:p>
        </p:txBody>
      </p:sp>
      <p:sp>
        <p:nvSpPr>
          <p:cNvPr id="3" name="Content Placeholder 2"/>
          <p:cNvSpPr>
            <a:spLocks noGrp="1"/>
          </p:cNvSpPr>
          <p:nvPr>
            <p:ph idx="1"/>
          </p:nvPr>
        </p:nvSpPr>
        <p:spPr>
          <a:xfrm>
            <a:off x="628650" y="1371600"/>
            <a:ext cx="7886700" cy="3048000"/>
          </a:xfrm>
        </p:spPr>
        <p:txBody>
          <a:bodyPr/>
          <a:lstStyle/>
          <a:p>
            <a:pPr marL="291600" indent="-291600">
              <a:spcBef>
                <a:spcPts val="1000"/>
              </a:spcBef>
            </a:pPr>
            <a:r>
              <a:rPr lang="en-US" dirty="0"/>
              <a:t>The form:</a:t>
            </a:r>
          </a:p>
          <a:p>
            <a:pPr marL="342900" lvl="1" indent="0">
              <a:spcBef>
                <a:spcPts val="1000"/>
              </a:spcBef>
              <a:buNone/>
            </a:pPr>
            <a:r>
              <a:rPr lang="en-US" b="1" dirty="0">
                <a:latin typeface="Courier New" panose="02070309020205020404" pitchFamily="49" charset="0"/>
                <a:ea typeface="MS Mincho"/>
              </a:rPr>
              <a:t>head</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Node(newItem,</a:t>
            </a:r>
            <a:r>
              <a:rPr lang="en-US" b="1" dirty="0">
                <a:latin typeface="Times" panose="02020603050405020304" pitchFamily="18" charset="0"/>
                <a:ea typeface="MS Mincho"/>
              </a:rPr>
              <a:t> </a:t>
            </a:r>
            <a:r>
              <a:rPr lang="en-US" b="1" dirty="0">
                <a:latin typeface="Courier New" panose="02070309020205020404" pitchFamily="49" charset="0"/>
                <a:ea typeface="MS Mincho"/>
              </a:rPr>
              <a:t>head</a:t>
            </a:r>
            <a:r>
              <a:rPr lang="en-US" b="1" dirty="0" smtClean="0">
                <a:latin typeface="Courier New" panose="02070309020205020404" pitchFamily="49" charset="0"/>
                <a:ea typeface="MS Mincho"/>
              </a:rPr>
              <a:t>)</a:t>
            </a:r>
            <a:endParaRPr lang="en-US" b="1" dirty="0">
              <a:latin typeface="Courier New" panose="02070309020205020404" pitchFamily="49" charset="0"/>
            </a:endParaRPr>
          </a:p>
          <a:p>
            <a:pPr marL="291600" indent="-291600">
              <a:spcBef>
                <a:spcPts val="1000"/>
              </a:spcBef>
            </a:pPr>
            <a:r>
              <a:rPr lang="en-US" dirty="0"/>
              <a:t>Figure 4.11 traces this operation for two cases:</a:t>
            </a:r>
          </a:p>
          <a:p>
            <a:pPr lvl="1">
              <a:spcBef>
                <a:spcPts val="1000"/>
              </a:spcBef>
            </a:pPr>
            <a:r>
              <a:rPr lang="en-US" dirty="0"/>
              <a:t>The pointer is </a:t>
            </a:r>
            <a:r>
              <a:rPr lang="en-US" b="1" dirty="0">
                <a:latin typeface="Courier New" panose="02070309020205020404" pitchFamily="49" charset="0"/>
                <a:cs typeface="Courier New" panose="02070309020205020404" pitchFamily="49" charset="0"/>
              </a:rPr>
              <a:t>None</a:t>
            </a:r>
            <a:r>
              <a:rPr lang="en-US" dirty="0"/>
              <a:t> in the first case, so the item is inserted into the structure</a:t>
            </a:r>
          </a:p>
          <a:p>
            <a:pPr lvl="1">
              <a:spcBef>
                <a:spcPts val="1000"/>
              </a:spcBef>
            </a:pPr>
            <a:r>
              <a:rPr lang="en-US" dirty="0"/>
              <a:t>In the second case, the second item is inserted at the beginning of the same structure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6639480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Inserting at the Beginning </a:t>
            </a:r>
            <a:r>
              <a:rPr lang="en-US" sz="2000" dirty="0"/>
              <a:t>(2 of 2)</a:t>
            </a:r>
          </a:p>
        </p:txBody>
      </p:sp>
      <p:sp>
        <p:nvSpPr>
          <p:cNvPr id="3" name="Content Placeholder 2"/>
          <p:cNvSpPr>
            <a:spLocks noGrp="1"/>
          </p:cNvSpPr>
          <p:nvPr>
            <p:ph idx="1"/>
          </p:nvPr>
        </p:nvSpPr>
        <p:spPr>
          <a:xfrm>
            <a:off x="628650" y="1825625"/>
            <a:ext cx="7886700" cy="688975"/>
          </a:xfrm>
        </p:spPr>
        <p:txBody>
          <a:bodyPr/>
          <a:lstStyle/>
          <a:p>
            <a:pPr marL="0" indent="0">
              <a:spcBef>
                <a:spcPts val="1000"/>
              </a:spcBef>
              <a:buNone/>
            </a:pPr>
            <a:r>
              <a:rPr lang="en-IN" b="1" dirty="0"/>
              <a:t>Figure </a:t>
            </a:r>
            <a:r>
              <a:rPr lang="en-IN" b="1" dirty="0" smtClean="0"/>
              <a:t>4-11: </a:t>
            </a:r>
            <a:r>
              <a:rPr lang="en-IN" dirty="0"/>
              <a:t>The two cases of inserting an item at the beginning of a linked structure</a:t>
            </a:r>
            <a:endParaRPr lang="en-US" dirty="0"/>
          </a:p>
        </p:txBody>
      </p:sp>
      <p:pic>
        <p:nvPicPr>
          <p:cNvPr id="8" name="Content Placeholder 7" descr="Two cases. In the first case, head is none. The first item is inserted in the structure, and head = node with new item, head. In the second case, head is not none. The second item is inserted at&#10;the beginning of the same structure. Head = node with new item, head."/>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423175" y="2679376"/>
            <a:ext cx="5912318" cy="3269311"/>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7323224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the End </a:t>
            </a:r>
            <a:r>
              <a:rPr lang="en-US" sz="2000" dirty="0"/>
              <a:t>(1 of 2)</a:t>
            </a:r>
          </a:p>
        </p:txBody>
      </p:sp>
      <p:sp>
        <p:nvSpPr>
          <p:cNvPr id="3" name="Content Placeholder 2"/>
          <p:cNvSpPr>
            <a:spLocks noGrp="1"/>
          </p:cNvSpPr>
          <p:nvPr>
            <p:ph idx="1"/>
          </p:nvPr>
        </p:nvSpPr>
        <p:spPr>
          <a:xfrm>
            <a:off x="628650" y="1533722"/>
            <a:ext cx="7886700" cy="2352478"/>
          </a:xfrm>
        </p:spPr>
        <p:txBody>
          <a:bodyPr>
            <a:normAutofit/>
          </a:bodyPr>
          <a:lstStyle/>
          <a:p>
            <a:pPr marL="291600" indent="-291600">
              <a:spcBef>
                <a:spcPts val="1000"/>
              </a:spcBef>
            </a:pPr>
            <a:r>
              <a:rPr lang="en-US" dirty="0"/>
              <a:t>Inserting an item at the end of a singly linked structure must consider two cases:</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head</a:t>
            </a:r>
            <a:r>
              <a:rPr lang="en-US" dirty="0"/>
              <a:t> pointer is </a:t>
            </a:r>
            <a:r>
              <a:rPr lang="en-US" b="1" dirty="0">
                <a:latin typeface="Courier New" panose="02070309020205020404" pitchFamily="49" charset="0"/>
                <a:cs typeface="Courier New" panose="02070309020205020404" pitchFamily="49" charset="0"/>
              </a:rPr>
              <a:t>None</a:t>
            </a:r>
            <a:r>
              <a:rPr lang="en-US" dirty="0"/>
              <a:t>, so the head pointer is set to the new node</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head</a:t>
            </a:r>
            <a:r>
              <a:rPr lang="en-US" dirty="0"/>
              <a:t> pointer is not </a:t>
            </a:r>
            <a:r>
              <a:rPr lang="en-US" b="1" dirty="0">
                <a:latin typeface="Courier New" panose="02070309020205020404" pitchFamily="49" charset="0"/>
                <a:cs typeface="Courier New" panose="02070309020205020404" pitchFamily="49" charset="0"/>
              </a:rPr>
              <a:t>None</a:t>
            </a:r>
            <a:r>
              <a:rPr lang="en-US" dirty="0"/>
              <a:t>, so the code searches for the last node and aims its next pointer at the new node</a:t>
            </a:r>
          </a:p>
          <a:p>
            <a:pPr marL="291600" indent="-291600">
              <a:spcBef>
                <a:spcPts val="1000"/>
              </a:spcBef>
            </a:pPr>
            <a:r>
              <a:rPr lang="en-US" dirty="0"/>
              <a:t>The second case returns you to the traversal pattern. Here is the form</a:t>
            </a:r>
            <a:r>
              <a:rPr lang="en-US" dirty="0" smtClean="0"/>
              <a:t>:</a:t>
            </a:r>
            <a:endParaRPr lang="en-US" dirty="0"/>
          </a:p>
        </p:txBody>
      </p:sp>
      <p:sp>
        <p:nvSpPr>
          <p:cNvPr id="5" name="Content Placeholder 4"/>
          <p:cNvSpPr>
            <a:spLocks noGrp="1"/>
          </p:cNvSpPr>
          <p:nvPr>
            <p:ph idx="12"/>
          </p:nvPr>
        </p:nvSpPr>
        <p:spPr>
          <a:xfrm>
            <a:off x="762000" y="3960873"/>
            <a:ext cx="7753350" cy="2074236"/>
          </a:xfrm>
        </p:spPr>
        <p:txBody>
          <a:bodyPr/>
          <a:lstStyle/>
          <a:p>
            <a:pPr marL="171450" lvl="1" indent="0">
              <a:spcBef>
                <a:spcPts val="0"/>
              </a:spcBef>
              <a:buNone/>
            </a:pPr>
            <a:r>
              <a:rPr lang="en-US" b="1" dirty="0">
                <a:latin typeface="Courier New" panose="02070309020205020404" pitchFamily="49" charset="0"/>
                <a:ea typeface="MS Mincho"/>
                <a:cs typeface="Bank Gothic Bold"/>
              </a:rPr>
              <a:t>newNode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Node(newItem)</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newNode</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554355" indent="0">
              <a:spcBef>
                <a:spcPts val="0"/>
              </a:spcBef>
              <a:buNone/>
              <a:tabLst>
                <a:tab pos="2971800" algn="l"/>
              </a:tabLst>
            </a:pPr>
            <a:r>
              <a:rPr lang="en-US" sz="1800" b="1" dirty="0">
                <a:latin typeface="Courier New" panose="02070309020205020404" pitchFamily="49" charset="0"/>
                <a:ea typeface="MS Mincho"/>
              </a:rPr>
              <a:t>probe.next</a:t>
            </a:r>
            <a:r>
              <a:rPr lang="en-US" sz="1800" b="1" dirty="0">
                <a:latin typeface="Times" panose="02020603050405020304" pitchFamily="18" charset="0"/>
                <a:ea typeface="MS Mincho"/>
              </a:rPr>
              <a:t> </a:t>
            </a:r>
            <a:r>
              <a:rPr lang="en-US" sz="1800" b="1" dirty="0">
                <a:latin typeface="Courier New" panose="02070309020205020404" pitchFamily="49" charset="0"/>
                <a:ea typeface="MS Mincho"/>
              </a:rPr>
              <a:t>=</a:t>
            </a:r>
            <a:r>
              <a:rPr lang="en-US" sz="1800" b="1" dirty="0">
                <a:latin typeface="Times" panose="02020603050405020304" pitchFamily="18" charset="0"/>
                <a:ea typeface="MS Mincho"/>
              </a:rPr>
              <a:t> </a:t>
            </a:r>
            <a:r>
              <a:rPr lang="en-US" sz="1800" b="1" dirty="0" smtClean="0">
                <a:latin typeface="Courier New" panose="02070309020205020404" pitchFamily="49" charset="0"/>
                <a:ea typeface="MS Mincho"/>
              </a:rPr>
              <a:t>newNode</a:t>
            </a:r>
            <a:endParaRPr lang="en-US" sz="1800"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632860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the End </a:t>
            </a:r>
            <a:r>
              <a:rPr lang="en-US" sz="2000" dirty="0"/>
              <a:t>(2 of 2)</a:t>
            </a:r>
          </a:p>
        </p:txBody>
      </p:sp>
      <p:sp>
        <p:nvSpPr>
          <p:cNvPr id="3" name="Content Placeholder 2"/>
          <p:cNvSpPr>
            <a:spLocks noGrp="1"/>
          </p:cNvSpPr>
          <p:nvPr>
            <p:ph idx="1"/>
          </p:nvPr>
        </p:nvSpPr>
        <p:spPr>
          <a:xfrm>
            <a:off x="628650" y="1139826"/>
            <a:ext cx="7886700" cy="384175"/>
          </a:xfrm>
        </p:spPr>
        <p:txBody>
          <a:bodyPr>
            <a:normAutofit/>
          </a:bodyPr>
          <a:lstStyle/>
          <a:p>
            <a:pPr marL="0" indent="0">
              <a:spcBef>
                <a:spcPts val="1000"/>
              </a:spcBef>
              <a:buNone/>
            </a:pPr>
            <a:r>
              <a:rPr lang="en-IN" b="1" dirty="0"/>
              <a:t>Figure </a:t>
            </a:r>
            <a:r>
              <a:rPr lang="en-IN" b="1" dirty="0" smtClean="0"/>
              <a:t>4-12: </a:t>
            </a:r>
            <a:r>
              <a:rPr lang="en-IN" dirty="0"/>
              <a:t>Inserting an item at the end of a linked structure</a:t>
            </a:r>
            <a:endParaRPr lang="en-US" sz="1800" dirty="0"/>
          </a:p>
        </p:txBody>
      </p:sp>
      <p:pic>
        <p:nvPicPr>
          <p:cNvPr id="8" name="Content Placeholder 7" descr="If probe dot next is not none, advance probe to probe dot next. If probe dot next is not none, advance probe to probe dot next. If probe dot next equals none, stop the loop. Probe dot next = new mode, so hook in new node. "/>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2045597" y="1627539"/>
            <a:ext cx="4332900" cy="4406605"/>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812558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at the Beginning </a:t>
            </a:r>
            <a:r>
              <a:rPr lang="en-US" sz="2000" dirty="0"/>
              <a:t>(1 of 2)</a:t>
            </a:r>
          </a:p>
        </p:txBody>
      </p:sp>
      <p:sp>
        <p:nvSpPr>
          <p:cNvPr id="3" name="Content Placeholder 2"/>
          <p:cNvSpPr>
            <a:spLocks noGrp="1"/>
          </p:cNvSpPr>
          <p:nvPr>
            <p:ph idx="1"/>
          </p:nvPr>
        </p:nvSpPr>
        <p:spPr>
          <a:xfrm>
            <a:off x="628650" y="1524000"/>
            <a:ext cx="7886700" cy="388525"/>
          </a:xfrm>
        </p:spPr>
        <p:txBody>
          <a:bodyPr/>
          <a:lstStyle/>
          <a:p>
            <a:pPr marL="291600" indent="-291600">
              <a:spcBef>
                <a:spcPts val="1000"/>
              </a:spcBef>
            </a:pPr>
            <a:r>
              <a:rPr lang="en-US" dirty="0"/>
              <a:t>Here is the form</a:t>
            </a:r>
            <a:r>
              <a:rPr lang="en-US" dirty="0" smtClean="0"/>
              <a:t>:</a:t>
            </a:r>
            <a:endParaRPr lang="en-US" dirty="0"/>
          </a:p>
        </p:txBody>
      </p:sp>
      <p:sp>
        <p:nvSpPr>
          <p:cNvPr id="5" name="Content Placeholder 4"/>
          <p:cNvSpPr>
            <a:spLocks noGrp="1"/>
          </p:cNvSpPr>
          <p:nvPr>
            <p:ph idx="12"/>
          </p:nvPr>
        </p:nvSpPr>
        <p:spPr>
          <a:xfrm>
            <a:off x="762000" y="1997766"/>
            <a:ext cx="7753350" cy="1143000"/>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Assumes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at</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least</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one</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node</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the</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structure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head.data</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head.next</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removedItem</a:t>
            </a:r>
            <a:endParaRPr lang="en-US" b="1" dirty="0">
              <a:latin typeface="Courier New" panose="02070309020205020404" pitchFamily="49" charset="0"/>
              <a:ea typeface="MS Mincho"/>
            </a:endParaRP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265091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Removing at the Beginning </a:t>
            </a:r>
            <a:r>
              <a:rPr lang="en-US" sz="2000" dirty="0"/>
              <a:t>(2 of 2)</a:t>
            </a:r>
          </a:p>
        </p:txBody>
      </p:sp>
      <p:sp>
        <p:nvSpPr>
          <p:cNvPr id="3" name="Content Placeholder 2"/>
          <p:cNvSpPr>
            <a:spLocks noGrp="1"/>
          </p:cNvSpPr>
          <p:nvPr>
            <p:ph idx="1"/>
          </p:nvPr>
        </p:nvSpPr>
        <p:spPr>
          <a:xfrm>
            <a:off x="628650" y="1825625"/>
            <a:ext cx="7886700" cy="390723"/>
          </a:xfrm>
        </p:spPr>
        <p:txBody>
          <a:bodyPr>
            <a:normAutofit/>
          </a:bodyPr>
          <a:lstStyle/>
          <a:p>
            <a:pPr marL="0" lvl="1" indent="0">
              <a:spcBef>
                <a:spcPts val="1000"/>
              </a:spcBef>
              <a:buClr>
                <a:schemeClr val="tx2"/>
              </a:buClr>
              <a:buNone/>
            </a:pPr>
            <a:r>
              <a:rPr lang="en-IN" sz="2000" b="1" dirty="0"/>
              <a:t>Figure </a:t>
            </a:r>
            <a:r>
              <a:rPr lang="en-IN" sz="2000" b="1" dirty="0" smtClean="0"/>
              <a:t>4-13: </a:t>
            </a:r>
            <a:r>
              <a:rPr lang="en-IN" sz="2000" dirty="0"/>
              <a:t>Removing an item at the beginning of a linked structure</a:t>
            </a:r>
            <a:endParaRPr lang="en-US" sz="2000" b="1" dirty="0">
              <a:latin typeface="Courier New" panose="02070309020205020404" pitchFamily="49" charset="0"/>
            </a:endParaRPr>
          </a:p>
        </p:txBody>
      </p:sp>
      <p:pic>
        <p:nvPicPr>
          <p:cNvPr id="8" name="Content Placeholder 7" descr="From the initial state of head, head = head dot next. Unhook the first node. The garbage collection returns node to system heap."/>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200371" y="2433496"/>
            <a:ext cx="6411572" cy="3505875"/>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01314078"/>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at the End </a:t>
            </a:r>
            <a:r>
              <a:rPr lang="en-US" sz="2000" dirty="0"/>
              <a:t>(1 of 3)</a:t>
            </a:r>
          </a:p>
        </p:txBody>
      </p:sp>
      <p:sp>
        <p:nvSpPr>
          <p:cNvPr id="3" name="Content Placeholder 2"/>
          <p:cNvSpPr>
            <a:spLocks noGrp="1"/>
          </p:cNvSpPr>
          <p:nvPr>
            <p:ph idx="1"/>
          </p:nvPr>
        </p:nvSpPr>
        <p:spPr>
          <a:xfrm>
            <a:off x="628650" y="1524000"/>
            <a:ext cx="7886700" cy="2895600"/>
          </a:xfrm>
        </p:spPr>
        <p:txBody>
          <a:bodyPr/>
          <a:lstStyle/>
          <a:p>
            <a:pPr marL="291600" indent="-291600">
              <a:spcBef>
                <a:spcPts val="1000"/>
              </a:spcBef>
            </a:pPr>
            <a:r>
              <a:rPr lang="en-US" dirty="0"/>
              <a:t>Removing an item at the end of a singly linked structure assumes at least one node in the structure</a:t>
            </a:r>
          </a:p>
          <a:p>
            <a:pPr marL="291600" indent="-291600">
              <a:spcBef>
                <a:spcPts val="1000"/>
              </a:spcBef>
            </a:pPr>
            <a:r>
              <a:rPr lang="en-US" dirty="0"/>
              <a:t>Two cases to consider</a:t>
            </a:r>
          </a:p>
          <a:p>
            <a:pPr lvl="1">
              <a:spcBef>
                <a:spcPts val="1000"/>
              </a:spcBef>
            </a:pPr>
            <a:r>
              <a:rPr lang="en-US" dirty="0"/>
              <a:t>There is just one node and the </a:t>
            </a:r>
            <a:r>
              <a:rPr lang="en-US" b="1" dirty="0">
                <a:latin typeface="Courier New" panose="02070309020205020404" pitchFamily="49" charset="0"/>
                <a:cs typeface="Courier New" panose="02070309020205020404" pitchFamily="49" charset="0"/>
              </a:rPr>
              <a:t>head</a:t>
            </a:r>
            <a:r>
              <a:rPr lang="en-US" dirty="0"/>
              <a:t> pointer is set to </a:t>
            </a:r>
            <a:r>
              <a:rPr lang="en-US" b="1" dirty="0">
                <a:latin typeface="Courier New" panose="02070309020205020404" pitchFamily="49" charset="0"/>
                <a:cs typeface="Courier New" panose="02070309020205020404" pitchFamily="49" charset="0"/>
              </a:rPr>
              <a:t>None</a:t>
            </a:r>
          </a:p>
          <a:p>
            <a:pPr lvl="1">
              <a:spcBef>
                <a:spcPts val="1000"/>
              </a:spcBef>
            </a:pPr>
            <a:r>
              <a:rPr lang="en-US" dirty="0"/>
              <a:t>There is a node before the last node and the code searches for this second-to-last node and sets its next pointer to </a:t>
            </a:r>
            <a:r>
              <a:rPr lang="en-US" b="1" dirty="0">
                <a:latin typeface="Courier New" panose="02070309020205020404" pitchFamily="49" charset="0"/>
                <a:cs typeface="Courier New" panose="02070309020205020404" pitchFamily="49" charset="0"/>
              </a:rPr>
              <a:t>None</a:t>
            </a:r>
          </a:p>
          <a:p>
            <a:pPr marL="291600" indent="-291600">
              <a:spcBef>
                <a:spcPts val="1000"/>
              </a:spcBef>
            </a:pPr>
            <a:r>
              <a:rPr lang="en-US" dirty="0"/>
              <a:t>In either case, the code returns the data item contained in the deleted node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771212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at the End </a:t>
            </a:r>
            <a:r>
              <a:rPr lang="en-US" sz="2000" dirty="0"/>
              <a:t>(2 of 3)</a:t>
            </a:r>
          </a:p>
        </p:txBody>
      </p:sp>
      <p:sp>
        <p:nvSpPr>
          <p:cNvPr id="3" name="Content Placeholder 2"/>
          <p:cNvSpPr>
            <a:spLocks noGrp="1"/>
          </p:cNvSpPr>
          <p:nvPr>
            <p:ph idx="1"/>
          </p:nvPr>
        </p:nvSpPr>
        <p:spPr>
          <a:xfrm>
            <a:off x="628650" y="1520825"/>
            <a:ext cx="7886700" cy="384175"/>
          </a:xfrm>
        </p:spPr>
        <p:txBody>
          <a:bodyPr/>
          <a:lstStyle/>
          <a:p>
            <a:pPr marL="291600" indent="-291600">
              <a:spcBef>
                <a:spcPts val="1000"/>
              </a:spcBef>
            </a:pPr>
            <a:r>
              <a:rPr lang="en-US" dirty="0"/>
              <a:t>Here is the form</a:t>
            </a:r>
            <a:r>
              <a:rPr lang="en-US" dirty="0" smtClean="0"/>
              <a:t>:</a:t>
            </a:r>
            <a:endParaRPr lang="en-US" dirty="0"/>
          </a:p>
        </p:txBody>
      </p:sp>
      <p:sp>
        <p:nvSpPr>
          <p:cNvPr id="5" name="Content Placeholder 4"/>
          <p:cNvSpPr>
            <a:spLocks noGrp="1"/>
          </p:cNvSpPr>
          <p:nvPr>
            <p:ph idx="12"/>
          </p:nvPr>
        </p:nvSpPr>
        <p:spPr>
          <a:xfrm>
            <a:off x="723900" y="1971127"/>
            <a:ext cx="7886700" cy="2816225"/>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Assumes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structure</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head.data</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head.next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endParaRPr lang="en-US" sz="1300" dirty="0">
              <a:solidFill>
                <a:srgbClr val="8A38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probe.next.data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endParaRPr lang="en-US" sz="1300" dirty="0">
              <a:solidFill>
                <a:srgbClr val="8A3800"/>
              </a:solidFill>
              <a:latin typeface="Bank Gothic Bold"/>
              <a:ea typeface="MS Mincho"/>
              <a:cs typeface="Bank Gothic Bold"/>
            </a:endParaRPr>
          </a:p>
          <a:p>
            <a:pPr marL="188595" indent="0">
              <a:spcBef>
                <a:spcPts val="0"/>
              </a:spcBef>
              <a:buNone/>
              <a:tabLst>
                <a:tab pos="2971800" algn="l"/>
              </a:tabLst>
            </a:pPr>
            <a:r>
              <a:rPr lang="en-US" sz="1800" b="1" dirty="0">
                <a:solidFill>
                  <a:srgbClr val="8A3800"/>
                </a:solidFill>
                <a:latin typeface="Courier New" panose="02070309020205020404" pitchFamily="49" charset="0"/>
                <a:ea typeface="MS Mincho"/>
              </a:rPr>
              <a:t>return</a:t>
            </a:r>
            <a:r>
              <a:rPr lang="en-US" sz="1800" b="1" dirty="0">
                <a:latin typeface="Times" panose="02020603050405020304" pitchFamily="18" charset="0"/>
                <a:ea typeface="MS Mincho"/>
              </a:rPr>
              <a:t> </a:t>
            </a:r>
            <a:r>
              <a:rPr lang="en-US" sz="1800" b="1" dirty="0" smtClean="0">
                <a:latin typeface="Courier New" panose="02070309020205020404" pitchFamily="49" charset="0"/>
                <a:ea typeface="MS Mincho"/>
              </a:rPr>
              <a:t>removedItem</a:t>
            </a:r>
            <a:endParaRPr lang="en-US" sz="1800"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1657242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Removing at the End </a:t>
            </a:r>
            <a:r>
              <a:rPr lang="en-US" sz="2000" dirty="0"/>
              <a:t>(3 of 3)</a:t>
            </a:r>
          </a:p>
        </p:txBody>
      </p:sp>
      <p:sp>
        <p:nvSpPr>
          <p:cNvPr id="3" name="Content Placeholder 2"/>
          <p:cNvSpPr>
            <a:spLocks noGrp="1"/>
          </p:cNvSpPr>
          <p:nvPr>
            <p:ph idx="1"/>
          </p:nvPr>
        </p:nvSpPr>
        <p:spPr>
          <a:xfrm>
            <a:off x="628650" y="1189522"/>
            <a:ext cx="7886700" cy="384175"/>
          </a:xfrm>
        </p:spPr>
        <p:txBody>
          <a:bodyPr/>
          <a:lstStyle/>
          <a:p>
            <a:pPr marL="0" indent="0">
              <a:spcBef>
                <a:spcPts val="1000"/>
              </a:spcBef>
              <a:buNone/>
            </a:pPr>
            <a:r>
              <a:rPr lang="en-IN" b="1" dirty="0"/>
              <a:t>Figure </a:t>
            </a:r>
            <a:r>
              <a:rPr lang="en-IN" b="1" dirty="0" smtClean="0"/>
              <a:t>4-14: </a:t>
            </a:r>
            <a:r>
              <a:rPr lang="en-IN" dirty="0"/>
              <a:t>Removing an item at the end of a linked structure</a:t>
            </a:r>
            <a:endParaRPr lang="en-US" sz="1800" dirty="0"/>
          </a:p>
        </p:txBody>
      </p:sp>
      <p:pic>
        <p:nvPicPr>
          <p:cNvPr id="8" name="Content Placeholder 7" descr="If probe dot next dot next is not none, advance probe to probe dot next. If probe dot next dot next equals none, stop the loop. If probe dot next = none, unhook the last node. The garbage collection returns node to system heap. "/>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943486" y="1677098"/>
            <a:ext cx="4762758" cy="4319714"/>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0382878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Inserting at Any Position </a:t>
            </a:r>
            <a:r>
              <a:rPr lang="en-US" sz="2000" dirty="0"/>
              <a:t>(1 of 3)</a:t>
            </a:r>
          </a:p>
        </p:txBody>
      </p:sp>
      <p:sp>
        <p:nvSpPr>
          <p:cNvPr id="3" name="Content Placeholder 2"/>
          <p:cNvSpPr>
            <a:spLocks noGrp="1"/>
          </p:cNvSpPr>
          <p:nvPr>
            <p:ph idx="1"/>
          </p:nvPr>
        </p:nvSpPr>
        <p:spPr>
          <a:xfrm>
            <a:off x="628650" y="1447800"/>
            <a:ext cx="7886700" cy="3124200"/>
          </a:xfrm>
        </p:spPr>
        <p:txBody>
          <a:bodyPr/>
          <a:lstStyle/>
          <a:p>
            <a:pPr marL="291600" indent="-291600">
              <a:spcBef>
                <a:spcPts val="1000"/>
              </a:spcBef>
            </a:pPr>
            <a:r>
              <a:rPr lang="en-US" dirty="0"/>
              <a:t>The case of an insertion at the beginning uses the code presented earlier</a:t>
            </a:r>
          </a:p>
          <a:p>
            <a:pPr marL="291600" indent="-291600">
              <a:spcBef>
                <a:spcPts val="1000"/>
              </a:spcBef>
            </a:pPr>
            <a:r>
              <a:rPr lang="en-US" dirty="0"/>
              <a:t>In the case of an insertion at some other position </a:t>
            </a:r>
            <a:r>
              <a:rPr lang="en-US" i="1" dirty="0"/>
              <a:t>i,</a:t>
            </a:r>
          </a:p>
          <a:p>
            <a:pPr lvl="1">
              <a:spcBef>
                <a:spcPts val="1000"/>
              </a:spcBef>
            </a:pPr>
            <a:r>
              <a:rPr lang="en-US" dirty="0"/>
              <a:t>The operation must first find the node at position </a:t>
            </a:r>
            <a:r>
              <a:rPr lang="en-US" i="1" dirty="0" err="1"/>
              <a:t>i</a:t>
            </a:r>
            <a:r>
              <a:rPr lang="en-US" i="1" dirty="0"/>
              <a:t> </a:t>
            </a:r>
            <a:r>
              <a:rPr lang="en-US" dirty="0" smtClean="0">
                <a:latin typeface="Arial" panose="020B0604020202020204" pitchFamily="34" charset="0"/>
                <a:cs typeface="Arial" panose="020B0604020202020204" pitchFamily="34" charset="0"/>
              </a:rPr>
              <a:t>−</a:t>
            </a:r>
            <a:r>
              <a:rPr lang="en-US" dirty="0" smtClean="0"/>
              <a:t> </a:t>
            </a:r>
            <a:r>
              <a:rPr lang="en-US" dirty="0"/>
              <a:t>1 (if </a:t>
            </a:r>
            <a:r>
              <a:rPr lang="en-US" i="1" dirty="0"/>
              <a:t>i </a:t>
            </a:r>
            <a:r>
              <a:rPr lang="en-US" dirty="0"/>
              <a:t>&lt; </a:t>
            </a:r>
            <a:r>
              <a:rPr lang="en-US" i="1" dirty="0"/>
              <a:t>n</a:t>
            </a:r>
            <a:r>
              <a:rPr lang="en-US" dirty="0"/>
              <a:t>) or the node at position </a:t>
            </a:r>
            <a:r>
              <a:rPr lang="en-US" i="1" dirty="0"/>
              <a:t>n </a:t>
            </a:r>
            <a:r>
              <a:rPr lang="en-US" dirty="0">
                <a:latin typeface="Arial" panose="020B0604020202020204" pitchFamily="34" charset="0"/>
                <a:cs typeface="Arial" panose="020B0604020202020204" pitchFamily="34" charset="0"/>
              </a:rPr>
              <a:t>−</a:t>
            </a:r>
            <a:r>
              <a:rPr lang="en-US" dirty="0" smtClean="0"/>
              <a:t> </a:t>
            </a:r>
            <a:r>
              <a:rPr lang="en-US" dirty="0"/>
              <a:t>1 (if </a:t>
            </a:r>
            <a:r>
              <a:rPr lang="en-US" i="1" dirty="0"/>
              <a:t>i </a:t>
            </a:r>
            <a:r>
              <a:rPr lang="en-US" dirty="0"/>
              <a:t>&gt;= </a:t>
            </a:r>
            <a:r>
              <a:rPr lang="en-US" i="1" dirty="0"/>
              <a:t>n</a:t>
            </a:r>
            <a:r>
              <a:rPr lang="en-US" dirty="0"/>
              <a:t>)</a:t>
            </a:r>
          </a:p>
          <a:p>
            <a:pPr marL="291600" indent="-291600">
              <a:spcBef>
                <a:spcPts val="1000"/>
              </a:spcBef>
            </a:pPr>
            <a:r>
              <a:rPr lang="en-US" dirty="0"/>
              <a:t>There are two cases to consider:</a:t>
            </a:r>
          </a:p>
          <a:p>
            <a:pPr lvl="1">
              <a:spcBef>
                <a:spcPts val="1000"/>
              </a:spcBef>
            </a:pPr>
            <a:r>
              <a:rPr lang="en-US" dirty="0"/>
              <a:t>That node’s next pointer is </a:t>
            </a:r>
            <a:r>
              <a:rPr lang="en-US" b="1" dirty="0">
                <a:latin typeface="Courier New" panose="02070309020205020404" pitchFamily="49" charset="0"/>
                <a:cs typeface="Courier New" panose="02070309020205020404" pitchFamily="49" charset="0"/>
              </a:rPr>
              <a:t>None</a:t>
            </a:r>
          </a:p>
          <a:p>
            <a:pPr lvl="1">
              <a:spcBef>
                <a:spcPts val="1000"/>
              </a:spcBef>
            </a:pPr>
            <a:r>
              <a:rPr lang="en-US" dirty="0"/>
              <a:t>That node’s next pointer is not </a:t>
            </a:r>
            <a:r>
              <a:rPr lang="en-US" b="1" dirty="0">
                <a:latin typeface="Courier New" panose="02070309020205020404" pitchFamily="49" charset="0"/>
                <a:cs typeface="Courier New" panose="02070309020205020404" pitchFamily="49" charset="0"/>
              </a:rPr>
              <a:t>None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82326756"/>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Any Position </a:t>
            </a:r>
            <a:r>
              <a:rPr lang="en-US" sz="2000" dirty="0"/>
              <a:t>(2 of 3)</a:t>
            </a:r>
          </a:p>
        </p:txBody>
      </p:sp>
      <p:sp>
        <p:nvSpPr>
          <p:cNvPr id="3" name="Content Placeholder 2"/>
          <p:cNvSpPr>
            <a:spLocks noGrp="1"/>
          </p:cNvSpPr>
          <p:nvPr>
            <p:ph idx="1"/>
          </p:nvPr>
        </p:nvSpPr>
        <p:spPr>
          <a:xfrm>
            <a:off x="628650" y="1498601"/>
            <a:ext cx="7886700" cy="384175"/>
          </a:xfrm>
        </p:spPr>
        <p:txBody>
          <a:bodyPr>
            <a:normAutofit/>
          </a:bodyPr>
          <a:lstStyle/>
          <a:p>
            <a:pPr marL="291600" indent="-291600">
              <a:spcBef>
                <a:spcPts val="1000"/>
              </a:spcBef>
            </a:pPr>
            <a:r>
              <a:rPr lang="en-US" dirty="0"/>
              <a:t>Here is the form</a:t>
            </a:r>
            <a:r>
              <a:rPr lang="en-US" dirty="0" smtClean="0"/>
              <a:t>:</a:t>
            </a:r>
            <a:endParaRPr lang="en-US" dirty="0"/>
          </a:p>
        </p:txBody>
      </p:sp>
      <p:sp>
        <p:nvSpPr>
          <p:cNvPr id="6" name="Content Placeholder 5"/>
          <p:cNvSpPr>
            <a:spLocks noGrp="1"/>
          </p:cNvSpPr>
          <p:nvPr>
            <p:ph idx="13"/>
          </p:nvPr>
        </p:nvSpPr>
        <p:spPr>
          <a:xfrm>
            <a:off x="762000" y="1974576"/>
            <a:ext cx="7753350" cy="3054624"/>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or</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Node(newItem,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Insert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after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probe.next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Node(newItem,</a:t>
            </a:r>
            <a:r>
              <a:rPr lang="en-US" b="1" dirty="0">
                <a:latin typeface="Times" panose="02020603050405020304" pitchFamily="18" charset="0"/>
                <a:ea typeface="MS Mincho"/>
              </a:rPr>
              <a:t> </a:t>
            </a:r>
            <a:r>
              <a:rPr lang="en-US" b="1" dirty="0">
                <a:latin typeface="Courier New" panose="02070309020205020404" pitchFamily="49" charset="0"/>
                <a:ea typeface="MS Mincho"/>
              </a:rPr>
              <a:t>probe.next</a:t>
            </a:r>
            <a:r>
              <a:rPr lang="en-US" b="1" dirty="0" smtClean="0">
                <a:latin typeface="Courier New" panose="02070309020205020404" pitchFamily="49" charset="0"/>
                <a:ea typeface="MS Mincho"/>
              </a:rPr>
              <a: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5055510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Inserting at Any Position </a:t>
            </a:r>
            <a:r>
              <a:rPr lang="en-US" sz="2000" dirty="0"/>
              <a:t>(3 of 3)</a:t>
            </a:r>
          </a:p>
        </p:txBody>
      </p:sp>
      <p:sp>
        <p:nvSpPr>
          <p:cNvPr id="3" name="Content Placeholder 2"/>
          <p:cNvSpPr>
            <a:spLocks noGrp="1"/>
          </p:cNvSpPr>
          <p:nvPr>
            <p:ph idx="1"/>
          </p:nvPr>
        </p:nvSpPr>
        <p:spPr>
          <a:xfrm>
            <a:off x="628650" y="1696418"/>
            <a:ext cx="3257550" cy="1046782"/>
          </a:xfrm>
        </p:spPr>
        <p:txBody>
          <a:bodyPr>
            <a:normAutofit/>
          </a:bodyPr>
          <a:lstStyle/>
          <a:p>
            <a:pPr marL="0" indent="0">
              <a:spcBef>
                <a:spcPts val="1000"/>
              </a:spcBef>
              <a:buNone/>
            </a:pPr>
            <a:r>
              <a:rPr lang="en-IN" b="1" dirty="0"/>
              <a:t>Figure </a:t>
            </a:r>
            <a:r>
              <a:rPr lang="en-IN" b="1" dirty="0" smtClean="0"/>
              <a:t>4-15: </a:t>
            </a:r>
            <a:r>
              <a:rPr lang="en-IN" dirty="0"/>
              <a:t>Inserting an item between two items in a linked structure</a:t>
            </a:r>
            <a:endParaRPr lang="en-US" dirty="0"/>
          </a:p>
        </p:txBody>
      </p:sp>
      <p:pic>
        <p:nvPicPr>
          <p:cNvPr id="8" name="Content Placeholder 7" descr="If index &gt; 1 and probe dot next is not none, advance probe to probe dot next and decrement index. If index = 1, stop the loop. If probe dot next = node, new item, probe dot next, hook in the new mode."/>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4120734" y="1050067"/>
            <a:ext cx="4731411" cy="4985446"/>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684803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Removing at Any Position </a:t>
            </a:r>
            <a:r>
              <a:rPr lang="en-US" sz="2000" dirty="0"/>
              <a:t>(1 of 3)</a:t>
            </a:r>
          </a:p>
        </p:txBody>
      </p:sp>
      <p:sp>
        <p:nvSpPr>
          <p:cNvPr id="3" name="Content Placeholder 2"/>
          <p:cNvSpPr>
            <a:spLocks noGrp="1"/>
          </p:cNvSpPr>
          <p:nvPr>
            <p:ph idx="1"/>
          </p:nvPr>
        </p:nvSpPr>
        <p:spPr>
          <a:xfrm>
            <a:off x="628650" y="1676401"/>
            <a:ext cx="7886700" cy="2590800"/>
          </a:xfrm>
        </p:spPr>
        <p:txBody>
          <a:bodyPr/>
          <a:lstStyle/>
          <a:p>
            <a:pPr marL="291600" indent="-291600">
              <a:spcBef>
                <a:spcPts val="1000"/>
              </a:spcBef>
            </a:pPr>
            <a:r>
              <a:rPr lang="en-US" dirty="0"/>
              <a:t>The removal of the </a:t>
            </a:r>
            <a:r>
              <a:rPr lang="en-US" i="1" dirty="0"/>
              <a:t>i</a:t>
            </a:r>
            <a:r>
              <a:rPr lang="en-US" dirty="0"/>
              <a:t>th item from a linked structure has three cases:</a:t>
            </a:r>
          </a:p>
          <a:p>
            <a:pPr lvl="1">
              <a:spcBef>
                <a:spcPts val="1000"/>
              </a:spcBef>
            </a:pPr>
            <a:r>
              <a:rPr lang="en-US" b="1" i="1" dirty="0"/>
              <a:t>i </a:t>
            </a:r>
            <a:r>
              <a:rPr lang="en-US" b="1" dirty="0"/>
              <a:t>&lt;= 0</a:t>
            </a:r>
            <a:r>
              <a:rPr lang="en-US" dirty="0"/>
              <a:t>—You use the code to remove the first item</a:t>
            </a:r>
          </a:p>
          <a:p>
            <a:pPr lvl="1">
              <a:spcBef>
                <a:spcPts val="1000"/>
              </a:spcBef>
            </a:pPr>
            <a:r>
              <a:rPr lang="en-US" b="1" dirty="0"/>
              <a:t>0 &lt; </a:t>
            </a:r>
            <a:r>
              <a:rPr lang="en-US" b="1" i="1" dirty="0"/>
              <a:t>i </a:t>
            </a:r>
            <a:r>
              <a:rPr lang="en-US" b="1" dirty="0"/>
              <a:t>&lt; </a:t>
            </a:r>
            <a:r>
              <a:rPr lang="en-US" b="1" i="1" dirty="0"/>
              <a:t>n</a:t>
            </a:r>
            <a:r>
              <a:rPr lang="en-US" dirty="0"/>
              <a:t>—You search for the node at position </a:t>
            </a:r>
            <a:r>
              <a:rPr lang="en-US" i="1" dirty="0"/>
              <a:t>i </a:t>
            </a:r>
            <a:r>
              <a:rPr lang="en-US" dirty="0"/>
              <a:t>– 1, as in insertion, and remove the following node</a:t>
            </a:r>
          </a:p>
          <a:p>
            <a:pPr lvl="1">
              <a:spcBef>
                <a:spcPts val="1000"/>
              </a:spcBef>
            </a:pPr>
            <a:r>
              <a:rPr lang="en-US" b="1" i="1" dirty="0"/>
              <a:t>i </a:t>
            </a:r>
            <a:r>
              <a:rPr lang="en-US" b="1" dirty="0"/>
              <a:t>&gt;= </a:t>
            </a:r>
            <a:r>
              <a:rPr lang="en-US" b="1" i="1" dirty="0"/>
              <a:t>n</a:t>
            </a:r>
            <a:r>
              <a:rPr lang="en-US" dirty="0"/>
              <a:t>—You remove the last node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41458562"/>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8422"/>
          </a:xfrm>
        </p:spPr>
        <p:txBody>
          <a:bodyPr/>
          <a:lstStyle/>
          <a:p>
            <a:r>
              <a:rPr lang="en-US" b="1" dirty="0"/>
              <a:t>Removing at Any Position </a:t>
            </a:r>
            <a:r>
              <a:rPr lang="en-US" sz="2000" dirty="0"/>
              <a:t>(2 of 3)</a:t>
            </a:r>
          </a:p>
        </p:txBody>
      </p:sp>
      <p:sp>
        <p:nvSpPr>
          <p:cNvPr id="3" name="Content Placeholder 2"/>
          <p:cNvSpPr>
            <a:spLocks noGrp="1"/>
          </p:cNvSpPr>
          <p:nvPr>
            <p:ph idx="1"/>
          </p:nvPr>
        </p:nvSpPr>
        <p:spPr>
          <a:xfrm>
            <a:off x="628650" y="1663146"/>
            <a:ext cx="7886700" cy="384175"/>
          </a:xfrm>
        </p:spPr>
        <p:txBody>
          <a:bodyPr>
            <a:normAutofit/>
          </a:bodyPr>
          <a:lstStyle/>
          <a:p>
            <a:pPr marL="291600" indent="-291600">
              <a:spcBef>
                <a:spcPts val="1000"/>
              </a:spcBef>
            </a:pPr>
            <a:r>
              <a:rPr lang="en-US" dirty="0"/>
              <a:t>Here is the form</a:t>
            </a:r>
            <a:r>
              <a:rPr lang="en-US" dirty="0" smtClean="0"/>
              <a:t>:</a:t>
            </a:r>
            <a:endParaRPr lang="en-US" dirty="0"/>
          </a:p>
        </p:txBody>
      </p:sp>
      <p:sp>
        <p:nvSpPr>
          <p:cNvPr id="6" name="Content Placeholder 5"/>
          <p:cNvSpPr>
            <a:spLocks noGrp="1"/>
          </p:cNvSpPr>
          <p:nvPr>
            <p:ph idx="13"/>
          </p:nvPr>
        </p:nvSpPr>
        <p:spPr>
          <a:xfrm>
            <a:off x="628650" y="2140884"/>
            <a:ext cx="7886700" cy="3865662"/>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Assumes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linked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structure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has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head.next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is</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head.data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head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head.next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removedItem</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next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removedItem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probe.next.data</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probe.next.next</a:t>
            </a:r>
            <a:endParaRPr lang="en-US" sz="1300" dirty="0">
              <a:latin typeface="Bank Gothic Bold"/>
              <a:ea typeface="MS Mincho"/>
              <a:cs typeface="Bank Gothic Bold"/>
            </a:endParaRPr>
          </a:p>
          <a:p>
            <a:pPr marL="342900" lvl="1" indent="0">
              <a:buNone/>
            </a:pP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removedItem</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6473733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Removing at Any Position </a:t>
            </a:r>
            <a:r>
              <a:rPr lang="en-US" sz="2000" dirty="0"/>
              <a:t>(3 of 3)</a:t>
            </a:r>
          </a:p>
        </p:txBody>
      </p:sp>
      <p:sp>
        <p:nvSpPr>
          <p:cNvPr id="3" name="Content Placeholder 2"/>
          <p:cNvSpPr>
            <a:spLocks noGrp="1"/>
          </p:cNvSpPr>
          <p:nvPr>
            <p:ph idx="1"/>
          </p:nvPr>
        </p:nvSpPr>
        <p:spPr>
          <a:xfrm>
            <a:off x="628650" y="1676400"/>
            <a:ext cx="3486150" cy="990600"/>
          </a:xfrm>
        </p:spPr>
        <p:txBody>
          <a:bodyPr>
            <a:normAutofit/>
          </a:bodyPr>
          <a:lstStyle/>
          <a:p>
            <a:pPr marL="0" indent="0">
              <a:spcBef>
                <a:spcPts val="1000"/>
              </a:spcBef>
              <a:buNone/>
            </a:pPr>
            <a:r>
              <a:rPr lang="en-IN" b="1" dirty="0"/>
              <a:t>Figure </a:t>
            </a:r>
            <a:r>
              <a:rPr lang="en-IN" b="1" dirty="0" smtClean="0"/>
              <a:t>4-16: </a:t>
            </a:r>
            <a:r>
              <a:rPr lang="en-IN" dirty="0"/>
              <a:t>Removing an item between two items in a linked structure</a:t>
            </a:r>
            <a:endParaRPr lang="en-US" dirty="0"/>
          </a:p>
        </p:txBody>
      </p:sp>
      <p:pic>
        <p:nvPicPr>
          <p:cNvPr id="8" name="Content Placeholder 7" descr="If index &gt; 1 and probe dot next dot next is not none, advance probe to probe dot next and decrement index. If index = 1, stop the loop. If probe dot next = probe dot next dot next, unhook the node. The garbage collection returns node to system heap."/>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4701988" y="959262"/>
            <a:ext cx="4276151" cy="5023189"/>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0236151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Complexity Trade-Off: Time, Space, and Singly Linked Structures</a:t>
            </a:r>
          </a:p>
        </p:txBody>
      </p:sp>
      <p:sp>
        <p:nvSpPr>
          <p:cNvPr id="3" name="Content Placeholder 2"/>
          <p:cNvSpPr>
            <a:spLocks noGrp="1"/>
          </p:cNvSpPr>
          <p:nvPr>
            <p:ph idx="1"/>
          </p:nvPr>
        </p:nvSpPr>
        <p:spPr>
          <a:xfrm>
            <a:off x="628650" y="1825625"/>
            <a:ext cx="7886700" cy="612775"/>
          </a:xfrm>
        </p:spPr>
        <p:txBody>
          <a:bodyPr/>
          <a:lstStyle/>
          <a:p>
            <a:pPr marL="291600" indent="-291600">
              <a:spcBef>
                <a:spcPts val="1000"/>
              </a:spcBef>
            </a:pPr>
            <a:r>
              <a:rPr lang="en-US" dirty="0"/>
              <a:t>Table 4.3 The Running Times of Operations on Singly Linked Structures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873708292"/>
              </p:ext>
            </p:extLst>
          </p:nvPr>
        </p:nvGraphicFramePr>
        <p:xfrm>
          <a:off x="914399" y="2667000"/>
          <a:ext cx="7010401" cy="293116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1295310349"/>
                    </a:ext>
                  </a:extLst>
                </a:gridCol>
                <a:gridCol w="3352801">
                  <a:extLst>
                    <a:ext uri="{9D8B030D-6E8A-4147-A177-3AD203B41FA5}">
                      <a16:colId xmlns:a16="http://schemas.microsoft.com/office/drawing/2014/main" val="3253711217"/>
                    </a:ext>
                  </a:extLst>
                </a:gridCol>
              </a:tblGrid>
              <a:tr h="370840">
                <a:tc>
                  <a:txBody>
                    <a:bodyPr/>
                    <a:lstStyle/>
                    <a:p>
                      <a:r>
                        <a:rPr lang="en-US" sz="1400"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bg2">
                              <a:lumMod val="10000"/>
                            </a:schemeClr>
                          </a:solidFill>
                          <a:latin typeface="Open Sans" panose="020B0606030504020204"/>
                        </a:rPr>
                        <a:t>Running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4358455"/>
                  </a:ext>
                </a:extLst>
              </a:tr>
              <a:tr h="370840">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Access at </a:t>
                      </a:r>
                      <a:r>
                        <a:rPr lang="en-US" sz="1400" i="1" dirty="0">
                          <a:effectLst/>
                          <a:latin typeface="Open Sans" panose="020B0606030504020204"/>
                          <a:ea typeface="MS Mincho"/>
                          <a:cs typeface="Times" panose="02020603050405020304" pitchFamily="18" charset="0"/>
                        </a:rPr>
                        <a:t>i</a:t>
                      </a:r>
                      <a:r>
                        <a:rPr lang="en-US" sz="1400" dirty="0">
                          <a:effectLst/>
                          <a:latin typeface="Open Sans" panose="020B0606030504020204"/>
                          <a:ea typeface="MS Mincho"/>
                          <a:cs typeface="Times" panose="02020603050405020304" pitchFamily="18" charset="0"/>
                        </a:rPr>
                        <a:t>th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O(</a:t>
                      </a:r>
                      <a:r>
                        <a:rPr lang="en-US" sz="1400" i="1" dirty="0">
                          <a:effectLst/>
                          <a:latin typeface="Open Sans" panose="020B0606030504020204"/>
                          <a:ea typeface="MS Mincho"/>
                          <a:cs typeface="Times" panose="02020603050405020304" pitchFamily="18" charset="0"/>
                        </a:rPr>
                        <a:t>n</a:t>
                      </a:r>
                      <a:r>
                        <a:rPr lang="en-US" sz="1400" dirty="0">
                          <a:effectLst/>
                          <a:latin typeface="Open Sans" panose="020B0606030504020204"/>
                          <a:ea typeface="MS Mincho"/>
                          <a:cs typeface="Times" panose="02020603050405020304" pitchFamily="18" charset="0"/>
                        </a:rPr>
                        <a:t>), average case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00416119"/>
                  </a:ext>
                </a:extLst>
              </a:tr>
              <a:tr h="370840">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Replacement at </a:t>
                      </a:r>
                      <a:r>
                        <a:rPr lang="en-US" sz="1400" i="1" dirty="0">
                          <a:effectLst/>
                          <a:latin typeface="Open Sans" panose="020B0606030504020204"/>
                          <a:ea typeface="MS Mincho"/>
                          <a:cs typeface="Times" panose="02020603050405020304" pitchFamily="18" charset="0"/>
                        </a:rPr>
                        <a:t>i</a:t>
                      </a:r>
                      <a:r>
                        <a:rPr lang="en-US" sz="1400" dirty="0">
                          <a:effectLst/>
                          <a:latin typeface="Open Sans" panose="020B0606030504020204"/>
                          <a:ea typeface="MS Mincho"/>
                          <a:cs typeface="Times" panose="02020603050405020304" pitchFamily="18" charset="0"/>
                        </a:rPr>
                        <a:t>th position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O(</a:t>
                      </a:r>
                      <a:r>
                        <a:rPr lang="en-US" sz="1400" i="1" dirty="0">
                          <a:effectLst/>
                          <a:latin typeface="Open Sans" panose="020B0606030504020204"/>
                          <a:ea typeface="MS Mincho"/>
                          <a:cs typeface="Times" panose="02020603050405020304" pitchFamily="18" charset="0"/>
                        </a:rPr>
                        <a:t>n</a:t>
                      </a:r>
                      <a:r>
                        <a:rPr lang="en-US" sz="1400" dirty="0">
                          <a:effectLst/>
                          <a:latin typeface="Open Sans" panose="020B0606030504020204"/>
                          <a:ea typeface="MS Mincho"/>
                          <a:cs typeface="Times" panose="02020603050405020304" pitchFamily="18" charset="0"/>
                        </a:rPr>
                        <a:t>), average case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4089973"/>
                  </a:ext>
                </a:extLst>
              </a:tr>
              <a:tr h="370840">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Insert at beginning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O(1), best and worst case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9827714"/>
                  </a:ext>
                </a:extLst>
              </a:tr>
              <a:tr h="370840">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Remove from beginning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US" sz="1400" dirty="0">
                          <a:effectLst/>
                          <a:latin typeface="Open Sans" panose="020B0606030504020204"/>
                          <a:ea typeface="MS Mincho"/>
                          <a:cs typeface="Times" panose="02020603050405020304" pitchFamily="18" charset="0"/>
                        </a:rPr>
                        <a:t>O(1), best and worst case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893225"/>
                  </a:ext>
                </a:extLst>
              </a:tr>
              <a:tr h="370840">
                <a:tc>
                  <a:txBody>
                    <a:bodyPr/>
                    <a:lstStyle/>
                    <a:p>
                      <a:pPr marL="0" marR="0">
                        <a:lnSpc>
                          <a:spcPct val="200000"/>
                        </a:lnSpc>
                        <a:spcBef>
                          <a:spcPts val="0"/>
                        </a:spcBef>
                        <a:spcAft>
                          <a:spcPts val="0"/>
                        </a:spcAft>
                      </a:pPr>
                      <a:r>
                        <a:rPr lang="en-IN" sz="1400" kern="1200" dirty="0">
                          <a:solidFill>
                            <a:schemeClr val="dk1"/>
                          </a:solidFill>
                          <a:effectLst/>
                          <a:latin typeface="Open Sans" panose="020B0606030504020204"/>
                          <a:ea typeface="MS Mincho"/>
                          <a:cs typeface="Times" panose="02020603050405020304" pitchFamily="18" charset="0"/>
                        </a:rPr>
                        <a:t>Insert at </a:t>
                      </a:r>
                      <a:r>
                        <a:rPr lang="en-IN" sz="1400" i="1" kern="1200" dirty="0">
                          <a:solidFill>
                            <a:schemeClr val="dk1"/>
                          </a:solidFill>
                          <a:effectLst/>
                          <a:latin typeface="Open Sans" panose="020B0606030504020204"/>
                          <a:ea typeface="MS Mincho"/>
                          <a:cs typeface="Times" panose="02020603050405020304" pitchFamily="18" charset="0"/>
                        </a:rPr>
                        <a:t>i</a:t>
                      </a:r>
                      <a:r>
                        <a:rPr lang="en-IN" sz="1400" kern="1200" dirty="0">
                          <a:solidFill>
                            <a:schemeClr val="dk1"/>
                          </a:solidFill>
                          <a:effectLst/>
                          <a:latin typeface="Open Sans" panose="020B0606030504020204"/>
                          <a:ea typeface="MS Mincho"/>
                          <a:cs typeface="Times" panose="02020603050405020304" pitchFamily="18" charset="0"/>
                        </a:rPr>
                        <a:t>th position</a:t>
                      </a:r>
                      <a:endParaRPr lang="en-US" sz="1400" kern="1200" dirty="0">
                        <a:solidFill>
                          <a:schemeClr val="dk1"/>
                        </a:solidFill>
                        <a:effectLst/>
                        <a:latin typeface="Open Sans" panose="020B0606030504020204"/>
                        <a:ea typeface="MS Mincho"/>
                        <a:cs typeface="Times"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en-IN" sz="1400" kern="1200" dirty="0">
                          <a:solidFill>
                            <a:schemeClr val="dk1"/>
                          </a:solidFill>
                          <a:effectLst/>
                          <a:latin typeface="Open Sans" panose="020B0606030504020204"/>
                          <a:ea typeface="MS Mincho"/>
                          <a:cs typeface="Times" panose="02020603050405020304" pitchFamily="18" charset="0"/>
                        </a:rPr>
                        <a:t>O(</a:t>
                      </a:r>
                      <a:r>
                        <a:rPr lang="en-IN" sz="1400" i="1" kern="1200" dirty="0">
                          <a:solidFill>
                            <a:schemeClr val="dk1"/>
                          </a:solidFill>
                          <a:effectLst/>
                          <a:latin typeface="Open Sans" panose="020B0606030504020204"/>
                          <a:ea typeface="MS Mincho"/>
                          <a:cs typeface="Times" panose="02020603050405020304" pitchFamily="18" charset="0"/>
                        </a:rPr>
                        <a:t>n</a:t>
                      </a:r>
                      <a:r>
                        <a:rPr lang="en-IN" sz="1400" kern="1200" dirty="0">
                          <a:solidFill>
                            <a:schemeClr val="dk1"/>
                          </a:solidFill>
                          <a:effectLst/>
                          <a:latin typeface="Open Sans" panose="020B0606030504020204"/>
                          <a:ea typeface="MS Mincho"/>
                          <a:cs typeface="Times" panose="02020603050405020304" pitchFamily="18" charset="0"/>
                        </a:rPr>
                        <a:t>), average case</a:t>
                      </a:r>
                      <a:endParaRPr lang="en-US" sz="1400" kern="1200" dirty="0">
                        <a:solidFill>
                          <a:schemeClr val="dk1"/>
                        </a:solidFill>
                        <a:effectLst/>
                        <a:latin typeface="Open Sans" panose="020B0606030504020204"/>
                        <a:ea typeface="MS Mincho"/>
                        <a:cs typeface="Times"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1062607"/>
                  </a:ext>
                </a:extLst>
              </a:tr>
              <a:tr h="370840">
                <a:tc>
                  <a:txBody>
                    <a:bodyPr/>
                    <a:lstStyle/>
                    <a:p>
                      <a:pPr marL="0" marR="0">
                        <a:lnSpc>
                          <a:spcPct val="200000"/>
                        </a:lnSpc>
                        <a:spcBef>
                          <a:spcPts val="0"/>
                        </a:spcBef>
                        <a:spcAft>
                          <a:spcPts val="0"/>
                        </a:spcAft>
                      </a:pPr>
                      <a:r>
                        <a:rPr lang="en-IN" sz="1400" kern="1200" dirty="0">
                          <a:solidFill>
                            <a:schemeClr val="dk1"/>
                          </a:solidFill>
                          <a:effectLst/>
                          <a:latin typeface="Open Sans" panose="020B0606030504020204"/>
                          <a:ea typeface="MS Mincho"/>
                          <a:cs typeface="Times" panose="02020603050405020304" pitchFamily="18" charset="0"/>
                        </a:rPr>
                        <a:t>Remove</a:t>
                      </a:r>
                      <a:r>
                        <a:rPr lang="en-IN" sz="1400" b="0" cap="all" dirty="0">
                          <a:solidFill>
                            <a:srgbClr val="F5822B"/>
                          </a:solidFill>
                          <a:effectLst/>
                          <a:latin typeface="Open Sans" panose="020B0606030504020204"/>
                          <a:ea typeface="Times New Roman" panose="02020603050405020304" pitchFamily="18" charset="0"/>
                          <a:cs typeface="Times" panose="02020603050405020304" pitchFamily="18" charset="0"/>
                        </a:rPr>
                        <a:t> </a:t>
                      </a:r>
                      <a:r>
                        <a:rPr lang="en-IN" sz="1400" kern="1200" dirty="0">
                          <a:solidFill>
                            <a:schemeClr val="dk1"/>
                          </a:solidFill>
                          <a:effectLst/>
                          <a:latin typeface="Open Sans" panose="020B0606030504020204"/>
                          <a:ea typeface="MS Mincho"/>
                          <a:cs typeface="Times" panose="02020603050405020304" pitchFamily="18" charset="0"/>
                        </a:rPr>
                        <a:t>from </a:t>
                      </a:r>
                      <a:r>
                        <a:rPr lang="en-IN" sz="1400" i="1" kern="1200" dirty="0">
                          <a:solidFill>
                            <a:schemeClr val="dk1"/>
                          </a:solidFill>
                          <a:effectLst/>
                          <a:latin typeface="Open Sans" panose="020B0606030504020204"/>
                          <a:ea typeface="MS Mincho"/>
                          <a:cs typeface="Times" panose="02020603050405020304" pitchFamily="18" charset="0"/>
                        </a:rPr>
                        <a:t>i</a:t>
                      </a:r>
                      <a:r>
                        <a:rPr lang="en-IN" sz="1400" kern="1200" dirty="0">
                          <a:solidFill>
                            <a:schemeClr val="dk1"/>
                          </a:solidFill>
                          <a:effectLst/>
                          <a:latin typeface="Open Sans" panose="020B0606030504020204"/>
                          <a:ea typeface="MS Mincho"/>
                          <a:cs typeface="Times" panose="02020603050405020304" pitchFamily="18" charset="0"/>
                        </a:rPr>
                        <a:t>th position</a:t>
                      </a:r>
                      <a:endParaRPr lang="en-US" sz="1400" kern="1200" dirty="0">
                        <a:solidFill>
                          <a:schemeClr val="dk1"/>
                        </a:solidFill>
                        <a:effectLst/>
                        <a:latin typeface="Open Sans" panose="020B0606030504020204"/>
                        <a:ea typeface="MS Mincho"/>
                        <a:cs typeface="Times"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200000"/>
                        </a:lnSpc>
                        <a:spcBef>
                          <a:spcPts val="0"/>
                        </a:spcBef>
                        <a:spcAft>
                          <a:spcPts val="0"/>
                        </a:spcAft>
                      </a:pPr>
                      <a:r>
                        <a:rPr lang="pt-BR" sz="1400" kern="1200" dirty="0">
                          <a:solidFill>
                            <a:schemeClr val="dk1"/>
                          </a:solidFill>
                          <a:effectLst/>
                          <a:latin typeface="Open Sans" panose="020B0606030504020204"/>
                          <a:ea typeface="MS Mincho"/>
                          <a:cs typeface="Times" panose="02020603050405020304" pitchFamily="18" charset="0"/>
                        </a:rPr>
                        <a:t>O(</a:t>
                      </a:r>
                      <a:r>
                        <a:rPr lang="pt-BR" sz="1400" i="1" kern="1200" dirty="0">
                          <a:solidFill>
                            <a:schemeClr val="dk1"/>
                          </a:solidFill>
                          <a:effectLst/>
                          <a:latin typeface="Open Sans" panose="020B0606030504020204"/>
                          <a:ea typeface="MS Mincho"/>
                          <a:cs typeface="Times" panose="02020603050405020304" pitchFamily="18" charset="0"/>
                        </a:rPr>
                        <a:t>n</a:t>
                      </a:r>
                      <a:r>
                        <a:rPr lang="pt-BR" sz="1400" kern="1200" dirty="0">
                          <a:solidFill>
                            <a:schemeClr val="dk1"/>
                          </a:solidFill>
                          <a:effectLst/>
                          <a:latin typeface="Open Sans" panose="020B0606030504020204"/>
                          <a:ea typeface="MS Mincho"/>
                          <a:cs typeface="Times" panose="02020603050405020304" pitchFamily="18" charset="0"/>
                        </a:rPr>
                        <a:t>), average case</a:t>
                      </a:r>
                      <a:endParaRPr lang="en-US" sz="1400" b="1" cap="all" dirty="0">
                        <a:solidFill>
                          <a:srgbClr val="F5822B"/>
                        </a:solidFill>
                        <a:effectLst/>
                        <a:latin typeface="Open Sans" panose="020B0606030504020204"/>
                        <a:ea typeface="Times New Roman" panose="02020603050405020304" pitchFamily="18" charset="0"/>
                        <a:cs typeface="Times"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2482537"/>
                  </a:ext>
                </a:extLst>
              </a:tr>
            </a:tbl>
          </a:graphicData>
        </a:graphic>
      </p:graphicFrame>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9058788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Variations on a Link</a:t>
            </a:r>
          </a:p>
        </p:txBody>
      </p:sp>
      <p:sp>
        <p:nvSpPr>
          <p:cNvPr id="3" name="Content Placeholder 2"/>
          <p:cNvSpPr>
            <a:spLocks noGrp="1"/>
          </p:cNvSpPr>
          <p:nvPr>
            <p:ph idx="1"/>
          </p:nvPr>
        </p:nvSpPr>
        <p:spPr>
          <a:xfrm>
            <a:off x="628650" y="1600200"/>
            <a:ext cx="7886700" cy="838200"/>
          </a:xfrm>
        </p:spPr>
        <p:txBody>
          <a:bodyPr/>
          <a:lstStyle/>
          <a:p>
            <a:pPr marL="291600" indent="-291600">
              <a:spcBef>
                <a:spcPts val="1000"/>
              </a:spcBef>
            </a:pPr>
            <a:r>
              <a:rPr lang="en-US" dirty="0"/>
              <a:t>This section examines two types of linked structures with extra pointers that can help to improve performance and simplify code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1446970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A Circular Linked Structure with a Dummy Header Node </a:t>
            </a:r>
            <a:r>
              <a:rPr lang="en-US" sz="2000" dirty="0" smtClean="0"/>
              <a:t>(</a:t>
            </a:r>
            <a:r>
              <a:rPr lang="en-US" sz="2000" dirty="0"/>
              <a:t>1 of 4)</a:t>
            </a:r>
          </a:p>
        </p:txBody>
      </p:sp>
      <p:sp>
        <p:nvSpPr>
          <p:cNvPr id="3" name="Content Placeholder 2"/>
          <p:cNvSpPr>
            <a:spLocks noGrp="1"/>
          </p:cNvSpPr>
          <p:nvPr>
            <p:ph idx="1"/>
          </p:nvPr>
        </p:nvSpPr>
        <p:spPr>
          <a:xfrm>
            <a:off x="628650" y="1780256"/>
            <a:ext cx="7886700" cy="3401344"/>
          </a:xfrm>
        </p:spPr>
        <p:txBody>
          <a:bodyPr/>
          <a:lstStyle/>
          <a:p>
            <a:pPr marL="291600" indent="-291600">
              <a:spcBef>
                <a:spcPts val="1000"/>
              </a:spcBef>
            </a:pPr>
            <a:r>
              <a:rPr lang="en-US" dirty="0"/>
              <a:t>The insertion and the removal of the first node are special cases of the insert </a:t>
            </a:r>
            <a:r>
              <a:rPr lang="en-US" i="1" dirty="0"/>
              <a:t>i</a:t>
            </a:r>
            <a:r>
              <a:rPr lang="en-US" dirty="0"/>
              <a:t>th and remove </a:t>
            </a:r>
            <a:r>
              <a:rPr lang="en-US" i="1" dirty="0"/>
              <a:t>i</a:t>
            </a:r>
            <a:r>
              <a:rPr lang="en-US" dirty="0"/>
              <a:t>th operations on singly linked structures:</a:t>
            </a:r>
          </a:p>
          <a:p>
            <a:pPr lvl="1">
              <a:spcBef>
                <a:spcPts val="1000"/>
              </a:spcBef>
            </a:pPr>
            <a:r>
              <a:rPr lang="en-US" dirty="0"/>
              <a:t>These cases are special because the </a:t>
            </a:r>
            <a:r>
              <a:rPr lang="en-US" b="1" dirty="0">
                <a:latin typeface="Courier New" panose="02070309020205020404" pitchFamily="49" charset="0"/>
                <a:cs typeface="Courier New" panose="02070309020205020404" pitchFamily="49" charset="0"/>
              </a:rPr>
              <a:t>head</a:t>
            </a:r>
            <a:r>
              <a:rPr lang="en-US" dirty="0"/>
              <a:t> pointer must be reset</a:t>
            </a:r>
          </a:p>
          <a:p>
            <a:pPr marL="291600" indent="-291600">
              <a:spcBef>
                <a:spcPts val="1000"/>
              </a:spcBef>
            </a:pPr>
            <a:r>
              <a:rPr lang="en-US" dirty="0"/>
              <a:t>You can simplify these operations by using a </a:t>
            </a:r>
            <a:r>
              <a:rPr lang="en-US" i="1" dirty="0"/>
              <a:t>circular linked structure </a:t>
            </a:r>
            <a:r>
              <a:rPr lang="en-US" dirty="0"/>
              <a:t>with a </a:t>
            </a:r>
            <a:r>
              <a:rPr lang="en-US" i="1" dirty="0"/>
              <a:t>dummy header node:</a:t>
            </a:r>
          </a:p>
          <a:p>
            <a:pPr lvl="1">
              <a:spcBef>
                <a:spcPts val="1000"/>
              </a:spcBef>
            </a:pPr>
            <a:r>
              <a:rPr lang="en-US" dirty="0"/>
              <a:t>A circular linked structure contains a link from the last node back to the first node in the structure</a:t>
            </a:r>
          </a:p>
          <a:p>
            <a:pPr lvl="1">
              <a:spcBef>
                <a:spcPts val="1000"/>
              </a:spcBef>
            </a:pPr>
            <a:r>
              <a:rPr lang="en-US" dirty="0"/>
              <a:t>This node, the dummy header node, contains no data but serves as a marker for the beginning and the end of the linked structure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7301571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74699"/>
          </a:xfrm>
        </p:spPr>
        <p:txBody>
          <a:bodyPr/>
          <a:lstStyle/>
          <a:p>
            <a:r>
              <a:rPr lang="en-US" b="1" dirty="0"/>
              <a:t>A Circular Linked Structure with a Dummy Header Node </a:t>
            </a:r>
            <a:r>
              <a:rPr lang="en-US" sz="2000" dirty="0" smtClean="0"/>
              <a:t>(</a:t>
            </a:r>
            <a:r>
              <a:rPr lang="en-US" sz="2000" dirty="0"/>
              <a:t>2 of 4)</a:t>
            </a:r>
          </a:p>
        </p:txBody>
      </p:sp>
      <p:sp>
        <p:nvSpPr>
          <p:cNvPr id="3" name="Content Placeholder 2"/>
          <p:cNvSpPr>
            <a:spLocks noGrp="1"/>
          </p:cNvSpPr>
          <p:nvPr>
            <p:ph idx="1"/>
          </p:nvPr>
        </p:nvSpPr>
        <p:spPr>
          <a:xfrm>
            <a:off x="628650" y="1825625"/>
            <a:ext cx="7886700" cy="688975"/>
          </a:xfrm>
        </p:spPr>
        <p:txBody>
          <a:bodyPr/>
          <a:lstStyle/>
          <a:p>
            <a:pPr marL="0" indent="0">
              <a:spcBef>
                <a:spcPts val="1000"/>
              </a:spcBef>
              <a:buNone/>
            </a:pPr>
            <a:r>
              <a:rPr lang="en-IN" b="1" dirty="0"/>
              <a:t>Figure </a:t>
            </a:r>
            <a:r>
              <a:rPr lang="en-IN" b="1" dirty="0" smtClean="0"/>
              <a:t>4-17: </a:t>
            </a:r>
            <a:r>
              <a:rPr lang="en-IN" dirty="0"/>
              <a:t>An empty circular linked structure with a dummy header node</a:t>
            </a:r>
            <a:endParaRPr lang="en-US" dirty="0"/>
          </a:p>
        </p:txBody>
      </p:sp>
      <p:pic>
        <p:nvPicPr>
          <p:cNvPr id="8" name="Content Placeholder 7" descr="An empty circular linked structure with a dummy header node."/>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892719" y="3247321"/>
            <a:ext cx="4533063" cy="2018775"/>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1707322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A Circular Linked Structure with a Dummy Header Node </a:t>
            </a:r>
            <a:r>
              <a:rPr lang="en-US" sz="2000" dirty="0" smtClean="0"/>
              <a:t>(</a:t>
            </a:r>
            <a:r>
              <a:rPr lang="en-US" sz="2000" dirty="0"/>
              <a:t>3 of 4)</a:t>
            </a:r>
          </a:p>
        </p:txBody>
      </p:sp>
      <p:sp>
        <p:nvSpPr>
          <p:cNvPr id="3" name="Content Placeholder 2"/>
          <p:cNvSpPr>
            <a:spLocks noGrp="1"/>
          </p:cNvSpPr>
          <p:nvPr>
            <p:ph idx="1"/>
          </p:nvPr>
        </p:nvSpPr>
        <p:spPr>
          <a:xfrm>
            <a:off x="628650" y="1825625"/>
            <a:ext cx="7886700" cy="536575"/>
          </a:xfrm>
        </p:spPr>
        <p:txBody>
          <a:bodyPr/>
          <a:lstStyle/>
          <a:p>
            <a:pPr marL="0" indent="0">
              <a:spcBef>
                <a:spcPts val="1000"/>
              </a:spcBef>
              <a:buNone/>
            </a:pPr>
            <a:r>
              <a:rPr lang="en-IN" b="1" dirty="0"/>
              <a:t>Figure </a:t>
            </a:r>
            <a:r>
              <a:rPr lang="en-IN" b="1" dirty="0" smtClean="0"/>
              <a:t>4-18: </a:t>
            </a:r>
            <a:r>
              <a:rPr lang="en-IN" dirty="0"/>
              <a:t>A circular linked structure after inserting the first node</a:t>
            </a:r>
            <a:endParaRPr lang="en-US" dirty="0"/>
          </a:p>
        </p:txBody>
      </p:sp>
      <p:pic>
        <p:nvPicPr>
          <p:cNvPr id="8" name="Content Placeholder 7" descr="The first node to contain data is located after the dummy header node. This node’s next pointer then points back to the dummy header node in a circular fashion."/>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1364057" y="3233699"/>
            <a:ext cx="6066911" cy="1940003"/>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9131123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A Circular Linked Structure with a Dummy Header Node </a:t>
            </a:r>
            <a:r>
              <a:rPr lang="en-US" sz="2000" dirty="0" smtClean="0"/>
              <a:t>(</a:t>
            </a:r>
            <a:r>
              <a:rPr lang="en-US" sz="2000" dirty="0"/>
              <a:t>4 of 4)</a:t>
            </a:r>
          </a:p>
        </p:txBody>
      </p:sp>
      <p:sp>
        <p:nvSpPr>
          <p:cNvPr id="3" name="Content Placeholder 2"/>
          <p:cNvSpPr>
            <a:spLocks noGrp="1"/>
          </p:cNvSpPr>
          <p:nvPr>
            <p:ph idx="1"/>
          </p:nvPr>
        </p:nvSpPr>
        <p:spPr>
          <a:xfrm>
            <a:off x="628650" y="1588991"/>
            <a:ext cx="7886700" cy="697009"/>
          </a:xfrm>
        </p:spPr>
        <p:txBody>
          <a:bodyPr/>
          <a:lstStyle/>
          <a:p>
            <a:pPr marL="291600" indent="-291600">
              <a:spcBef>
                <a:spcPts val="1000"/>
              </a:spcBef>
            </a:pPr>
            <a:r>
              <a:rPr lang="en-US" dirty="0"/>
              <a:t>Code for insertions at the </a:t>
            </a:r>
            <a:r>
              <a:rPr lang="en-US" i="1" dirty="0"/>
              <a:t>i</a:t>
            </a:r>
            <a:r>
              <a:rPr lang="en-US" dirty="0"/>
              <a:t>th position using the new representation of a linked structure</a:t>
            </a:r>
            <a:r>
              <a:rPr lang="en-US" dirty="0" smtClean="0"/>
              <a:t>:</a:t>
            </a:r>
            <a:endParaRPr lang="en-US" dirty="0"/>
          </a:p>
        </p:txBody>
      </p:sp>
      <p:sp>
        <p:nvSpPr>
          <p:cNvPr id="6" name="Content Placeholder 5"/>
          <p:cNvSpPr>
            <a:spLocks noGrp="1"/>
          </p:cNvSpPr>
          <p:nvPr>
            <p:ph idx="13"/>
          </p:nvPr>
        </p:nvSpPr>
        <p:spPr>
          <a:xfrm>
            <a:off x="838200" y="2405271"/>
            <a:ext cx="7677150" cy="2133600"/>
          </a:xfrm>
        </p:spPr>
        <p:txBody>
          <a:bodyPr/>
          <a:lstStyle/>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and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head:</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probe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probe.next</a:t>
            </a:r>
            <a:endParaRPr lang="en-US" sz="1300" dirty="0">
              <a:latin typeface="Bank Gothic Bold"/>
              <a:ea typeface="MS Mincho"/>
              <a:cs typeface="Bank Gothic Bold"/>
            </a:endParaRPr>
          </a:p>
          <a:p>
            <a:pPr marL="531495" lvl="1" indent="0">
              <a:spcBef>
                <a:spcPts val="0"/>
              </a:spcBef>
              <a:buNone/>
              <a:tabLst>
                <a:tab pos="2971800" algn="l"/>
              </a:tabLst>
            </a:pP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Insert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after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index</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rPr>
              <a:t>probe.next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Node(newItem,</a:t>
            </a:r>
            <a:r>
              <a:rPr lang="en-US" b="1" dirty="0">
                <a:latin typeface="Times" panose="02020603050405020304" pitchFamily="18" charset="0"/>
                <a:ea typeface="MS Mincho"/>
              </a:rPr>
              <a:t> </a:t>
            </a:r>
            <a:r>
              <a:rPr lang="en-US" b="1" dirty="0">
                <a:latin typeface="Courier New" panose="02070309020205020404" pitchFamily="49" charset="0"/>
                <a:ea typeface="MS Mincho"/>
              </a:rPr>
              <a:t>probe.next</a:t>
            </a:r>
            <a:r>
              <a:rPr lang="en-US" b="1" dirty="0" smtClean="0">
                <a:latin typeface="Courier New" panose="02070309020205020404" pitchFamily="49" charset="0"/>
                <a:ea typeface="MS Mincho"/>
              </a:rPr>
              <a:t>)</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856907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Doubly Linked Structures </a:t>
            </a:r>
            <a:r>
              <a:rPr lang="en-US" sz="2000" dirty="0"/>
              <a:t>(1 of 4)</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A doubly linked structure has the advantages of a singly linked structure</a:t>
            </a:r>
          </a:p>
          <a:p>
            <a:pPr marL="291600" indent="-291600">
              <a:spcBef>
                <a:spcPts val="1000"/>
              </a:spcBef>
            </a:pPr>
            <a:r>
              <a:rPr lang="en-US" dirty="0"/>
              <a:t>In addition, it allows the user to do the following:</a:t>
            </a:r>
          </a:p>
          <a:p>
            <a:pPr lvl="1">
              <a:spcBef>
                <a:spcPts val="1000"/>
              </a:spcBef>
            </a:pPr>
            <a:r>
              <a:rPr lang="en-US" dirty="0"/>
              <a:t>Move left, to the previous node, from a given node</a:t>
            </a:r>
          </a:p>
          <a:p>
            <a:pPr lvl="1">
              <a:spcBef>
                <a:spcPts val="1000"/>
              </a:spcBef>
            </a:pPr>
            <a:r>
              <a:rPr lang="en-US" dirty="0"/>
              <a:t>Move immediately to the last node</a:t>
            </a:r>
          </a:p>
          <a:p>
            <a:pPr marL="291600" indent="-291600">
              <a:spcBef>
                <a:spcPts val="1000"/>
              </a:spcBef>
            </a:pPr>
            <a:r>
              <a:rPr lang="en-US" dirty="0"/>
              <a:t>Figure 4.19 shows a doubly linked structure that contains three nodes:</a:t>
            </a:r>
          </a:p>
          <a:p>
            <a:pPr lvl="1">
              <a:spcBef>
                <a:spcPts val="1000"/>
              </a:spcBef>
            </a:pPr>
            <a:r>
              <a:rPr lang="en-US" dirty="0"/>
              <a:t>Note the presence of two pointers, conventionally known as </a:t>
            </a:r>
            <a:r>
              <a:rPr lang="en-US" b="1" dirty="0">
                <a:latin typeface="Courier New" panose="02070309020205020404" pitchFamily="49" charset="0"/>
                <a:cs typeface="Courier New" panose="02070309020205020404" pitchFamily="49" charset="0"/>
              </a:rPr>
              <a:t>next</a:t>
            </a:r>
            <a:r>
              <a:rPr lang="en-US" dirty="0"/>
              <a:t> and </a:t>
            </a:r>
            <a:r>
              <a:rPr lang="en-US" b="1" dirty="0">
                <a:latin typeface="Courier New" panose="02070309020205020404" pitchFamily="49" charset="0"/>
                <a:cs typeface="Courier New" panose="02070309020205020404" pitchFamily="49" charset="0"/>
              </a:rPr>
              <a:t>previous</a:t>
            </a:r>
            <a:r>
              <a:rPr lang="en-US" dirty="0"/>
              <a:t>, in each node</a:t>
            </a:r>
          </a:p>
          <a:p>
            <a:pPr lvl="1">
              <a:spcBef>
                <a:spcPts val="1000"/>
              </a:spcBef>
            </a:pPr>
            <a:r>
              <a:rPr lang="en-US" dirty="0"/>
              <a:t>Note also the presence of a second external </a:t>
            </a:r>
            <a:r>
              <a:rPr lang="en-US" b="1" dirty="0">
                <a:latin typeface="Courier New" panose="02070309020205020404" pitchFamily="49" charset="0"/>
                <a:cs typeface="Courier New" panose="02070309020205020404" pitchFamily="49" charset="0"/>
              </a:rPr>
              <a:t>tail</a:t>
            </a:r>
            <a:r>
              <a:rPr lang="en-US" dirty="0"/>
              <a:t> pointer that allows direct access to the last node in the </a:t>
            </a:r>
            <a:r>
              <a:rPr lang="en-US" dirty="0" smtClean="0"/>
              <a:t>structure</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033802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Doubly Linked Structures </a:t>
            </a:r>
            <a:r>
              <a:rPr lang="en-US" sz="2000" dirty="0"/>
              <a:t>(2 of 4)</a:t>
            </a:r>
          </a:p>
        </p:txBody>
      </p:sp>
      <p:sp>
        <p:nvSpPr>
          <p:cNvPr id="3" name="Content Placeholder 2"/>
          <p:cNvSpPr>
            <a:spLocks noGrp="1"/>
          </p:cNvSpPr>
          <p:nvPr>
            <p:ph idx="1"/>
          </p:nvPr>
        </p:nvSpPr>
        <p:spPr>
          <a:xfrm>
            <a:off x="628650" y="1825625"/>
            <a:ext cx="7886700" cy="460375"/>
          </a:xfrm>
        </p:spPr>
        <p:txBody>
          <a:bodyPr/>
          <a:lstStyle/>
          <a:p>
            <a:pPr marL="0" indent="0">
              <a:spcBef>
                <a:spcPts val="1000"/>
              </a:spcBef>
              <a:buNone/>
            </a:pPr>
            <a:r>
              <a:rPr lang="en-IN" b="1" dirty="0"/>
              <a:t>Figure </a:t>
            </a:r>
            <a:r>
              <a:rPr lang="en-IN" b="1" dirty="0" smtClean="0"/>
              <a:t>4-19: </a:t>
            </a:r>
            <a:r>
              <a:rPr lang="en-IN" dirty="0"/>
              <a:t>A doubly linked structure with three nodes</a:t>
            </a:r>
            <a:endParaRPr lang="en-US" dirty="0"/>
          </a:p>
        </p:txBody>
      </p:sp>
      <p:pic>
        <p:nvPicPr>
          <p:cNvPr id="8" name="Content Placeholder 7" descr="A doubly linked structure contains three nodes. There are two pointers, conventionally known as next and previous, in each node. The presence of a second external tail pointer allows  direct access to the last node in the structure."/>
          <p:cNvPicPr>
            <a:picLocks noGrp="1" noChangeAspect="1"/>
          </p:cNvPicPr>
          <p:nvPr>
            <p:ph idx="12"/>
          </p:nvPr>
        </p:nvPicPr>
        <p:blipFill>
          <a:blip r:embed="rId2">
            <a:extLst>
              <a:ext uri="{28A0092B-C50C-407E-A947-70E740481C1C}">
                <a14:useLocalDpi xmlns:a14="http://schemas.microsoft.com/office/drawing/2010/main" val="0"/>
              </a:ext>
            </a:extLst>
          </a:blip>
          <a:stretch>
            <a:fillRect/>
          </a:stretch>
        </p:blipFill>
        <p:spPr>
          <a:xfrm>
            <a:off x="824362" y="2811323"/>
            <a:ext cx="7224710" cy="2314855"/>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784531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Doubly Linked Structures </a:t>
            </a:r>
            <a:r>
              <a:rPr lang="en-US" sz="2000" dirty="0"/>
              <a:t>(3 of 4)</a:t>
            </a:r>
          </a:p>
        </p:txBody>
      </p:sp>
      <p:sp>
        <p:nvSpPr>
          <p:cNvPr id="3" name="Content Placeholder 2"/>
          <p:cNvSpPr>
            <a:spLocks noGrp="1"/>
          </p:cNvSpPr>
          <p:nvPr>
            <p:ph idx="1"/>
          </p:nvPr>
        </p:nvSpPr>
        <p:spPr>
          <a:xfrm>
            <a:off x="628650" y="1743697"/>
            <a:ext cx="1733550" cy="293824"/>
          </a:xfrm>
        </p:spPr>
        <p:txBody>
          <a:bodyPr>
            <a:normAutofit/>
          </a:bodyPr>
          <a:lstStyle/>
          <a:p>
            <a:pPr marL="291600" indent="-291600">
              <a:spcBef>
                <a:spcPts val="1000"/>
              </a:spcBef>
            </a:pPr>
            <a:r>
              <a:rPr lang="en-US" dirty="0"/>
              <a:t>Code</a:t>
            </a:r>
            <a:r>
              <a:rPr lang="en-US" dirty="0" smtClean="0"/>
              <a:t>:</a:t>
            </a:r>
            <a:endParaRPr lang="en-US" dirty="0"/>
          </a:p>
        </p:txBody>
      </p:sp>
      <p:sp>
        <p:nvSpPr>
          <p:cNvPr id="6" name="Content Placeholder 5"/>
          <p:cNvSpPr>
            <a:spLocks noGrp="1"/>
          </p:cNvSpPr>
          <p:nvPr>
            <p:ph idx="13"/>
          </p:nvPr>
        </p:nvSpPr>
        <p:spPr>
          <a:xfrm>
            <a:off x="762000" y="2209800"/>
            <a:ext cx="7753350" cy="3513115"/>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Node</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"""Instantiates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Node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default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next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None"""</a:t>
            </a:r>
            <a:endParaRPr lang="en-US" sz="1300" dirty="0">
              <a:solidFill>
                <a:srgbClr val="0068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self.data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endParaRPr lang="en-US" sz="1300" dirty="0">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self.next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TwoWayNode</a:t>
            </a:r>
            <a:r>
              <a:rPr lang="en-US" b="1" dirty="0">
                <a:latin typeface="Courier New" panose="02070309020205020404" pitchFamily="49" charset="0"/>
                <a:ea typeface="MS Mincho"/>
                <a:cs typeface="Bank Gothic Bold"/>
              </a:rPr>
              <a:t>(Node):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531495" lvl="1" indent="0">
              <a:spcBef>
                <a:spcPts val="0"/>
              </a:spcBef>
              <a:buNone/>
              <a:tabLst>
                <a:tab pos="2971800" algn="l"/>
              </a:tabLst>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__init__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previous</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None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897255" lvl="1" indent="0">
              <a:spcBef>
                <a:spcPts val="0"/>
              </a:spcBef>
              <a:buNone/>
              <a:tabLst>
                <a:tab pos="2971800" algn="l"/>
              </a:tabLst>
            </a:pPr>
            <a:r>
              <a:rPr lang="en-US" b="1" dirty="0">
                <a:solidFill>
                  <a:srgbClr val="006800"/>
                </a:solidFill>
                <a:latin typeface="Courier New" panose="02070309020205020404" pitchFamily="49" charset="0"/>
                <a:ea typeface="MS Mincho"/>
                <a:cs typeface="Bank Gothic Bold"/>
              </a:rPr>
              <a:t>"""Instantiates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TwoWayNode."""</a:t>
            </a:r>
            <a:endParaRPr lang="en-US" sz="1300" dirty="0">
              <a:solidFill>
                <a:srgbClr val="006800"/>
              </a:solidFill>
              <a:latin typeface="Bank Gothic Bold"/>
              <a:ea typeface="MS Mincho"/>
              <a:cs typeface="Bank Gothic Bold"/>
            </a:endParaRPr>
          </a:p>
          <a:p>
            <a:pPr marL="897255" lvl="1" indent="0">
              <a:spcBef>
                <a:spcPts val="0"/>
              </a:spcBef>
              <a:buNone/>
              <a:tabLst>
                <a:tab pos="2971800" algn="l"/>
              </a:tabLst>
            </a:pPr>
            <a:r>
              <a:rPr lang="en-US" b="1" dirty="0">
                <a:latin typeface="Courier New" panose="02070309020205020404" pitchFamily="49" charset="0"/>
                <a:ea typeface="MS Mincho"/>
                <a:cs typeface="Bank Gothic Bold"/>
              </a:rPr>
              <a:t>Node.__init__(self,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data,</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next)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self.previous</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smtClean="0">
                <a:latin typeface="Courier New" panose="02070309020205020404" pitchFamily="49" charset="0"/>
                <a:ea typeface="MS Mincho"/>
              </a:rPr>
              <a:t>previous</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923948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Doubly Linked Structures </a:t>
            </a:r>
            <a:r>
              <a:rPr lang="en-US" sz="2000" dirty="0"/>
              <a:t>(4 of 4)</a:t>
            </a:r>
          </a:p>
        </p:txBody>
      </p:sp>
      <p:sp>
        <p:nvSpPr>
          <p:cNvPr id="3" name="Content Placeholder 2"/>
          <p:cNvSpPr>
            <a:spLocks noGrp="1"/>
          </p:cNvSpPr>
          <p:nvPr>
            <p:ph idx="1"/>
          </p:nvPr>
        </p:nvSpPr>
        <p:spPr>
          <a:xfrm>
            <a:off x="628650" y="1308791"/>
            <a:ext cx="8286750" cy="367609"/>
          </a:xfrm>
        </p:spPr>
        <p:txBody>
          <a:bodyPr>
            <a:normAutofit/>
          </a:bodyPr>
          <a:lstStyle/>
          <a:p>
            <a:pPr marL="0" indent="0">
              <a:spcBef>
                <a:spcPts val="1000"/>
              </a:spcBef>
              <a:buNone/>
            </a:pPr>
            <a:r>
              <a:rPr lang="en-IN" b="1" dirty="0"/>
              <a:t>Figure </a:t>
            </a:r>
            <a:r>
              <a:rPr lang="en-IN" b="1" dirty="0" smtClean="0"/>
              <a:t>4-20: </a:t>
            </a:r>
            <a:r>
              <a:rPr lang="en-IN" dirty="0"/>
              <a:t>Inserting an item at the end of a doubly linked structure</a:t>
            </a:r>
            <a:endParaRPr lang="en-US" dirty="0"/>
          </a:p>
        </p:txBody>
      </p:sp>
      <p:pic>
        <p:nvPicPr>
          <p:cNvPr id="8" name="Content Placeholder 7" descr="The state of the structure before insertion. Tail dot next = two way node, data, tail. Tail = tail dot next."/>
          <p:cNvPicPr>
            <a:picLocks noGrp="1" noChangeAspect="1"/>
          </p:cNvPicPr>
          <p:nvPr>
            <p:ph idx="13"/>
          </p:nvPr>
        </p:nvPicPr>
        <p:blipFill>
          <a:blip r:embed="rId2">
            <a:extLst>
              <a:ext uri="{28A0092B-C50C-407E-A947-70E740481C1C}">
                <a14:useLocalDpi xmlns:a14="http://schemas.microsoft.com/office/drawing/2010/main" val="0"/>
              </a:ext>
            </a:extLst>
          </a:blip>
          <a:stretch>
            <a:fillRect/>
          </a:stretch>
        </p:blipFill>
        <p:spPr>
          <a:xfrm>
            <a:off x="1066800" y="1828800"/>
            <a:ext cx="6795477" cy="4135728"/>
          </a:xfrm>
          <a:prstGeom prst="rect">
            <a:avLst/>
          </a:prstGeom>
        </p:spPr>
      </p:pic>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3968427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295400"/>
            <a:ext cx="7886700" cy="3657600"/>
          </a:xfrm>
        </p:spPr>
        <p:txBody>
          <a:bodyPr/>
          <a:lstStyle/>
          <a:p>
            <a:pPr marL="291600" lvl="0" indent="-291600">
              <a:spcBef>
                <a:spcPts val="1000"/>
              </a:spcBef>
            </a:pPr>
            <a:r>
              <a:rPr lang="en-US" dirty="0"/>
              <a:t>A data structure is an object that represents the data contained in a collection</a:t>
            </a:r>
          </a:p>
          <a:p>
            <a:pPr marL="291600" lvl="0" indent="-291600">
              <a:spcBef>
                <a:spcPts val="1000"/>
              </a:spcBef>
            </a:pPr>
            <a:r>
              <a:rPr lang="en-US" dirty="0"/>
              <a:t>The array is a data structure that supports random access to an item by position</a:t>
            </a:r>
          </a:p>
          <a:p>
            <a:pPr marL="291600" lvl="0" indent="-291600">
              <a:spcBef>
                <a:spcPts val="1000"/>
              </a:spcBef>
            </a:pPr>
            <a:r>
              <a:rPr lang="en-US" dirty="0"/>
              <a:t>A two-dimensional array locates each data value at a row and column in a rectangular grid</a:t>
            </a:r>
          </a:p>
          <a:p>
            <a:pPr marL="291600" lvl="0" indent="-291600">
              <a:spcBef>
                <a:spcPts val="1000"/>
              </a:spcBef>
            </a:pPr>
            <a:r>
              <a:rPr lang="en-US" dirty="0"/>
              <a:t>A linked structure is a data structure that consists of zero or more nodes</a:t>
            </a:r>
          </a:p>
          <a:p>
            <a:pPr marL="291600" lvl="0" indent="-291600">
              <a:spcBef>
                <a:spcPts val="1000"/>
              </a:spcBef>
            </a:pPr>
            <a:r>
              <a:rPr lang="en-US" dirty="0"/>
              <a:t>A singly linked structure’s nodes contain a data item and a link to the next node</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752600"/>
            <a:ext cx="7886700" cy="1831975"/>
          </a:xfrm>
        </p:spPr>
        <p:txBody>
          <a:bodyPr>
            <a:normAutofit/>
          </a:bodyPr>
          <a:lstStyle/>
          <a:p>
            <a:pPr marL="291600" indent="-291600">
              <a:spcBef>
                <a:spcPts val="1000"/>
              </a:spcBef>
            </a:pPr>
            <a:r>
              <a:rPr lang="en-US" dirty="0"/>
              <a:t>Insertions or removals in linked structures require no shifting of data elements</a:t>
            </a:r>
          </a:p>
          <a:p>
            <a:pPr marL="291600" lvl="0" indent="-291600">
              <a:spcBef>
                <a:spcPts val="1000"/>
              </a:spcBef>
            </a:pPr>
            <a:r>
              <a:rPr lang="en-US" dirty="0"/>
              <a:t>Using a header node in a linked structure can simplify some of the operations</a:t>
            </a:r>
          </a:p>
          <a:p>
            <a:pPr lvl="1">
              <a:spcBef>
                <a:spcPts val="1000"/>
              </a:spcBef>
            </a:pPr>
            <a:r>
              <a:rPr lang="en-US" dirty="0"/>
              <a:t>Such as adding or removing items</a:t>
            </a:r>
          </a:p>
        </p:txBody>
      </p:sp>
      <p:sp>
        <p:nvSpPr>
          <p:cNvPr id="4" name="Footer Placeholder 3"/>
          <p:cNvSpPr>
            <a:spLocks noGrp="1"/>
          </p:cNvSpPr>
          <p:nvPr>
            <p:ph type="ftr" sz="quarter" idx="11"/>
          </p:nvPr>
        </p:nvSpPr>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bc1ad796711179c2c7214e2bdcc1cbf752ead11"/>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31715</TotalTime>
  <Words>8704</Words>
  <Application>Microsoft Office PowerPoint</Application>
  <PresentationFormat>On-screen Show (4:3)</PresentationFormat>
  <Paragraphs>705</Paragraphs>
  <Slides>77</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77</vt:i4>
      </vt:variant>
    </vt:vector>
  </HeadingPairs>
  <TitlesOfParts>
    <vt:vector size="88" baseType="lpstr">
      <vt:lpstr>MS Mincho</vt:lpstr>
      <vt:lpstr>Arial</vt:lpstr>
      <vt:lpstr>Bank Gothic Bold</vt:lpstr>
      <vt:lpstr>Bank Gothic-Medium</vt:lpstr>
      <vt:lpstr>Courier New</vt:lpstr>
      <vt:lpstr>Open Sans</vt:lpstr>
      <vt:lpstr>Open Sans Regular</vt:lpstr>
      <vt:lpstr>Summer Font</vt:lpstr>
      <vt:lpstr>Times</vt:lpstr>
      <vt:lpstr>Times New Roman</vt:lpstr>
      <vt:lpstr>Brand_PPT_Template_SIMPLIFIED_SD</vt:lpstr>
      <vt:lpstr>Chapter 4: Arrays and Linked Structures</vt:lpstr>
      <vt:lpstr>Learning Objectives (1 of 2)</vt:lpstr>
      <vt:lpstr>Learning Objectives (2 of 2)</vt:lpstr>
      <vt:lpstr>The Array Data Structure (1 of 6)</vt:lpstr>
      <vt:lpstr>The Array Data Structure (2 of 6)</vt:lpstr>
      <vt:lpstr>The Array Data Structure (3 of 6)</vt:lpstr>
      <vt:lpstr>The Array Data Structure (4 of 6)</vt:lpstr>
      <vt:lpstr>The Array Data Structure (5 of 6)</vt:lpstr>
      <vt:lpstr>The Array Data Structure (6 of 6)</vt:lpstr>
      <vt:lpstr>Random Access and Contiguous Memory (1 of 2)</vt:lpstr>
      <vt:lpstr>Random Access and Contiguous Memory (2 of 2)</vt:lpstr>
      <vt:lpstr>Static Memory and Dynamic Memory</vt:lpstr>
      <vt:lpstr>Physical Size and Logical Size (1 of 2)</vt:lpstr>
      <vt:lpstr>Physical Size and Logical Size (2 of 2)</vt:lpstr>
      <vt:lpstr>Operations on Arrays</vt:lpstr>
      <vt:lpstr>Increasing the Size of an Array</vt:lpstr>
      <vt:lpstr>Decreasing the Size of an Array</vt:lpstr>
      <vt:lpstr>Inserting an Item into an Array That Grows (1 of 3)</vt:lpstr>
      <vt:lpstr>Inserting an Item into an Array That Grows (2 of 3)</vt:lpstr>
      <vt:lpstr>Inserting an Item into an Array That Grows (3 of 3)</vt:lpstr>
      <vt:lpstr>Removing an Item from an Array (1 of 2)</vt:lpstr>
      <vt:lpstr>Removing an Item from an Array (2 of 2)</vt:lpstr>
      <vt:lpstr>Complexity Trade-Off: Time, Space, and Arrays</vt:lpstr>
      <vt:lpstr>Two-Dimensional Arrays (Grids)</vt:lpstr>
      <vt:lpstr>Processing a Grid</vt:lpstr>
      <vt:lpstr>Creating and Initializing a Grid (1 of 2)</vt:lpstr>
      <vt:lpstr>Creating and Initializing a Grid (2 of 2)</vt:lpstr>
      <vt:lpstr>Defining a Grid Class</vt:lpstr>
      <vt:lpstr>Ragged Grids and Multidimensional Arrays</vt:lpstr>
      <vt:lpstr>Linked Structures</vt:lpstr>
      <vt:lpstr>Singly Linked Structures and Doubly Linked Structures (1 of 4)</vt:lpstr>
      <vt:lpstr>Singly Linked Structures and Doubly Linked Structures (2 of 4)</vt:lpstr>
      <vt:lpstr>Singly Linked Structures and Doubly Linked Structures (3 of 4)</vt:lpstr>
      <vt:lpstr>Singly Linked Structures and Doubly Linked Structures (4 of 4)</vt:lpstr>
      <vt:lpstr>Noncontiguous Memory and Nodes (1 of 4)</vt:lpstr>
      <vt:lpstr>Noncontiguous Memory and Nodes (2 of 4)</vt:lpstr>
      <vt:lpstr>Noncontiguous Memory and Nodes (3 of 4)</vt:lpstr>
      <vt:lpstr>Noncontiguous Memory and Nodes (4 of 4)</vt:lpstr>
      <vt:lpstr>Defining a Singly Linked Node Class</vt:lpstr>
      <vt:lpstr>Using the Singly Linked Node Class (1 of 4)</vt:lpstr>
      <vt:lpstr>Using the Singly Linked Node Class (2 of 4)</vt:lpstr>
      <vt:lpstr>Using the Singly Linked Node Class (3 of 4)</vt:lpstr>
      <vt:lpstr>Using the Singly Linked Node Class (4 of 4)</vt:lpstr>
      <vt:lpstr>Operations on Singly Linked Structures</vt:lpstr>
      <vt:lpstr>Traversal (1 of 2)</vt:lpstr>
      <vt:lpstr>Traversal (2 of 2)</vt:lpstr>
      <vt:lpstr>Searching (1 of 2)</vt:lpstr>
      <vt:lpstr>Searching (2 of 2)</vt:lpstr>
      <vt:lpstr>Replacement (1 of 2)</vt:lpstr>
      <vt:lpstr>Replacement (2 of 2)</vt:lpstr>
      <vt:lpstr>Inserting at the Beginning (1 of 2)</vt:lpstr>
      <vt:lpstr>Inserting at the Beginning (2 of 2)</vt:lpstr>
      <vt:lpstr>Inserting at the End (1 of 2)</vt:lpstr>
      <vt:lpstr>Inserting at the End (2 of 2)</vt:lpstr>
      <vt:lpstr>Removing at the Beginning (1 of 2)</vt:lpstr>
      <vt:lpstr>Removing at the Beginning (2 of 2)</vt:lpstr>
      <vt:lpstr>Removing at the End (1 of 3)</vt:lpstr>
      <vt:lpstr>Removing at the End (2 of 3)</vt:lpstr>
      <vt:lpstr>Removing at the End (3 of 3)</vt:lpstr>
      <vt:lpstr>Inserting at Any Position (1 of 3)</vt:lpstr>
      <vt:lpstr>Inserting at Any Position (2 of 3)</vt:lpstr>
      <vt:lpstr>Inserting at Any Position (3 of 3)</vt:lpstr>
      <vt:lpstr>Removing at Any Position (1 of 3)</vt:lpstr>
      <vt:lpstr>Removing at Any Position (2 of 3)</vt:lpstr>
      <vt:lpstr>Removing at Any Position (3 of 3)</vt:lpstr>
      <vt:lpstr>Complexity Trade-Off: Time, Space, and Singly Linked Structures</vt:lpstr>
      <vt:lpstr>Variations on a Link</vt:lpstr>
      <vt:lpstr>A Circular Linked Structure with a Dummy Header Node (1 of 4)</vt:lpstr>
      <vt:lpstr>A Circular Linked Structure with a Dummy Header Node (2 of 4)</vt:lpstr>
      <vt:lpstr>A Circular Linked Structure with a Dummy Header Node (3 of 4)</vt:lpstr>
      <vt:lpstr>A Circular Linked Structure with a Dummy Header Node (4 of 4)</vt:lpstr>
      <vt:lpstr>Doubly Linked Structures (1 of 4)</vt:lpstr>
      <vt:lpstr>Doubly Linked Structures (2 of 4)</vt:lpstr>
      <vt:lpstr>Doubly Linked Structures (3 of 4)</vt:lpstr>
      <vt:lpstr>Doubly Linked Structures (4 of 4)</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Project Management</dc:title>
  <dc:creator>Stulga, Michele L</dc:creator>
  <cp:lastModifiedBy>R, Nithiyanandhan</cp:lastModifiedBy>
  <cp:revision>590</cp:revision>
  <dcterms:created xsi:type="dcterms:W3CDTF">2001-07-05T23:10:12Z</dcterms:created>
  <dcterms:modified xsi:type="dcterms:W3CDTF">2018-10-12T11:55:23Z</dcterms:modified>
</cp:coreProperties>
</file>