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48"/>
  </p:notesMasterIdLst>
  <p:handoutMasterIdLst>
    <p:handoutMasterId r:id="rId49"/>
  </p:handoutMasterIdLst>
  <p:sldIdLst>
    <p:sldId id="379" r:id="rId2"/>
    <p:sldId id="380" r:id="rId3"/>
    <p:sldId id="381" r:id="rId4"/>
    <p:sldId id="382" r:id="rId5"/>
    <p:sldId id="383" r:id="rId6"/>
    <p:sldId id="384" r:id="rId7"/>
    <p:sldId id="385" r:id="rId8"/>
    <p:sldId id="386" r:id="rId9"/>
    <p:sldId id="387" r:id="rId10"/>
    <p:sldId id="388" r:id="rId11"/>
    <p:sldId id="389" r:id="rId12"/>
    <p:sldId id="347" r:id="rId13"/>
    <p:sldId id="348" r:id="rId14"/>
    <p:sldId id="349" r:id="rId15"/>
    <p:sldId id="350" r:id="rId16"/>
    <p:sldId id="351" r:id="rId17"/>
    <p:sldId id="352" r:id="rId18"/>
    <p:sldId id="353" r:id="rId19"/>
    <p:sldId id="354" r:id="rId20"/>
    <p:sldId id="355" r:id="rId21"/>
    <p:sldId id="356" r:id="rId22"/>
    <p:sldId id="357" r:id="rId23"/>
    <p:sldId id="358" r:id="rId24"/>
    <p:sldId id="359" r:id="rId25"/>
    <p:sldId id="360" r:id="rId26"/>
    <p:sldId id="361" r:id="rId27"/>
    <p:sldId id="362" r:id="rId28"/>
    <p:sldId id="363" r:id="rId29"/>
    <p:sldId id="364" r:id="rId30"/>
    <p:sldId id="365" r:id="rId31"/>
    <p:sldId id="366" r:id="rId32"/>
    <p:sldId id="367" r:id="rId33"/>
    <p:sldId id="368" r:id="rId34"/>
    <p:sldId id="369" r:id="rId35"/>
    <p:sldId id="370" r:id="rId36"/>
    <p:sldId id="371" r:id="rId37"/>
    <p:sldId id="372" r:id="rId38"/>
    <p:sldId id="373" r:id="rId39"/>
    <p:sldId id="374" r:id="rId40"/>
    <p:sldId id="375" r:id="rId41"/>
    <p:sldId id="376" r:id="rId42"/>
    <p:sldId id="377" r:id="rId43"/>
    <p:sldId id="378" r:id="rId44"/>
    <p:sldId id="335" r:id="rId45"/>
    <p:sldId id="336" r:id="rId46"/>
    <p:sldId id="337" r:id="rId47"/>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extLst/>
  </p:cmAuthor>
  <p:cmAuthor id="2" name="Stulga, Michele L" initials="SML" lastIdx="19" clrIdx="2">
    <p:extLst/>
  </p:cmAuthor>
  <p:cmAuthor id="3" name="Marianne Freeman" initials="MF" lastIdx="3" clrIdx="3">
    <p:extLst>
      <p:ext uri="{19B8F6BF-5375-455C-9EA6-DF929625EA0E}">
        <p15:presenceInfo xmlns:p15="http://schemas.microsoft.com/office/powerpoint/2012/main" userId="1199072752_tp_dropbox" providerId="Windows Live"/>
      </p:ext>
    </p:extLst>
  </p:cmAuthor>
  <p:cmAuthor id="4" name="Julie Tomsho" initials="JRT" lastIdx="2" clrIdx="4">
    <p:extLst>
      <p:ext uri="{19B8F6BF-5375-455C-9EA6-DF929625EA0E}">
        <p15:presenceInfo xmlns:p15="http://schemas.microsoft.com/office/powerpoint/2012/main" userId="Julie Tomsh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8A3800"/>
    <a:srgbClr val="006800"/>
    <a:srgbClr val="000000"/>
    <a:srgbClr val="5B53FF"/>
    <a:srgbClr val="66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94670" autoAdjust="0"/>
  </p:normalViewPr>
  <p:slideViewPr>
    <p:cSldViewPr>
      <p:cViewPr varScale="1">
        <p:scale>
          <a:sx n="106" d="100"/>
          <a:sy n="106" d="100"/>
        </p:scale>
        <p:origin x="171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94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ne Freeman" userId="1199072752_tp_dropbox" providerId="OAuth2" clId="{4F1DE50A-3A91-2E4D-93A3-0EB11E11B4D7}"/>
    <pc:docChg chg="undo custSel modSld">
      <pc:chgData name="Marianne Freeman" userId="1199072752_tp_dropbox" providerId="OAuth2" clId="{4F1DE50A-3A91-2E4D-93A3-0EB11E11B4D7}" dt="2018-09-26T02:25:01.113" v="200"/>
      <pc:docMkLst>
        <pc:docMk/>
      </pc:docMkLst>
      <pc:sldChg chg="addSp modSp addCm modCm">
        <pc:chgData name="Marianne Freeman" userId="1199072752_tp_dropbox" providerId="OAuth2" clId="{4F1DE50A-3A91-2E4D-93A3-0EB11E11B4D7}" dt="2018-09-26T01:54:11.823" v="14"/>
        <pc:sldMkLst>
          <pc:docMk/>
          <pc:sldMk cId="0" sldId="257"/>
        </pc:sldMkLst>
        <pc:spChg chg="mod">
          <ac:chgData name="Marianne Freeman" userId="1199072752_tp_dropbox" providerId="OAuth2" clId="{4F1DE50A-3A91-2E4D-93A3-0EB11E11B4D7}" dt="2018-09-26T01:54:08.663" v="13" actId="20577"/>
          <ac:spMkLst>
            <pc:docMk/>
            <pc:sldMk cId="0" sldId="257"/>
            <ac:spMk id="4" creationId="{2B7206C4-20D6-1E4B-A9BF-F06AB8FA9727}"/>
          </ac:spMkLst>
        </pc:spChg>
        <pc:spChg chg="mod">
          <ac:chgData name="Marianne Freeman" userId="1199072752_tp_dropbox" providerId="OAuth2" clId="{4F1DE50A-3A91-2E4D-93A3-0EB11E11B4D7}" dt="2018-09-26T01:54:06.627" v="10" actId="27636"/>
          <ac:spMkLst>
            <pc:docMk/>
            <pc:sldMk cId="0" sldId="257"/>
            <ac:spMk id="3074" creationId="{00000000-0000-0000-0000-000000000000}"/>
          </ac:spMkLst>
        </pc:spChg>
        <pc:inkChg chg="add">
          <ac:chgData name="Marianne Freeman" userId="1199072752_tp_dropbox" providerId="OAuth2" clId="{4F1DE50A-3A91-2E4D-93A3-0EB11E11B4D7}" dt="2018-09-26T01:54:11.823" v="14"/>
          <ac:inkMkLst>
            <pc:docMk/>
            <pc:sldMk cId="0" sldId="257"/>
            <ac:inkMk id="3" creationId="{841577C4-48AA-CD49-BD86-3CB6EE269DD5}"/>
          </ac:inkMkLst>
        </pc:inkChg>
      </pc:sldChg>
      <pc:sldChg chg="addSp modSp">
        <pc:chgData name="Marianne Freeman" userId="1199072752_tp_dropbox" providerId="OAuth2" clId="{4F1DE50A-3A91-2E4D-93A3-0EB11E11B4D7}" dt="2018-09-26T02:25:01.113" v="200"/>
        <pc:sldMkLst>
          <pc:docMk/>
          <pc:sldMk cId="4193433093" sldId="337"/>
        </pc:sldMkLst>
        <pc:spChg chg="mod">
          <ac:chgData name="Marianne Freeman" userId="1199072752_tp_dropbox" providerId="OAuth2" clId="{4F1DE50A-3A91-2E4D-93A3-0EB11E11B4D7}" dt="2018-09-26T02:24:52.067" v="196" actId="20577"/>
          <ac:spMkLst>
            <pc:docMk/>
            <pc:sldMk cId="4193433093" sldId="337"/>
            <ac:spMk id="3" creationId="{00000000-0000-0000-0000-000000000000}"/>
          </ac:spMkLst>
        </pc:spChg>
        <pc:inkChg chg="add">
          <ac:chgData name="Marianne Freeman" userId="1199072752_tp_dropbox" providerId="OAuth2" clId="{4F1DE50A-3A91-2E4D-93A3-0EB11E11B4D7}" dt="2018-09-26T02:24:56.204" v="197"/>
          <ac:inkMkLst>
            <pc:docMk/>
            <pc:sldMk cId="4193433093" sldId="337"/>
            <ac:inkMk id="5" creationId="{E9C1C42F-4814-9D40-9580-372D6B4A0347}"/>
          </ac:inkMkLst>
        </pc:inkChg>
        <pc:inkChg chg="add">
          <ac:chgData name="Marianne Freeman" userId="1199072752_tp_dropbox" providerId="OAuth2" clId="{4F1DE50A-3A91-2E4D-93A3-0EB11E11B4D7}" dt="2018-09-26T02:24:57.149" v="198"/>
          <ac:inkMkLst>
            <pc:docMk/>
            <pc:sldMk cId="4193433093" sldId="337"/>
            <ac:inkMk id="6" creationId="{C8811748-DE6F-AB44-BB23-BC26E170472A}"/>
          </ac:inkMkLst>
        </pc:inkChg>
        <pc:inkChg chg="add">
          <ac:chgData name="Marianne Freeman" userId="1199072752_tp_dropbox" providerId="OAuth2" clId="{4F1DE50A-3A91-2E4D-93A3-0EB11E11B4D7}" dt="2018-09-26T02:24:58.099" v="199"/>
          <ac:inkMkLst>
            <pc:docMk/>
            <pc:sldMk cId="4193433093" sldId="337"/>
            <ac:inkMk id="7" creationId="{84CA5C70-3AC5-E24E-9E43-19B0B2F76922}"/>
          </ac:inkMkLst>
        </pc:inkChg>
        <pc:inkChg chg="add">
          <ac:chgData name="Marianne Freeman" userId="1199072752_tp_dropbox" providerId="OAuth2" clId="{4F1DE50A-3A91-2E4D-93A3-0EB11E11B4D7}" dt="2018-09-26T02:25:01.113" v="200"/>
          <ac:inkMkLst>
            <pc:docMk/>
            <pc:sldMk cId="4193433093" sldId="337"/>
            <ac:inkMk id="8" creationId="{439B6316-459A-5C47-9137-6DF90CD1F846}"/>
          </ac:inkMkLst>
        </pc:inkChg>
      </pc:sldChg>
      <pc:sldChg chg="addSp delSp modSp">
        <pc:chgData name="Marianne Freeman" userId="1199072752_tp_dropbox" providerId="OAuth2" clId="{4F1DE50A-3A91-2E4D-93A3-0EB11E11B4D7}" dt="2018-09-26T01:56:20.201" v="33" actId="20577"/>
        <pc:sldMkLst>
          <pc:docMk/>
          <pc:sldMk cId="615303793" sldId="338"/>
        </pc:sldMkLst>
        <pc:spChg chg="mod">
          <ac:chgData name="Marianne Freeman" userId="1199072752_tp_dropbox" providerId="OAuth2" clId="{4F1DE50A-3A91-2E4D-93A3-0EB11E11B4D7}" dt="2018-09-26T01:56:20.201" v="33" actId="20577"/>
          <ac:spMkLst>
            <pc:docMk/>
            <pc:sldMk cId="615303793" sldId="338"/>
            <ac:spMk id="3" creationId="{00000000-0000-0000-0000-000000000000}"/>
          </ac:spMkLst>
        </pc:spChg>
        <pc:inkChg chg="add del">
          <ac:chgData name="Marianne Freeman" userId="1199072752_tp_dropbox" providerId="OAuth2" clId="{4F1DE50A-3A91-2E4D-93A3-0EB11E11B4D7}" dt="2018-09-26T01:55:02.523" v="16"/>
          <ac:inkMkLst>
            <pc:docMk/>
            <pc:sldMk cId="615303793" sldId="338"/>
            <ac:inkMk id="5" creationId="{81AEF647-CAD3-284B-AA9D-AB42DD820B71}"/>
          </ac:inkMkLst>
        </pc:inkChg>
        <pc:inkChg chg="add">
          <ac:chgData name="Marianne Freeman" userId="1199072752_tp_dropbox" providerId="OAuth2" clId="{4F1DE50A-3A91-2E4D-93A3-0EB11E11B4D7}" dt="2018-09-26T01:55:19.861" v="18"/>
          <ac:inkMkLst>
            <pc:docMk/>
            <pc:sldMk cId="615303793" sldId="338"/>
            <ac:inkMk id="6" creationId="{10EBAB47-0FC5-384F-A673-0D4A6FE34591}"/>
          </ac:inkMkLst>
        </pc:inkChg>
        <pc:inkChg chg="add del">
          <ac:chgData name="Marianne Freeman" userId="1199072752_tp_dropbox" providerId="OAuth2" clId="{4F1DE50A-3A91-2E4D-93A3-0EB11E11B4D7}" dt="2018-09-26T01:55:27.995" v="20"/>
          <ac:inkMkLst>
            <pc:docMk/>
            <pc:sldMk cId="615303793" sldId="338"/>
            <ac:inkMk id="7" creationId="{EA89233D-1F7E-1E47-85F7-B3E402D8F329}"/>
          </ac:inkMkLst>
        </pc:inkChg>
        <pc:inkChg chg="add">
          <ac:chgData name="Marianne Freeman" userId="1199072752_tp_dropbox" providerId="OAuth2" clId="{4F1DE50A-3A91-2E4D-93A3-0EB11E11B4D7}" dt="2018-09-26T01:55:29.235" v="21"/>
          <ac:inkMkLst>
            <pc:docMk/>
            <pc:sldMk cId="615303793" sldId="338"/>
            <ac:inkMk id="8" creationId="{8672DB57-02F4-D24A-9610-070AAFD3CB26}"/>
          </ac:inkMkLst>
        </pc:inkChg>
        <pc:inkChg chg="add">
          <ac:chgData name="Marianne Freeman" userId="1199072752_tp_dropbox" providerId="OAuth2" clId="{4F1DE50A-3A91-2E4D-93A3-0EB11E11B4D7}" dt="2018-09-26T01:56:01.854" v="31"/>
          <ac:inkMkLst>
            <pc:docMk/>
            <pc:sldMk cId="615303793" sldId="338"/>
            <ac:inkMk id="9" creationId="{FEB45531-604C-ED42-9AD1-A0D38392B455}"/>
          </ac:inkMkLst>
        </pc:inkChg>
        <pc:inkChg chg="add">
          <ac:chgData name="Marianne Freeman" userId="1199072752_tp_dropbox" providerId="OAuth2" clId="{4F1DE50A-3A91-2E4D-93A3-0EB11E11B4D7}" dt="2018-09-26T01:56:11.989" v="32"/>
          <ac:inkMkLst>
            <pc:docMk/>
            <pc:sldMk cId="615303793" sldId="338"/>
            <ac:inkMk id="10" creationId="{166C97AB-7D7A-8B41-9C16-20D05B9ED72E}"/>
          </ac:inkMkLst>
        </pc:inkChg>
      </pc:sldChg>
      <pc:sldChg chg="addSp modSp">
        <pc:chgData name="Marianne Freeman" userId="1199072752_tp_dropbox" providerId="OAuth2" clId="{4F1DE50A-3A91-2E4D-93A3-0EB11E11B4D7}" dt="2018-09-26T01:56:54.157" v="50"/>
        <pc:sldMkLst>
          <pc:docMk/>
          <pc:sldMk cId="2731846011" sldId="339"/>
        </pc:sldMkLst>
        <pc:spChg chg="mod">
          <ac:chgData name="Marianne Freeman" userId="1199072752_tp_dropbox" providerId="OAuth2" clId="{4F1DE50A-3A91-2E4D-93A3-0EB11E11B4D7}" dt="2018-09-26T01:56:49.863" v="48" actId="20577"/>
          <ac:spMkLst>
            <pc:docMk/>
            <pc:sldMk cId="2731846011" sldId="339"/>
            <ac:spMk id="3" creationId="{00000000-0000-0000-0000-000000000000}"/>
          </ac:spMkLst>
        </pc:spChg>
        <pc:inkChg chg="add">
          <ac:chgData name="Marianne Freeman" userId="1199072752_tp_dropbox" providerId="OAuth2" clId="{4F1DE50A-3A91-2E4D-93A3-0EB11E11B4D7}" dt="2018-09-26T01:56:52.816" v="49"/>
          <ac:inkMkLst>
            <pc:docMk/>
            <pc:sldMk cId="2731846011" sldId="339"/>
            <ac:inkMk id="5" creationId="{1012BA22-85A6-5542-BDAB-E438CE115449}"/>
          </ac:inkMkLst>
        </pc:inkChg>
        <pc:inkChg chg="add">
          <ac:chgData name="Marianne Freeman" userId="1199072752_tp_dropbox" providerId="OAuth2" clId="{4F1DE50A-3A91-2E4D-93A3-0EB11E11B4D7}" dt="2018-09-26T01:56:54.157" v="50"/>
          <ac:inkMkLst>
            <pc:docMk/>
            <pc:sldMk cId="2731846011" sldId="339"/>
            <ac:inkMk id="6" creationId="{FB2EF49F-FEE0-124A-B210-62491720459B}"/>
          </ac:inkMkLst>
        </pc:inkChg>
      </pc:sldChg>
      <pc:sldChg chg="addSp delSp modSp">
        <pc:chgData name="Marianne Freeman" userId="1199072752_tp_dropbox" providerId="OAuth2" clId="{4F1DE50A-3A91-2E4D-93A3-0EB11E11B4D7}" dt="2018-09-26T01:57:45.257" v="54" actId="478"/>
        <pc:sldMkLst>
          <pc:docMk/>
          <pc:sldMk cId="2549910190" sldId="340"/>
        </pc:sldMkLst>
        <pc:spChg chg="mod">
          <ac:chgData name="Marianne Freeman" userId="1199072752_tp_dropbox" providerId="OAuth2" clId="{4F1DE50A-3A91-2E4D-93A3-0EB11E11B4D7}" dt="2018-09-26T01:54:06.873" v="11" actId="27636"/>
          <ac:spMkLst>
            <pc:docMk/>
            <pc:sldMk cId="2549910190" sldId="340"/>
            <ac:spMk id="3" creationId="{00000000-0000-0000-0000-000000000000}"/>
          </ac:spMkLst>
        </pc:spChg>
        <pc:inkChg chg="add del">
          <ac:chgData name="Marianne Freeman" userId="1199072752_tp_dropbox" providerId="OAuth2" clId="{4F1DE50A-3A91-2E4D-93A3-0EB11E11B4D7}" dt="2018-09-26T01:57:29.600" v="52"/>
          <ac:inkMkLst>
            <pc:docMk/>
            <pc:sldMk cId="2549910190" sldId="340"/>
            <ac:inkMk id="5" creationId="{B5451761-B2F5-3F49-A127-A3B87319E749}"/>
          </ac:inkMkLst>
        </pc:inkChg>
        <pc:inkChg chg="add del">
          <ac:chgData name="Marianne Freeman" userId="1199072752_tp_dropbox" providerId="OAuth2" clId="{4F1DE50A-3A91-2E4D-93A3-0EB11E11B4D7}" dt="2018-09-26T01:57:45.257" v="54" actId="478"/>
          <ac:inkMkLst>
            <pc:docMk/>
            <pc:sldMk cId="2549910190" sldId="340"/>
            <ac:inkMk id="6" creationId="{E64DC338-845C-7445-BE5C-D9F0128FC6FA}"/>
          </ac:inkMkLst>
        </pc:inkChg>
      </pc:sldChg>
      <pc:sldChg chg="addSp modSp">
        <pc:chgData name="Marianne Freeman" userId="1199072752_tp_dropbox" providerId="OAuth2" clId="{4F1DE50A-3A91-2E4D-93A3-0EB11E11B4D7}" dt="2018-09-26T01:58:26.562" v="57"/>
        <pc:sldMkLst>
          <pc:docMk/>
          <pc:sldMk cId="788081826" sldId="342"/>
        </pc:sldMkLst>
        <pc:spChg chg="mod">
          <ac:chgData name="Marianne Freeman" userId="1199072752_tp_dropbox" providerId="OAuth2" clId="{4F1DE50A-3A91-2E4D-93A3-0EB11E11B4D7}" dt="2018-09-26T01:58:22.891" v="56" actId="20577"/>
          <ac:spMkLst>
            <pc:docMk/>
            <pc:sldMk cId="788081826" sldId="342"/>
            <ac:spMk id="3" creationId="{00000000-0000-0000-0000-000000000000}"/>
          </ac:spMkLst>
        </pc:spChg>
        <pc:inkChg chg="add">
          <ac:chgData name="Marianne Freeman" userId="1199072752_tp_dropbox" providerId="OAuth2" clId="{4F1DE50A-3A91-2E4D-93A3-0EB11E11B4D7}" dt="2018-09-26T01:58:26.562" v="57"/>
          <ac:inkMkLst>
            <pc:docMk/>
            <pc:sldMk cId="788081826" sldId="342"/>
            <ac:inkMk id="6" creationId="{923781D2-F068-CE4F-B30D-AF1C48CC0D08}"/>
          </ac:inkMkLst>
        </pc:inkChg>
      </pc:sldChg>
      <pc:sldChg chg="modSp">
        <pc:chgData name="Marianne Freeman" userId="1199072752_tp_dropbox" providerId="OAuth2" clId="{4F1DE50A-3A91-2E4D-93A3-0EB11E11B4D7}" dt="2018-09-26T01:54:06.938" v="12" actId="27636"/>
        <pc:sldMkLst>
          <pc:docMk/>
          <pc:sldMk cId="902118961" sldId="343"/>
        </pc:sldMkLst>
        <pc:spChg chg="mod">
          <ac:chgData name="Marianne Freeman" userId="1199072752_tp_dropbox" providerId="OAuth2" clId="{4F1DE50A-3A91-2E4D-93A3-0EB11E11B4D7}" dt="2018-09-26T01:54:06.938" v="12" actId="27636"/>
          <ac:spMkLst>
            <pc:docMk/>
            <pc:sldMk cId="902118961" sldId="343"/>
            <ac:spMk id="3" creationId="{00000000-0000-0000-0000-000000000000}"/>
          </ac:spMkLst>
        </pc:spChg>
      </pc:sldChg>
      <pc:sldChg chg="addSp delSp modSp">
        <pc:chgData name="Marianne Freeman" userId="1199072752_tp_dropbox" providerId="OAuth2" clId="{4F1DE50A-3A91-2E4D-93A3-0EB11E11B4D7}" dt="2018-09-26T02:00:26.612" v="87"/>
        <pc:sldMkLst>
          <pc:docMk/>
          <pc:sldMk cId="4146247863" sldId="344"/>
        </pc:sldMkLst>
        <pc:spChg chg="mod">
          <ac:chgData name="Marianne Freeman" userId="1199072752_tp_dropbox" providerId="OAuth2" clId="{4F1DE50A-3A91-2E4D-93A3-0EB11E11B4D7}" dt="2018-09-26T02:00:08.450" v="84" actId="20577"/>
          <ac:spMkLst>
            <pc:docMk/>
            <pc:sldMk cId="4146247863" sldId="344"/>
            <ac:spMk id="3" creationId="{00000000-0000-0000-0000-000000000000}"/>
          </ac:spMkLst>
        </pc:spChg>
        <pc:inkChg chg="add del">
          <ac:chgData name="Marianne Freeman" userId="1199072752_tp_dropbox" providerId="OAuth2" clId="{4F1DE50A-3A91-2E4D-93A3-0EB11E11B4D7}" dt="2018-09-26T01:59:06.415" v="59"/>
          <ac:inkMkLst>
            <pc:docMk/>
            <pc:sldMk cId="4146247863" sldId="344"/>
            <ac:inkMk id="5" creationId="{3F1F16B9-4664-4844-9258-776EC76464AA}"/>
          </ac:inkMkLst>
        </pc:inkChg>
        <pc:inkChg chg="add">
          <ac:chgData name="Marianne Freeman" userId="1199072752_tp_dropbox" providerId="OAuth2" clId="{4F1DE50A-3A91-2E4D-93A3-0EB11E11B4D7}" dt="2018-09-26T01:59:16.062" v="61"/>
          <ac:inkMkLst>
            <pc:docMk/>
            <pc:sldMk cId="4146247863" sldId="344"/>
            <ac:inkMk id="6" creationId="{CE94C9BB-6738-8D4A-BDEC-3DBDE8316A90}"/>
          </ac:inkMkLst>
        </pc:inkChg>
        <pc:inkChg chg="add del">
          <ac:chgData name="Marianne Freeman" userId="1199072752_tp_dropbox" providerId="OAuth2" clId="{4F1DE50A-3A91-2E4D-93A3-0EB11E11B4D7}" dt="2018-09-26T01:59:33.147" v="63"/>
          <ac:inkMkLst>
            <pc:docMk/>
            <pc:sldMk cId="4146247863" sldId="344"/>
            <ac:inkMk id="7" creationId="{7D9A7FF9-9C34-7B45-BC13-E980865A1B19}"/>
          </ac:inkMkLst>
        </pc:inkChg>
        <pc:inkChg chg="add">
          <ac:chgData name="Marianne Freeman" userId="1199072752_tp_dropbox" providerId="OAuth2" clId="{4F1DE50A-3A91-2E4D-93A3-0EB11E11B4D7}" dt="2018-09-26T02:00:18.082" v="85"/>
          <ac:inkMkLst>
            <pc:docMk/>
            <pc:sldMk cId="4146247863" sldId="344"/>
            <ac:inkMk id="8" creationId="{61BBB208-7619-784B-B110-95A35BD7760D}"/>
          </ac:inkMkLst>
        </pc:inkChg>
        <pc:inkChg chg="add">
          <ac:chgData name="Marianne Freeman" userId="1199072752_tp_dropbox" providerId="OAuth2" clId="{4F1DE50A-3A91-2E4D-93A3-0EB11E11B4D7}" dt="2018-09-26T02:00:25.464" v="86"/>
          <ac:inkMkLst>
            <pc:docMk/>
            <pc:sldMk cId="4146247863" sldId="344"/>
            <ac:inkMk id="9" creationId="{852FF5F7-0A82-1E45-AC37-C4F9D596E254}"/>
          </ac:inkMkLst>
        </pc:inkChg>
        <pc:inkChg chg="add">
          <ac:chgData name="Marianne Freeman" userId="1199072752_tp_dropbox" providerId="OAuth2" clId="{4F1DE50A-3A91-2E4D-93A3-0EB11E11B4D7}" dt="2018-09-26T02:00:26.612" v="87"/>
          <ac:inkMkLst>
            <pc:docMk/>
            <pc:sldMk cId="4146247863" sldId="344"/>
            <ac:inkMk id="10" creationId="{06D62C39-C076-BD44-B88F-4EF8C86F300B}"/>
          </ac:inkMkLst>
        </pc:inkChg>
      </pc:sldChg>
      <pc:sldChg chg="addSp modSp">
        <pc:chgData name="Marianne Freeman" userId="1199072752_tp_dropbox" providerId="OAuth2" clId="{4F1DE50A-3A91-2E4D-93A3-0EB11E11B4D7}" dt="2018-09-26T02:01:46.620" v="93"/>
        <pc:sldMkLst>
          <pc:docMk/>
          <pc:sldMk cId="3701003633" sldId="345"/>
        </pc:sldMkLst>
        <pc:spChg chg="mod">
          <ac:chgData name="Marianne Freeman" userId="1199072752_tp_dropbox" providerId="OAuth2" clId="{4F1DE50A-3A91-2E4D-93A3-0EB11E11B4D7}" dt="2018-09-26T02:01:43.067" v="92" actId="20577"/>
          <ac:spMkLst>
            <pc:docMk/>
            <pc:sldMk cId="3701003633" sldId="345"/>
            <ac:spMk id="3" creationId="{00000000-0000-0000-0000-000000000000}"/>
          </ac:spMkLst>
        </pc:spChg>
        <pc:inkChg chg="add">
          <ac:chgData name="Marianne Freeman" userId="1199072752_tp_dropbox" providerId="OAuth2" clId="{4F1DE50A-3A91-2E4D-93A3-0EB11E11B4D7}" dt="2018-09-26T02:00:40.796" v="88"/>
          <ac:inkMkLst>
            <pc:docMk/>
            <pc:sldMk cId="3701003633" sldId="345"/>
            <ac:inkMk id="5" creationId="{6348FF95-575E-374E-90A6-F6E578C058BA}"/>
          </ac:inkMkLst>
        </pc:inkChg>
        <pc:inkChg chg="add">
          <ac:chgData name="Marianne Freeman" userId="1199072752_tp_dropbox" providerId="OAuth2" clId="{4F1DE50A-3A91-2E4D-93A3-0EB11E11B4D7}" dt="2018-09-26T02:00:46.035" v="89"/>
          <ac:inkMkLst>
            <pc:docMk/>
            <pc:sldMk cId="3701003633" sldId="345"/>
            <ac:inkMk id="6" creationId="{DB636145-4D6C-5C44-8B56-0575719F99B9}"/>
          </ac:inkMkLst>
        </pc:inkChg>
        <pc:inkChg chg="add">
          <ac:chgData name="Marianne Freeman" userId="1199072752_tp_dropbox" providerId="OAuth2" clId="{4F1DE50A-3A91-2E4D-93A3-0EB11E11B4D7}" dt="2018-09-26T02:01:46.620" v="93"/>
          <ac:inkMkLst>
            <pc:docMk/>
            <pc:sldMk cId="3701003633" sldId="345"/>
            <ac:inkMk id="7" creationId="{EE5902CE-6EB8-DC44-9D93-0F5212B6EE34}"/>
          </ac:inkMkLst>
        </pc:inkChg>
      </pc:sldChg>
      <pc:sldChg chg="addSp modSp">
        <pc:chgData name="Marianne Freeman" userId="1199072752_tp_dropbox" providerId="OAuth2" clId="{4F1DE50A-3A91-2E4D-93A3-0EB11E11B4D7}" dt="2018-09-26T02:02:08.042" v="96" actId="20577"/>
        <pc:sldMkLst>
          <pc:docMk/>
          <pc:sldMk cId="1791117590" sldId="346"/>
        </pc:sldMkLst>
        <pc:spChg chg="mod">
          <ac:chgData name="Marianne Freeman" userId="1199072752_tp_dropbox" providerId="OAuth2" clId="{4F1DE50A-3A91-2E4D-93A3-0EB11E11B4D7}" dt="2018-09-26T02:02:08.042" v="96" actId="20577"/>
          <ac:spMkLst>
            <pc:docMk/>
            <pc:sldMk cId="1791117590" sldId="346"/>
            <ac:spMk id="3" creationId="{00000000-0000-0000-0000-000000000000}"/>
          </ac:spMkLst>
        </pc:spChg>
        <pc:inkChg chg="add">
          <ac:chgData name="Marianne Freeman" userId="1199072752_tp_dropbox" providerId="OAuth2" clId="{4F1DE50A-3A91-2E4D-93A3-0EB11E11B4D7}" dt="2018-09-26T02:01:59.638" v="94"/>
          <ac:inkMkLst>
            <pc:docMk/>
            <pc:sldMk cId="1791117590" sldId="346"/>
            <ac:inkMk id="5" creationId="{0C6E4851-4AEE-9E44-BF77-EC33DFBA7478}"/>
          </ac:inkMkLst>
        </pc:inkChg>
        <pc:inkChg chg="add">
          <ac:chgData name="Marianne Freeman" userId="1199072752_tp_dropbox" providerId="OAuth2" clId="{4F1DE50A-3A91-2E4D-93A3-0EB11E11B4D7}" dt="2018-09-26T02:02:01.296" v="95"/>
          <ac:inkMkLst>
            <pc:docMk/>
            <pc:sldMk cId="1791117590" sldId="346"/>
            <ac:inkMk id="6" creationId="{1B52EB81-6B59-F34F-A0EF-AA3608D83CE5}"/>
          </ac:inkMkLst>
        </pc:inkChg>
      </pc:sldChg>
      <pc:sldChg chg="addSp modSp addCm modCm">
        <pc:chgData name="Marianne Freeman" userId="1199072752_tp_dropbox" providerId="OAuth2" clId="{4F1DE50A-3A91-2E4D-93A3-0EB11E11B4D7}" dt="2018-09-26T02:04:03.190" v="100"/>
        <pc:sldMkLst>
          <pc:docMk/>
          <pc:sldMk cId="2291832085" sldId="347"/>
        </pc:sldMkLst>
        <pc:spChg chg="mod">
          <ac:chgData name="Marianne Freeman" userId="1199072752_tp_dropbox" providerId="OAuth2" clId="{4F1DE50A-3A91-2E4D-93A3-0EB11E11B4D7}" dt="2018-09-26T02:02:32.632" v="97" actId="20577"/>
          <ac:spMkLst>
            <pc:docMk/>
            <pc:sldMk cId="2291832085" sldId="347"/>
            <ac:spMk id="3" creationId="{00000000-0000-0000-0000-000000000000}"/>
          </ac:spMkLst>
        </pc:spChg>
        <pc:inkChg chg="add">
          <ac:chgData name="Marianne Freeman" userId="1199072752_tp_dropbox" providerId="OAuth2" clId="{4F1DE50A-3A91-2E4D-93A3-0EB11E11B4D7}" dt="2018-09-26T02:03:19.553" v="98"/>
          <ac:inkMkLst>
            <pc:docMk/>
            <pc:sldMk cId="2291832085" sldId="347"/>
            <ac:inkMk id="5" creationId="{D8CF45CD-3947-7342-9B13-F80A0F271DD3}"/>
          </ac:inkMkLst>
        </pc:inkChg>
      </pc:sldChg>
      <pc:sldChg chg="addSp delSp modSp">
        <pc:chgData name="Marianne Freeman" userId="1199072752_tp_dropbox" providerId="OAuth2" clId="{4F1DE50A-3A91-2E4D-93A3-0EB11E11B4D7}" dt="2018-09-26T02:05:51.893" v="110"/>
        <pc:sldMkLst>
          <pc:docMk/>
          <pc:sldMk cId="3494170957" sldId="350"/>
        </pc:sldMkLst>
        <pc:spChg chg="mod">
          <ac:chgData name="Marianne Freeman" userId="1199072752_tp_dropbox" providerId="OAuth2" clId="{4F1DE50A-3A91-2E4D-93A3-0EB11E11B4D7}" dt="2018-09-26T02:04:37.409" v="102" actId="20577"/>
          <ac:spMkLst>
            <pc:docMk/>
            <pc:sldMk cId="3494170957" sldId="350"/>
            <ac:spMk id="2" creationId="{00000000-0000-0000-0000-000000000000}"/>
          </ac:spMkLst>
        </pc:spChg>
        <pc:spChg chg="mod">
          <ac:chgData name="Marianne Freeman" userId="1199072752_tp_dropbox" providerId="OAuth2" clId="{4F1DE50A-3A91-2E4D-93A3-0EB11E11B4D7}" dt="2018-09-26T02:05:42.615" v="109" actId="108"/>
          <ac:spMkLst>
            <pc:docMk/>
            <pc:sldMk cId="3494170957" sldId="350"/>
            <ac:spMk id="3" creationId="{00000000-0000-0000-0000-000000000000}"/>
          </ac:spMkLst>
        </pc:spChg>
        <pc:inkChg chg="add">
          <ac:chgData name="Marianne Freeman" userId="1199072752_tp_dropbox" providerId="OAuth2" clId="{4F1DE50A-3A91-2E4D-93A3-0EB11E11B4D7}" dt="2018-09-26T02:04:45.400" v="103"/>
          <ac:inkMkLst>
            <pc:docMk/>
            <pc:sldMk cId="3494170957" sldId="350"/>
            <ac:inkMk id="5" creationId="{BE2E93A7-202F-D445-AE6B-2759CBA0C930}"/>
          </ac:inkMkLst>
        </pc:inkChg>
        <pc:inkChg chg="add del">
          <ac:chgData name="Marianne Freeman" userId="1199072752_tp_dropbox" providerId="OAuth2" clId="{4F1DE50A-3A91-2E4D-93A3-0EB11E11B4D7}" dt="2018-09-26T02:05:22.073" v="105"/>
          <ac:inkMkLst>
            <pc:docMk/>
            <pc:sldMk cId="3494170957" sldId="350"/>
            <ac:inkMk id="6" creationId="{364B1E93-F70E-E142-9ACC-D58C52FF2E2F}"/>
          </ac:inkMkLst>
        </pc:inkChg>
        <pc:inkChg chg="add del">
          <ac:chgData name="Marianne Freeman" userId="1199072752_tp_dropbox" providerId="OAuth2" clId="{4F1DE50A-3A91-2E4D-93A3-0EB11E11B4D7}" dt="2018-09-26T02:05:26.802" v="107"/>
          <ac:inkMkLst>
            <pc:docMk/>
            <pc:sldMk cId="3494170957" sldId="350"/>
            <ac:inkMk id="7" creationId="{F227A1A0-033D-8042-995A-0CACF0382D21}"/>
          </ac:inkMkLst>
        </pc:inkChg>
        <pc:inkChg chg="add">
          <ac:chgData name="Marianne Freeman" userId="1199072752_tp_dropbox" providerId="OAuth2" clId="{4F1DE50A-3A91-2E4D-93A3-0EB11E11B4D7}" dt="2018-09-26T02:05:51.893" v="110"/>
          <ac:inkMkLst>
            <pc:docMk/>
            <pc:sldMk cId="3494170957" sldId="350"/>
            <ac:inkMk id="8" creationId="{AAA62DA6-9EF5-934B-847A-E8806B750ADD}"/>
          </ac:inkMkLst>
        </pc:inkChg>
      </pc:sldChg>
      <pc:sldChg chg="addSp delSp modSp">
        <pc:chgData name="Marianne Freeman" userId="1199072752_tp_dropbox" providerId="OAuth2" clId="{4F1DE50A-3A91-2E4D-93A3-0EB11E11B4D7}" dt="2018-09-26T02:06:42.051" v="116"/>
        <pc:sldMkLst>
          <pc:docMk/>
          <pc:sldMk cId="3874239148" sldId="351"/>
        </pc:sldMkLst>
        <pc:spChg chg="mod">
          <ac:chgData name="Marianne Freeman" userId="1199072752_tp_dropbox" providerId="OAuth2" clId="{4F1DE50A-3A91-2E4D-93A3-0EB11E11B4D7}" dt="2018-09-26T02:06:32.872" v="115" actId="20577"/>
          <ac:spMkLst>
            <pc:docMk/>
            <pc:sldMk cId="3874239148" sldId="351"/>
            <ac:spMk id="3" creationId="{00000000-0000-0000-0000-000000000000}"/>
          </ac:spMkLst>
        </pc:spChg>
        <pc:inkChg chg="add del">
          <ac:chgData name="Marianne Freeman" userId="1199072752_tp_dropbox" providerId="OAuth2" clId="{4F1DE50A-3A91-2E4D-93A3-0EB11E11B4D7}" dt="2018-09-26T02:06:28.796" v="114"/>
          <ac:inkMkLst>
            <pc:docMk/>
            <pc:sldMk cId="3874239148" sldId="351"/>
            <ac:inkMk id="5" creationId="{280CC46F-931D-9D49-97F5-ED4A73E59166}"/>
          </ac:inkMkLst>
        </pc:inkChg>
        <pc:inkChg chg="add del">
          <ac:chgData name="Marianne Freeman" userId="1199072752_tp_dropbox" providerId="OAuth2" clId="{4F1DE50A-3A91-2E4D-93A3-0EB11E11B4D7}" dt="2018-09-26T02:06:28.641" v="113"/>
          <ac:inkMkLst>
            <pc:docMk/>
            <pc:sldMk cId="3874239148" sldId="351"/>
            <ac:inkMk id="6" creationId="{2DCE3424-F99E-CA47-B4BA-CE5BF97AB58F}"/>
          </ac:inkMkLst>
        </pc:inkChg>
        <pc:inkChg chg="add">
          <ac:chgData name="Marianne Freeman" userId="1199072752_tp_dropbox" providerId="OAuth2" clId="{4F1DE50A-3A91-2E4D-93A3-0EB11E11B4D7}" dt="2018-09-26T02:06:42.051" v="116"/>
          <ac:inkMkLst>
            <pc:docMk/>
            <pc:sldMk cId="3874239148" sldId="351"/>
            <ac:inkMk id="7" creationId="{6F2D8E19-E08D-F343-B4CE-C67A879CAD36}"/>
          </ac:inkMkLst>
        </pc:inkChg>
      </pc:sldChg>
      <pc:sldChg chg="addSp modSp">
        <pc:chgData name="Marianne Freeman" userId="1199072752_tp_dropbox" providerId="OAuth2" clId="{4F1DE50A-3A91-2E4D-93A3-0EB11E11B4D7}" dt="2018-09-26T02:08:44.113" v="130"/>
        <pc:sldMkLst>
          <pc:docMk/>
          <pc:sldMk cId="307887085" sldId="355"/>
        </pc:sldMkLst>
        <pc:spChg chg="mod">
          <ac:chgData name="Marianne Freeman" userId="1199072752_tp_dropbox" providerId="OAuth2" clId="{4F1DE50A-3A91-2E4D-93A3-0EB11E11B4D7}" dt="2018-09-26T02:08:36.190" v="129" actId="20577"/>
          <ac:spMkLst>
            <pc:docMk/>
            <pc:sldMk cId="307887085" sldId="355"/>
            <ac:spMk id="3" creationId="{00000000-0000-0000-0000-000000000000}"/>
          </ac:spMkLst>
        </pc:spChg>
        <pc:inkChg chg="add">
          <ac:chgData name="Marianne Freeman" userId="1199072752_tp_dropbox" providerId="OAuth2" clId="{4F1DE50A-3A91-2E4D-93A3-0EB11E11B4D7}" dt="2018-09-26T02:07:48.682" v="117"/>
          <ac:inkMkLst>
            <pc:docMk/>
            <pc:sldMk cId="307887085" sldId="355"/>
            <ac:inkMk id="5" creationId="{4FF0B1EC-0FCF-1947-B27C-0CD9C132D08D}"/>
          </ac:inkMkLst>
        </pc:inkChg>
        <pc:inkChg chg="add">
          <ac:chgData name="Marianne Freeman" userId="1199072752_tp_dropbox" providerId="OAuth2" clId="{4F1DE50A-3A91-2E4D-93A3-0EB11E11B4D7}" dt="2018-09-26T02:08:44.113" v="130"/>
          <ac:inkMkLst>
            <pc:docMk/>
            <pc:sldMk cId="307887085" sldId="355"/>
            <ac:inkMk id="6" creationId="{AC275DDC-3567-424E-8380-1B59553422D5}"/>
          </ac:inkMkLst>
        </pc:inkChg>
      </pc:sldChg>
      <pc:sldChg chg="addSp delSp modSp">
        <pc:chgData name="Marianne Freeman" userId="1199072752_tp_dropbox" providerId="OAuth2" clId="{4F1DE50A-3A91-2E4D-93A3-0EB11E11B4D7}" dt="2018-09-26T02:09:25.278" v="138"/>
        <pc:sldMkLst>
          <pc:docMk/>
          <pc:sldMk cId="3213033046" sldId="356"/>
        </pc:sldMkLst>
        <pc:spChg chg="mod">
          <ac:chgData name="Marianne Freeman" userId="1199072752_tp_dropbox" providerId="OAuth2" clId="{4F1DE50A-3A91-2E4D-93A3-0EB11E11B4D7}" dt="2018-09-26T02:09:12.109" v="134" actId="20577"/>
          <ac:spMkLst>
            <pc:docMk/>
            <pc:sldMk cId="3213033046" sldId="356"/>
            <ac:spMk id="3" creationId="{00000000-0000-0000-0000-000000000000}"/>
          </ac:spMkLst>
        </pc:spChg>
        <pc:inkChg chg="add del">
          <ac:chgData name="Marianne Freeman" userId="1199072752_tp_dropbox" providerId="OAuth2" clId="{4F1DE50A-3A91-2E4D-93A3-0EB11E11B4D7}" dt="2018-09-26T02:09:00.116" v="132"/>
          <ac:inkMkLst>
            <pc:docMk/>
            <pc:sldMk cId="3213033046" sldId="356"/>
            <ac:inkMk id="5" creationId="{F9CC43F3-0A38-2B43-8D7B-AE87C5C0A81F}"/>
          </ac:inkMkLst>
        </pc:inkChg>
        <pc:inkChg chg="add del">
          <ac:chgData name="Marianne Freeman" userId="1199072752_tp_dropbox" providerId="OAuth2" clId="{4F1DE50A-3A91-2E4D-93A3-0EB11E11B4D7}" dt="2018-09-26T02:09:22.700" v="136"/>
          <ac:inkMkLst>
            <pc:docMk/>
            <pc:sldMk cId="3213033046" sldId="356"/>
            <ac:inkMk id="6" creationId="{94AAD5A8-0BAF-4645-B41F-1E6E8227CAA0}"/>
          </ac:inkMkLst>
        </pc:inkChg>
        <pc:inkChg chg="add">
          <ac:chgData name="Marianne Freeman" userId="1199072752_tp_dropbox" providerId="OAuth2" clId="{4F1DE50A-3A91-2E4D-93A3-0EB11E11B4D7}" dt="2018-09-26T02:09:23.971" v="137"/>
          <ac:inkMkLst>
            <pc:docMk/>
            <pc:sldMk cId="3213033046" sldId="356"/>
            <ac:inkMk id="7" creationId="{9DBB2E85-6265-504E-BF8C-10F56C48FF2F}"/>
          </ac:inkMkLst>
        </pc:inkChg>
        <pc:inkChg chg="add">
          <ac:chgData name="Marianne Freeman" userId="1199072752_tp_dropbox" providerId="OAuth2" clId="{4F1DE50A-3A91-2E4D-93A3-0EB11E11B4D7}" dt="2018-09-26T02:09:25.278" v="138"/>
          <ac:inkMkLst>
            <pc:docMk/>
            <pc:sldMk cId="3213033046" sldId="356"/>
            <ac:inkMk id="8" creationId="{228E9A53-EB35-5B45-897F-0B4771C5855D}"/>
          </ac:inkMkLst>
        </pc:inkChg>
      </pc:sldChg>
      <pc:sldChg chg="addSp modSp">
        <pc:chgData name="Marianne Freeman" userId="1199072752_tp_dropbox" providerId="OAuth2" clId="{4F1DE50A-3A91-2E4D-93A3-0EB11E11B4D7}" dt="2018-09-26T02:11:55.067" v="144"/>
        <pc:sldMkLst>
          <pc:docMk/>
          <pc:sldMk cId="3298971994" sldId="360"/>
        </pc:sldMkLst>
        <pc:spChg chg="mod">
          <ac:chgData name="Marianne Freeman" userId="1199072752_tp_dropbox" providerId="OAuth2" clId="{4F1DE50A-3A91-2E4D-93A3-0EB11E11B4D7}" dt="2018-09-26T02:11:44.128" v="142" actId="20577"/>
          <ac:spMkLst>
            <pc:docMk/>
            <pc:sldMk cId="3298971994" sldId="360"/>
            <ac:spMk id="3" creationId="{00000000-0000-0000-0000-000000000000}"/>
          </ac:spMkLst>
        </pc:spChg>
        <pc:inkChg chg="add">
          <ac:chgData name="Marianne Freeman" userId="1199072752_tp_dropbox" providerId="OAuth2" clId="{4F1DE50A-3A91-2E4D-93A3-0EB11E11B4D7}" dt="2018-09-26T02:11:20.953" v="139"/>
          <ac:inkMkLst>
            <pc:docMk/>
            <pc:sldMk cId="3298971994" sldId="360"/>
            <ac:inkMk id="5" creationId="{5816D60E-F670-944D-B137-960D760BF359}"/>
          </ac:inkMkLst>
        </pc:inkChg>
        <pc:inkChg chg="add">
          <ac:chgData name="Marianne Freeman" userId="1199072752_tp_dropbox" providerId="OAuth2" clId="{4F1DE50A-3A91-2E4D-93A3-0EB11E11B4D7}" dt="2018-09-26T02:11:52.972" v="143"/>
          <ac:inkMkLst>
            <pc:docMk/>
            <pc:sldMk cId="3298971994" sldId="360"/>
            <ac:inkMk id="6" creationId="{9C35C5DB-9D7B-E64C-A879-CCEF26034BBE}"/>
          </ac:inkMkLst>
        </pc:inkChg>
        <pc:inkChg chg="add">
          <ac:chgData name="Marianne Freeman" userId="1199072752_tp_dropbox" providerId="OAuth2" clId="{4F1DE50A-3A91-2E4D-93A3-0EB11E11B4D7}" dt="2018-09-26T02:11:55.067" v="144"/>
          <ac:inkMkLst>
            <pc:docMk/>
            <pc:sldMk cId="3298971994" sldId="360"/>
            <ac:inkMk id="7" creationId="{1328AE75-4A82-7B45-8451-551338856136}"/>
          </ac:inkMkLst>
        </pc:inkChg>
      </pc:sldChg>
      <pc:sldChg chg="addSp modSp">
        <pc:chgData name="Marianne Freeman" userId="1199072752_tp_dropbox" providerId="OAuth2" clId="{4F1DE50A-3A91-2E4D-93A3-0EB11E11B4D7}" dt="2018-09-26T02:12:28.691" v="147" actId="20577"/>
        <pc:sldMkLst>
          <pc:docMk/>
          <pc:sldMk cId="603495586" sldId="361"/>
        </pc:sldMkLst>
        <pc:spChg chg="mod">
          <ac:chgData name="Marianne Freeman" userId="1199072752_tp_dropbox" providerId="OAuth2" clId="{4F1DE50A-3A91-2E4D-93A3-0EB11E11B4D7}" dt="2018-09-26T02:12:28.691" v="147" actId="20577"/>
          <ac:spMkLst>
            <pc:docMk/>
            <pc:sldMk cId="603495586" sldId="361"/>
            <ac:spMk id="3" creationId="{00000000-0000-0000-0000-000000000000}"/>
          </ac:spMkLst>
        </pc:spChg>
        <pc:inkChg chg="add">
          <ac:chgData name="Marianne Freeman" userId="1199072752_tp_dropbox" providerId="OAuth2" clId="{4F1DE50A-3A91-2E4D-93A3-0EB11E11B4D7}" dt="2018-09-26T02:12:23.504" v="145"/>
          <ac:inkMkLst>
            <pc:docMk/>
            <pc:sldMk cId="603495586" sldId="361"/>
            <ac:inkMk id="5" creationId="{1FBB5949-19CF-0D40-8FA1-3699912FD693}"/>
          </ac:inkMkLst>
        </pc:inkChg>
        <pc:inkChg chg="add">
          <ac:chgData name="Marianne Freeman" userId="1199072752_tp_dropbox" providerId="OAuth2" clId="{4F1DE50A-3A91-2E4D-93A3-0EB11E11B4D7}" dt="2018-09-26T02:12:23.628" v="146"/>
          <ac:inkMkLst>
            <pc:docMk/>
            <pc:sldMk cId="603495586" sldId="361"/>
            <ac:inkMk id="6" creationId="{07A85CC7-3771-A74E-A8F8-E778F39BBDD4}"/>
          </ac:inkMkLst>
        </pc:inkChg>
      </pc:sldChg>
      <pc:sldChg chg="addSp modSp">
        <pc:chgData name="Marianne Freeman" userId="1199072752_tp_dropbox" providerId="OAuth2" clId="{4F1DE50A-3A91-2E4D-93A3-0EB11E11B4D7}" dt="2018-09-26T02:13:29.555" v="151"/>
        <pc:sldMkLst>
          <pc:docMk/>
          <pc:sldMk cId="3969268874" sldId="363"/>
        </pc:sldMkLst>
        <pc:spChg chg="mod">
          <ac:chgData name="Marianne Freeman" userId="1199072752_tp_dropbox" providerId="OAuth2" clId="{4F1DE50A-3A91-2E4D-93A3-0EB11E11B4D7}" dt="2018-09-26T02:13:15.898" v="148" actId="20577"/>
          <ac:spMkLst>
            <pc:docMk/>
            <pc:sldMk cId="3969268874" sldId="363"/>
            <ac:spMk id="3" creationId="{00000000-0000-0000-0000-000000000000}"/>
          </ac:spMkLst>
        </pc:spChg>
        <pc:inkChg chg="add">
          <ac:chgData name="Marianne Freeman" userId="1199072752_tp_dropbox" providerId="OAuth2" clId="{4F1DE50A-3A91-2E4D-93A3-0EB11E11B4D7}" dt="2018-09-26T02:13:22.820" v="149"/>
          <ac:inkMkLst>
            <pc:docMk/>
            <pc:sldMk cId="3969268874" sldId="363"/>
            <ac:inkMk id="5" creationId="{D3AD27FA-1484-044D-919D-BEC52B145F89}"/>
          </ac:inkMkLst>
        </pc:inkChg>
        <pc:inkChg chg="add">
          <ac:chgData name="Marianne Freeman" userId="1199072752_tp_dropbox" providerId="OAuth2" clId="{4F1DE50A-3A91-2E4D-93A3-0EB11E11B4D7}" dt="2018-09-26T02:13:22.990" v="150"/>
          <ac:inkMkLst>
            <pc:docMk/>
            <pc:sldMk cId="3969268874" sldId="363"/>
            <ac:inkMk id="6" creationId="{B1292BEF-BA7F-7B4C-978B-DB2DB86A8339}"/>
          </ac:inkMkLst>
        </pc:inkChg>
        <pc:inkChg chg="add">
          <ac:chgData name="Marianne Freeman" userId="1199072752_tp_dropbox" providerId="OAuth2" clId="{4F1DE50A-3A91-2E4D-93A3-0EB11E11B4D7}" dt="2018-09-26T02:13:29.555" v="151"/>
          <ac:inkMkLst>
            <pc:docMk/>
            <pc:sldMk cId="3969268874" sldId="363"/>
            <ac:inkMk id="7" creationId="{3E40C1BD-1CD8-9B45-ADFD-109547A69409}"/>
          </ac:inkMkLst>
        </pc:inkChg>
      </pc:sldChg>
      <pc:sldChg chg="addSp delSp modSp">
        <pc:chgData name="Marianne Freeman" userId="1199072752_tp_dropbox" providerId="OAuth2" clId="{4F1DE50A-3A91-2E4D-93A3-0EB11E11B4D7}" dt="2018-09-26T02:16:03.861" v="157"/>
        <pc:sldMkLst>
          <pc:docMk/>
          <pc:sldMk cId="2597922439" sldId="365"/>
        </pc:sldMkLst>
        <pc:spChg chg="mod">
          <ac:chgData name="Marianne Freeman" userId="1199072752_tp_dropbox" providerId="OAuth2" clId="{4F1DE50A-3A91-2E4D-93A3-0EB11E11B4D7}" dt="2018-09-26T02:15:54.360" v="156" actId="20577"/>
          <ac:spMkLst>
            <pc:docMk/>
            <pc:sldMk cId="2597922439" sldId="365"/>
            <ac:spMk id="3" creationId="{00000000-0000-0000-0000-000000000000}"/>
          </ac:spMkLst>
        </pc:spChg>
        <pc:inkChg chg="add del">
          <ac:chgData name="Marianne Freeman" userId="1199072752_tp_dropbox" providerId="OAuth2" clId="{4F1DE50A-3A91-2E4D-93A3-0EB11E11B4D7}" dt="2018-09-26T02:15:48.664" v="155"/>
          <ac:inkMkLst>
            <pc:docMk/>
            <pc:sldMk cId="2597922439" sldId="365"/>
            <ac:inkMk id="5" creationId="{207D8481-66B6-A542-94F9-5D4670BB6A1E}"/>
          </ac:inkMkLst>
        </pc:inkChg>
        <pc:inkChg chg="add del">
          <ac:chgData name="Marianne Freeman" userId="1199072752_tp_dropbox" providerId="OAuth2" clId="{4F1DE50A-3A91-2E4D-93A3-0EB11E11B4D7}" dt="2018-09-26T02:15:48.494" v="154"/>
          <ac:inkMkLst>
            <pc:docMk/>
            <pc:sldMk cId="2597922439" sldId="365"/>
            <ac:inkMk id="6" creationId="{6728FA59-B933-A84F-8466-BC120D9286D9}"/>
          </ac:inkMkLst>
        </pc:inkChg>
        <pc:inkChg chg="add">
          <ac:chgData name="Marianne Freeman" userId="1199072752_tp_dropbox" providerId="OAuth2" clId="{4F1DE50A-3A91-2E4D-93A3-0EB11E11B4D7}" dt="2018-09-26T02:16:03.861" v="157"/>
          <ac:inkMkLst>
            <pc:docMk/>
            <pc:sldMk cId="2597922439" sldId="365"/>
            <ac:inkMk id="7" creationId="{2578207B-7FB9-EC43-B62F-673B23C13EC6}"/>
          </ac:inkMkLst>
        </pc:inkChg>
      </pc:sldChg>
      <pc:sldChg chg="addSp delSp modSp">
        <pc:chgData name="Marianne Freeman" userId="1199072752_tp_dropbox" providerId="OAuth2" clId="{4F1DE50A-3A91-2E4D-93A3-0EB11E11B4D7}" dt="2018-09-26T02:17:26.521" v="164" actId="108"/>
        <pc:sldMkLst>
          <pc:docMk/>
          <pc:sldMk cId="2483688371" sldId="367"/>
        </pc:sldMkLst>
        <pc:spChg chg="add del mod">
          <ac:chgData name="Marianne Freeman" userId="1199072752_tp_dropbox" providerId="OAuth2" clId="{4F1DE50A-3A91-2E4D-93A3-0EB11E11B4D7}" dt="2018-09-26T02:17:26.521" v="164" actId="108"/>
          <ac:spMkLst>
            <pc:docMk/>
            <pc:sldMk cId="2483688371" sldId="367"/>
            <ac:spMk id="3" creationId="{00000000-0000-0000-0000-000000000000}"/>
          </ac:spMkLst>
        </pc:spChg>
        <pc:spChg chg="add del mod">
          <ac:chgData name="Marianne Freeman" userId="1199072752_tp_dropbox" providerId="OAuth2" clId="{4F1DE50A-3A91-2E4D-93A3-0EB11E11B4D7}" dt="2018-09-26T02:17:10.330" v="163" actId="478"/>
          <ac:spMkLst>
            <pc:docMk/>
            <pc:sldMk cId="2483688371" sldId="367"/>
            <ac:spMk id="8" creationId="{777A0369-F316-D648-940A-B1FED82EB90B}"/>
          </ac:spMkLst>
        </pc:spChg>
        <pc:inkChg chg="add del">
          <ac:chgData name="Marianne Freeman" userId="1199072752_tp_dropbox" providerId="OAuth2" clId="{4F1DE50A-3A91-2E4D-93A3-0EB11E11B4D7}" dt="2018-09-26T02:16:32.914" v="159"/>
          <ac:inkMkLst>
            <pc:docMk/>
            <pc:sldMk cId="2483688371" sldId="367"/>
            <ac:inkMk id="5" creationId="{DB9AD231-98C9-274D-ACE2-4A75809BC16B}"/>
          </ac:inkMkLst>
        </pc:inkChg>
        <pc:inkChg chg="add del">
          <ac:chgData name="Marianne Freeman" userId="1199072752_tp_dropbox" providerId="OAuth2" clId="{4F1DE50A-3A91-2E4D-93A3-0EB11E11B4D7}" dt="2018-09-26T02:17:10.330" v="163" actId="478"/>
          <ac:inkMkLst>
            <pc:docMk/>
            <pc:sldMk cId="2483688371" sldId="367"/>
            <ac:inkMk id="6" creationId="{5F2CC9AA-D428-8948-9F79-5DFCA84F04DB}"/>
          </ac:inkMkLst>
        </pc:inkChg>
      </pc:sldChg>
      <pc:sldChg chg="addSp modSp">
        <pc:chgData name="Marianne Freeman" userId="1199072752_tp_dropbox" providerId="OAuth2" clId="{4F1DE50A-3A91-2E4D-93A3-0EB11E11B4D7}" dt="2018-09-26T02:20:34.445" v="173"/>
        <pc:sldMkLst>
          <pc:docMk/>
          <pc:sldMk cId="2734119410" sldId="371"/>
        </pc:sldMkLst>
        <pc:spChg chg="mod">
          <ac:chgData name="Marianne Freeman" userId="1199072752_tp_dropbox" providerId="OAuth2" clId="{4F1DE50A-3A91-2E4D-93A3-0EB11E11B4D7}" dt="2018-09-26T02:20:19.576" v="172" actId="20577"/>
          <ac:spMkLst>
            <pc:docMk/>
            <pc:sldMk cId="2734119410" sldId="371"/>
            <ac:spMk id="2" creationId="{00000000-0000-0000-0000-000000000000}"/>
          </ac:spMkLst>
        </pc:spChg>
        <pc:spChg chg="mod">
          <ac:chgData name="Marianne Freeman" userId="1199072752_tp_dropbox" providerId="OAuth2" clId="{4F1DE50A-3A91-2E4D-93A3-0EB11E11B4D7}" dt="2018-09-26T02:19:56.026" v="166" actId="20577"/>
          <ac:spMkLst>
            <pc:docMk/>
            <pc:sldMk cId="2734119410" sldId="371"/>
            <ac:spMk id="3" creationId="{00000000-0000-0000-0000-000000000000}"/>
          </ac:spMkLst>
        </pc:spChg>
        <pc:inkChg chg="add">
          <ac:chgData name="Marianne Freeman" userId="1199072752_tp_dropbox" providerId="OAuth2" clId="{4F1DE50A-3A91-2E4D-93A3-0EB11E11B4D7}" dt="2018-09-26T02:19:59.626" v="167"/>
          <ac:inkMkLst>
            <pc:docMk/>
            <pc:sldMk cId="2734119410" sldId="371"/>
            <ac:inkMk id="5" creationId="{26C19DAA-ED3E-A149-B9BA-142025615D7F}"/>
          </ac:inkMkLst>
        </pc:inkChg>
        <pc:inkChg chg="add">
          <ac:chgData name="Marianne Freeman" userId="1199072752_tp_dropbox" providerId="OAuth2" clId="{4F1DE50A-3A91-2E4D-93A3-0EB11E11B4D7}" dt="2018-09-26T02:20:01.172" v="168"/>
          <ac:inkMkLst>
            <pc:docMk/>
            <pc:sldMk cId="2734119410" sldId="371"/>
            <ac:inkMk id="6" creationId="{309247A6-6C27-2B40-B6AB-A922E0121B99}"/>
          </ac:inkMkLst>
        </pc:inkChg>
        <pc:inkChg chg="add">
          <ac:chgData name="Marianne Freeman" userId="1199072752_tp_dropbox" providerId="OAuth2" clId="{4F1DE50A-3A91-2E4D-93A3-0EB11E11B4D7}" dt="2018-09-26T02:20:34.445" v="173"/>
          <ac:inkMkLst>
            <pc:docMk/>
            <pc:sldMk cId="2734119410" sldId="371"/>
            <ac:inkMk id="7" creationId="{46A69B2C-136B-7D46-B93B-0C57B431BB78}"/>
          </ac:inkMkLst>
        </pc:inkChg>
      </pc:sldChg>
      <pc:sldChg chg="addSp modSp">
        <pc:chgData name="Marianne Freeman" userId="1199072752_tp_dropbox" providerId="OAuth2" clId="{4F1DE50A-3A91-2E4D-93A3-0EB11E11B4D7}" dt="2018-09-26T02:21:02.854" v="177"/>
        <pc:sldMkLst>
          <pc:docMk/>
          <pc:sldMk cId="1810309591" sldId="372"/>
        </pc:sldMkLst>
        <pc:spChg chg="mod">
          <ac:chgData name="Marianne Freeman" userId="1199072752_tp_dropbox" providerId="OAuth2" clId="{4F1DE50A-3A91-2E4D-93A3-0EB11E11B4D7}" dt="2018-09-26T02:20:10.613" v="171" actId="20577"/>
          <ac:spMkLst>
            <pc:docMk/>
            <pc:sldMk cId="1810309591" sldId="372"/>
            <ac:spMk id="2" creationId="{00000000-0000-0000-0000-000000000000}"/>
          </ac:spMkLst>
        </pc:spChg>
        <pc:spChg chg="mod">
          <ac:chgData name="Marianne Freeman" userId="1199072752_tp_dropbox" providerId="OAuth2" clId="{4F1DE50A-3A91-2E4D-93A3-0EB11E11B4D7}" dt="2018-09-26T02:20:58.274" v="176" actId="20577"/>
          <ac:spMkLst>
            <pc:docMk/>
            <pc:sldMk cId="1810309591" sldId="372"/>
            <ac:spMk id="3" creationId="{00000000-0000-0000-0000-000000000000}"/>
          </ac:spMkLst>
        </pc:spChg>
        <pc:inkChg chg="add">
          <ac:chgData name="Marianne Freeman" userId="1199072752_tp_dropbox" providerId="OAuth2" clId="{4F1DE50A-3A91-2E4D-93A3-0EB11E11B4D7}" dt="2018-09-26T02:20:05.308" v="169"/>
          <ac:inkMkLst>
            <pc:docMk/>
            <pc:sldMk cId="1810309591" sldId="372"/>
            <ac:inkMk id="5" creationId="{39814722-60D1-174D-850B-A86E339EA34E}"/>
          </ac:inkMkLst>
        </pc:inkChg>
        <pc:inkChg chg="add">
          <ac:chgData name="Marianne Freeman" userId="1199072752_tp_dropbox" providerId="OAuth2" clId="{4F1DE50A-3A91-2E4D-93A3-0EB11E11B4D7}" dt="2018-09-26T02:20:05.465" v="170"/>
          <ac:inkMkLst>
            <pc:docMk/>
            <pc:sldMk cId="1810309591" sldId="372"/>
            <ac:inkMk id="6" creationId="{2F4B8C10-296D-5E41-9513-C7417A30A27A}"/>
          </ac:inkMkLst>
        </pc:inkChg>
        <pc:inkChg chg="add">
          <ac:chgData name="Marianne Freeman" userId="1199072752_tp_dropbox" providerId="OAuth2" clId="{4F1DE50A-3A91-2E4D-93A3-0EB11E11B4D7}" dt="2018-09-26T02:20:45.526" v="174"/>
          <ac:inkMkLst>
            <pc:docMk/>
            <pc:sldMk cId="1810309591" sldId="372"/>
            <ac:inkMk id="7" creationId="{E1C4754D-0A4E-D34C-8424-A68CA5CD9D54}"/>
          </ac:inkMkLst>
        </pc:inkChg>
        <pc:inkChg chg="add">
          <ac:chgData name="Marianne Freeman" userId="1199072752_tp_dropbox" providerId="OAuth2" clId="{4F1DE50A-3A91-2E4D-93A3-0EB11E11B4D7}" dt="2018-09-26T02:21:02.854" v="177"/>
          <ac:inkMkLst>
            <pc:docMk/>
            <pc:sldMk cId="1810309591" sldId="372"/>
            <ac:inkMk id="8" creationId="{2D54DD08-482C-D141-87D8-1A798ACCCA8D}"/>
          </ac:inkMkLst>
        </pc:inkChg>
      </pc:sldChg>
      <pc:sldChg chg="addSp modSp">
        <pc:chgData name="Marianne Freeman" userId="1199072752_tp_dropbox" providerId="OAuth2" clId="{4F1DE50A-3A91-2E4D-93A3-0EB11E11B4D7}" dt="2018-09-26T02:21:35.352" v="179" actId="20577"/>
        <pc:sldMkLst>
          <pc:docMk/>
          <pc:sldMk cId="3348646524" sldId="373"/>
        </pc:sldMkLst>
        <pc:spChg chg="mod">
          <ac:chgData name="Marianne Freeman" userId="1199072752_tp_dropbox" providerId="OAuth2" clId="{4F1DE50A-3A91-2E4D-93A3-0EB11E11B4D7}" dt="2018-09-26T02:21:35.352" v="179" actId="20577"/>
          <ac:spMkLst>
            <pc:docMk/>
            <pc:sldMk cId="3348646524" sldId="373"/>
            <ac:spMk id="3" creationId="{00000000-0000-0000-0000-000000000000}"/>
          </ac:spMkLst>
        </pc:spChg>
        <pc:inkChg chg="add">
          <ac:chgData name="Marianne Freeman" userId="1199072752_tp_dropbox" providerId="OAuth2" clId="{4F1DE50A-3A91-2E4D-93A3-0EB11E11B4D7}" dt="2018-09-26T02:21:28.994" v="178"/>
          <ac:inkMkLst>
            <pc:docMk/>
            <pc:sldMk cId="3348646524" sldId="373"/>
            <ac:inkMk id="5" creationId="{57AF6734-4C5B-154F-883F-3F7FB2C0247B}"/>
          </ac:inkMkLst>
        </pc:inkChg>
      </pc:sldChg>
      <pc:sldChg chg="addSp modSp">
        <pc:chgData name="Marianne Freeman" userId="1199072752_tp_dropbox" providerId="OAuth2" clId="{4F1DE50A-3A91-2E4D-93A3-0EB11E11B4D7}" dt="2018-09-26T02:22:46.662" v="184" actId="20577"/>
        <pc:sldMkLst>
          <pc:docMk/>
          <pc:sldMk cId="3567568957" sldId="376"/>
        </pc:sldMkLst>
        <pc:spChg chg="mod">
          <ac:chgData name="Marianne Freeman" userId="1199072752_tp_dropbox" providerId="OAuth2" clId="{4F1DE50A-3A91-2E4D-93A3-0EB11E11B4D7}" dt="2018-09-26T02:22:24.877" v="181" actId="20577"/>
          <ac:spMkLst>
            <pc:docMk/>
            <pc:sldMk cId="3567568957" sldId="376"/>
            <ac:spMk id="2" creationId="{00000000-0000-0000-0000-000000000000}"/>
          </ac:spMkLst>
        </pc:spChg>
        <pc:spChg chg="mod">
          <ac:chgData name="Marianne Freeman" userId="1199072752_tp_dropbox" providerId="OAuth2" clId="{4F1DE50A-3A91-2E4D-93A3-0EB11E11B4D7}" dt="2018-09-26T02:22:46.662" v="184" actId="20577"/>
          <ac:spMkLst>
            <pc:docMk/>
            <pc:sldMk cId="3567568957" sldId="376"/>
            <ac:spMk id="3" creationId="{00000000-0000-0000-0000-000000000000}"/>
          </ac:spMkLst>
        </pc:spChg>
        <pc:inkChg chg="add">
          <ac:chgData name="Marianne Freeman" userId="1199072752_tp_dropbox" providerId="OAuth2" clId="{4F1DE50A-3A91-2E4D-93A3-0EB11E11B4D7}" dt="2018-09-26T02:22:29.294" v="182"/>
          <ac:inkMkLst>
            <pc:docMk/>
            <pc:sldMk cId="3567568957" sldId="376"/>
            <ac:inkMk id="5" creationId="{D7CBA9DF-A2EA-5147-A039-A2A0193A518F}"/>
          </ac:inkMkLst>
        </pc:inkChg>
        <pc:inkChg chg="add">
          <ac:chgData name="Marianne Freeman" userId="1199072752_tp_dropbox" providerId="OAuth2" clId="{4F1DE50A-3A91-2E4D-93A3-0EB11E11B4D7}" dt="2018-09-26T02:22:42.351" v="183"/>
          <ac:inkMkLst>
            <pc:docMk/>
            <pc:sldMk cId="3567568957" sldId="376"/>
            <ac:inkMk id="6" creationId="{DF0E2D7F-BD3E-EB4C-990E-E151B6E13647}"/>
          </ac:inkMkLst>
        </pc:inkChg>
      </pc:sldChg>
      <pc:sldChg chg="addSp modSp">
        <pc:chgData name="Marianne Freeman" userId="1199072752_tp_dropbox" providerId="OAuth2" clId="{4F1DE50A-3A91-2E4D-93A3-0EB11E11B4D7}" dt="2018-09-26T02:23:11.402" v="187"/>
        <pc:sldMkLst>
          <pc:docMk/>
          <pc:sldMk cId="1342318477" sldId="377"/>
        </pc:sldMkLst>
        <pc:spChg chg="mod">
          <ac:chgData name="Marianne Freeman" userId="1199072752_tp_dropbox" providerId="OAuth2" clId="{4F1DE50A-3A91-2E4D-93A3-0EB11E11B4D7}" dt="2018-09-26T02:23:07.665" v="186" actId="20577"/>
          <ac:spMkLst>
            <pc:docMk/>
            <pc:sldMk cId="1342318477" sldId="377"/>
            <ac:spMk id="2" creationId="{00000000-0000-0000-0000-000000000000}"/>
          </ac:spMkLst>
        </pc:spChg>
        <pc:inkChg chg="add">
          <ac:chgData name="Marianne Freeman" userId="1199072752_tp_dropbox" providerId="OAuth2" clId="{4F1DE50A-3A91-2E4D-93A3-0EB11E11B4D7}" dt="2018-09-26T02:23:11.402" v="187"/>
          <ac:inkMkLst>
            <pc:docMk/>
            <pc:sldMk cId="1342318477" sldId="377"/>
            <ac:inkMk id="5" creationId="{589FE7B9-E049-5543-AE2E-E56A07297EE3}"/>
          </ac:inkMkLst>
        </pc:inkChg>
      </pc:sldChg>
      <pc:sldChg chg="addSp modSp">
        <pc:chgData name="Marianne Freeman" userId="1199072752_tp_dropbox" providerId="OAuth2" clId="{4F1DE50A-3A91-2E4D-93A3-0EB11E11B4D7}" dt="2018-09-26T02:23:18.692" v="190" actId="20577"/>
        <pc:sldMkLst>
          <pc:docMk/>
          <pc:sldMk cId="2766600811" sldId="378"/>
        </pc:sldMkLst>
        <pc:spChg chg="mod">
          <ac:chgData name="Marianne Freeman" userId="1199072752_tp_dropbox" providerId="OAuth2" clId="{4F1DE50A-3A91-2E4D-93A3-0EB11E11B4D7}" dt="2018-09-26T02:23:18.692" v="190" actId="20577"/>
          <ac:spMkLst>
            <pc:docMk/>
            <pc:sldMk cId="2766600811" sldId="378"/>
            <ac:spMk id="2" creationId="{00000000-0000-0000-0000-000000000000}"/>
          </ac:spMkLst>
        </pc:spChg>
        <pc:inkChg chg="add">
          <ac:chgData name="Marianne Freeman" userId="1199072752_tp_dropbox" providerId="OAuth2" clId="{4F1DE50A-3A91-2E4D-93A3-0EB11E11B4D7}" dt="2018-09-26T02:23:14.582" v="188"/>
          <ac:inkMkLst>
            <pc:docMk/>
            <pc:sldMk cId="2766600811" sldId="378"/>
            <ac:inkMk id="5" creationId="{C8C00182-697C-8A4A-9BB6-5309EC4746D4}"/>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3061441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7"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mod="1">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825816293"/>
      </p:ext>
    </p:extLst>
  </p:cSld>
  <p:clrMapOvr>
    <a:masterClrMapping/>
  </p:clrMapOvr>
  <p:extLst mod="1">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86480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E7D84E6-27AD-4EEA-A335-664FA1B1ED9E}"/>
              </a:ext>
            </a:extLst>
          </p:cNvPr>
          <p:cNvSpPr>
            <a:spLocks noGrp="1"/>
          </p:cNvSpPr>
          <p:nvPr>
            <p:ph type="ftr" sz="quarter" idx="11"/>
          </p:nvPr>
        </p:nvSpPr>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dirty="0"/>
          </a:p>
        </p:txBody>
      </p:sp>
      <p:sp>
        <p:nvSpPr>
          <p:cNvPr id="8" name="Content Placeholder 7"/>
          <p:cNvSpPr>
            <a:spLocks noGrp="1"/>
          </p:cNvSpPr>
          <p:nvPr>
            <p:ph sz="quarter" idx="13"/>
          </p:nvPr>
        </p:nvSpPr>
        <p:spPr>
          <a:xfrm>
            <a:off x="685800" y="5562600"/>
            <a:ext cx="8001000" cy="457200"/>
          </a:xfrm>
        </p:spPr>
        <p:txBody>
          <a:bodyPr/>
          <a:lstStyle/>
          <a:p>
            <a:pPr lvl="0"/>
            <a:endParaRPr lang="en-IN" dirty="0"/>
          </a:p>
        </p:txBody>
      </p:sp>
    </p:spTree>
    <p:extLst>
      <p:ext uri="{BB962C8B-B14F-4D97-AF65-F5344CB8AC3E}">
        <p14:creationId xmlns:p14="http://schemas.microsoft.com/office/powerpoint/2010/main" val="1968957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900"/>
            </a:lvl1pPr>
          </a:lstStyle>
          <a:p>
            <a:pPr>
              <a:defRPr/>
            </a:pPr>
            <a:r>
              <a:rPr lang="en-US" dirty="0" smtClean="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45579" y="3137959"/>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3139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900"/>
            </a:lvl1pPr>
          </a:lstStyle>
          <a:p>
            <a:pPr>
              <a:defRPr/>
            </a:pPr>
            <a:r>
              <a:rPr lang="en-US" dirty="0" smtClean="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45579" y="3137959"/>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54970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900"/>
            </a:lvl1pPr>
          </a:lstStyle>
          <a:p>
            <a:pPr>
              <a:defRPr/>
            </a:pPr>
            <a:r>
              <a:rPr lang="en-US" dirty="0" smtClean="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45579" y="3137959"/>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84578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900"/>
            </a:lvl1pPr>
          </a:lstStyle>
          <a:p>
            <a:pPr>
              <a:defRPr/>
            </a:pPr>
            <a:r>
              <a:rPr lang="en-US" dirty="0" smtClean="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45579" y="3137959"/>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8649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900"/>
            </a:lvl1pPr>
          </a:lstStyle>
          <a:p>
            <a:pPr>
              <a:defRPr/>
            </a:pPr>
            <a:r>
              <a:rPr lang="en-US" dirty="0" smtClean="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45579" y="3137959"/>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9305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900"/>
            </a:lvl1pPr>
          </a:lstStyle>
          <a:p>
            <a:pPr>
              <a:defRPr/>
            </a:pPr>
            <a:r>
              <a:rPr lang="en-US" dirty="0" smtClean="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45579" y="3137959"/>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2072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900"/>
            </a:lvl1pPr>
          </a:lstStyle>
          <a:p>
            <a:pPr>
              <a:defRPr/>
            </a:pPr>
            <a:r>
              <a:rPr lang="en-US" dirty="0" smtClean="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45579" y="3137959"/>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49317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900"/>
            </a:lvl1pPr>
          </a:lstStyle>
          <a:p>
            <a:pPr>
              <a:defRPr/>
            </a:pPr>
            <a:r>
              <a:rPr lang="en-US" dirty="0" smtClean="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45579" y="3137959"/>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21002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900"/>
            </a:lvl1pPr>
          </a:lstStyle>
          <a:p>
            <a:pPr>
              <a:defRPr/>
            </a:pPr>
            <a:r>
              <a:rPr lang="en-US" dirty="0" smtClean="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45579" y="3137959"/>
            <a:ext cx="7886700" cy="1146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98645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1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Content Placeholder 5"/>
          <p:cNvSpPr>
            <a:spLocks noGrp="1"/>
          </p:cNvSpPr>
          <p:nvPr>
            <p:ph sz="quarter" idx="12"/>
          </p:nvPr>
        </p:nvSpPr>
        <p:spPr>
          <a:xfrm>
            <a:off x="8610600" y="2743200"/>
            <a:ext cx="304800" cy="762000"/>
          </a:xfrm>
        </p:spPr>
        <p:txBody>
          <a:bodyPr/>
          <a:lstStyle/>
          <a:p>
            <a:pPr lvl="0"/>
            <a:endParaRPr lang="en-IN" dirty="0"/>
          </a:p>
        </p:txBody>
      </p:sp>
      <p:sp>
        <p:nvSpPr>
          <p:cNvPr id="8" name="Content Placeholder 7"/>
          <p:cNvSpPr>
            <a:spLocks noGrp="1"/>
          </p:cNvSpPr>
          <p:nvPr>
            <p:ph sz="quarter" idx="13"/>
          </p:nvPr>
        </p:nvSpPr>
        <p:spPr>
          <a:xfrm>
            <a:off x="8610600" y="3886200"/>
            <a:ext cx="304800" cy="762000"/>
          </a:xfrm>
        </p:spPr>
        <p:txBody>
          <a:bodyPr/>
          <a:lstStyle/>
          <a:p>
            <a:pPr lvl="0"/>
            <a:endParaRPr lang="en-IN" dirty="0"/>
          </a:p>
        </p:txBody>
      </p:sp>
    </p:spTree>
    <p:extLst>
      <p:ext uri="{BB962C8B-B14F-4D97-AF65-F5344CB8AC3E}">
        <p14:creationId xmlns:p14="http://schemas.microsoft.com/office/powerpoint/2010/main" val="3743712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3"/>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6"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 id="2147483777" r:id="rId18"/>
    <p:sldLayoutId id="2147483778" r:id="rId19"/>
  </p:sldLayoutIdLst>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46699" y="1143000"/>
            <a:ext cx="6858000" cy="2387600"/>
          </a:xfrm>
        </p:spPr>
        <p:txBody>
          <a:bodyPr>
            <a:normAutofit/>
          </a:bodyPr>
          <a:lstStyle/>
          <a:p>
            <a:r>
              <a:rPr lang="en-US" sz="4100" dirty="0">
                <a:solidFill>
                  <a:schemeClr val="bg2">
                    <a:lumMod val="10000"/>
                  </a:schemeClr>
                </a:solidFill>
              </a:rPr>
              <a:t>Chapter </a:t>
            </a:r>
            <a:r>
              <a:rPr lang="en-US" sz="4100" dirty="0" smtClean="0">
                <a:solidFill>
                  <a:schemeClr val="bg2">
                    <a:lumMod val="10000"/>
                  </a:schemeClr>
                </a:solidFill>
              </a:rPr>
              <a:t>5: Interfaces</a:t>
            </a:r>
            <a:r>
              <a:rPr lang="en-US" sz="4100" dirty="0">
                <a:solidFill>
                  <a:schemeClr val="bg2">
                    <a:lumMod val="10000"/>
                  </a:schemeClr>
                </a:solidFill>
              </a:rPr>
              <a:t>, Implementations, and Polymorphism</a:t>
            </a:r>
          </a:p>
        </p:txBody>
      </p:sp>
      <p:sp>
        <p:nvSpPr>
          <p:cNvPr id="4" name="Subtitle 3">
            <a:extLst>
              <a:ext uri="{FF2B5EF4-FFF2-40B4-BE49-F238E27FC236}">
                <a16:creationId xmlns:a16="http://schemas.microsoft.com/office/drawing/2014/main" id="{2B7206C4-20D6-1E4B-A9BF-F06AB8FA9727}"/>
              </a:ext>
            </a:extLst>
          </p:cNvPr>
          <p:cNvSpPr>
            <a:spLocks noGrp="1"/>
          </p:cNvSpPr>
          <p:nvPr>
            <p:ph type="subTitle" idx="1"/>
          </p:nvPr>
        </p:nvSpPr>
        <p:spPr>
          <a:xfrm>
            <a:off x="1143000" y="3962400"/>
            <a:ext cx="6858000" cy="304800"/>
          </a:xfrm>
        </p:spPr>
        <p:txBody>
          <a:bodyPr>
            <a:normAutofit/>
          </a:bodyPr>
          <a:lstStyle/>
          <a:p>
            <a:r>
              <a:rPr lang="en-US" b="1" dirty="0">
                <a:solidFill>
                  <a:schemeClr val="bg2">
                    <a:lumMod val="10000"/>
                  </a:schemeClr>
                </a:solidFill>
                <a:latin typeface="Open Sans" panose="020B0606030504020204"/>
              </a:rPr>
              <a:t>Fundamentals of Python: Data Structures, Second </a:t>
            </a:r>
            <a:r>
              <a:rPr lang="en-US" b="1" dirty="0" smtClean="0">
                <a:solidFill>
                  <a:schemeClr val="bg2">
                    <a:lumMod val="10000"/>
                  </a:schemeClr>
                </a:solidFill>
                <a:latin typeface="Open Sans" panose="020B0606030504020204"/>
              </a:rPr>
              <a:t>Edition</a:t>
            </a:r>
            <a:endParaRPr lang="en-US" b="1" dirty="0">
              <a:solidFill>
                <a:schemeClr val="bg2">
                  <a:lumMod val="10000"/>
                </a:schemeClr>
              </a:solidFill>
              <a:latin typeface="Open Sans" panose="020B0606030504020204"/>
            </a:endParaRPr>
          </a:p>
        </p:txBody>
      </p:sp>
      <p:sp>
        <p:nvSpPr>
          <p:cNvPr id="3" name="Content Placeholder 2"/>
          <p:cNvSpPr>
            <a:spLocks noGrp="1"/>
          </p:cNvSpPr>
          <p:nvPr>
            <p:ph sz="quarter" idx="13"/>
          </p:nvPr>
        </p:nvSpPr>
        <p:spPr>
          <a:xfrm>
            <a:off x="703556" y="6241001"/>
            <a:ext cx="8229600" cy="304800"/>
          </a:xfrm>
        </p:spPr>
        <p:txBody>
          <a:bodyPr>
            <a:normAutofit/>
          </a:bodyPr>
          <a:lstStyle/>
          <a:p>
            <a:pPr marL="0" indent="0">
              <a:buNone/>
              <a:defRPr/>
            </a:pPr>
            <a:r>
              <a:rPr lang="en-US" sz="1000" dirty="0">
                <a:solidFill>
                  <a:schemeClr val="bg2">
                    <a:lumMod val="10000"/>
                  </a:schemeClr>
                </a:solidFill>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185264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549274"/>
          </a:xfrm>
        </p:spPr>
        <p:txBody>
          <a:bodyPr/>
          <a:lstStyle/>
          <a:p>
            <a:r>
              <a:rPr lang="en-US" b="1" dirty="0"/>
              <a:t>Learning Objectives</a:t>
            </a:r>
          </a:p>
        </p:txBody>
      </p:sp>
      <p:sp>
        <p:nvSpPr>
          <p:cNvPr id="9219" name="Content Placeholder 6"/>
          <p:cNvSpPr>
            <a:spLocks noGrp="1"/>
          </p:cNvSpPr>
          <p:nvPr>
            <p:ph idx="1"/>
          </p:nvPr>
        </p:nvSpPr>
        <p:spPr>
          <a:xfrm>
            <a:off x="628650" y="1825625"/>
            <a:ext cx="7886700" cy="3736975"/>
          </a:xfrm>
        </p:spPr>
        <p:txBody>
          <a:bodyPr/>
          <a:lstStyle/>
          <a:p>
            <a:pPr marL="291600" indent="-291600">
              <a:spcBef>
                <a:spcPts val="1000"/>
              </a:spcBef>
            </a:pPr>
            <a:r>
              <a:rPr lang="en-US" dirty="0"/>
              <a:t>Develop an interface for a given collection type</a:t>
            </a:r>
          </a:p>
          <a:p>
            <a:pPr marL="291600" indent="-291600">
              <a:spcBef>
                <a:spcPts val="1000"/>
              </a:spcBef>
            </a:pPr>
            <a:r>
              <a:rPr lang="en-US" dirty="0"/>
              <a:t>Implement multiple classes that conform to the interface of a collection type</a:t>
            </a:r>
          </a:p>
          <a:p>
            <a:pPr marL="291600" indent="-291600">
              <a:spcBef>
                <a:spcPts val="1000"/>
              </a:spcBef>
            </a:pPr>
            <a:r>
              <a:rPr lang="en-US" dirty="0"/>
              <a:t>Assess the tradeoffs in running time and memory usage of multiple implementations of a given collection type</a:t>
            </a:r>
          </a:p>
          <a:p>
            <a:pPr marL="291600" indent="-291600">
              <a:spcBef>
                <a:spcPts val="1000"/>
              </a:spcBef>
            </a:pPr>
            <a:r>
              <a:rPr lang="en-US" dirty="0"/>
              <a:t>Implement a basic iterator</a:t>
            </a:r>
          </a:p>
          <a:p>
            <a:pPr marL="291600" indent="-291600">
              <a:spcBef>
                <a:spcPts val="1000"/>
              </a:spcBef>
            </a:pPr>
            <a:r>
              <a:rPr lang="en-US" dirty="0"/>
              <a:t>Use methods to manipulate bags and sets</a:t>
            </a:r>
          </a:p>
          <a:p>
            <a:pPr marL="291600" indent="-291600">
              <a:spcBef>
                <a:spcPts val="1000"/>
              </a:spcBef>
            </a:pPr>
            <a:r>
              <a:rPr lang="en-US" dirty="0"/>
              <a:t>Decide whether a bag or a set is an appropriate collection for a given application</a:t>
            </a:r>
          </a:p>
          <a:p>
            <a:pPr marL="291600" indent="-291600">
              <a:spcBef>
                <a:spcPts val="1000"/>
              </a:spcBef>
            </a:pPr>
            <a:r>
              <a:rPr lang="en-US" dirty="0"/>
              <a:t>Convert a bag implementation to a sorted bag </a:t>
            </a:r>
            <a:r>
              <a:rPr lang="en-US" dirty="0" smtClean="0"/>
              <a:t>implementation</a:t>
            </a:r>
            <a:endParaRPr lang="en-US" dirty="0"/>
          </a:p>
        </p:txBody>
      </p:sp>
      <p:sp>
        <p:nvSpPr>
          <p:cNvPr id="9220" name="Footer Placeholder 7"/>
          <p:cNvSpPr>
            <a:spLocks noGrp="1"/>
          </p:cNvSpPr>
          <p:nvPr>
            <p:ph type="ftr" sz="quarter" idx="11"/>
          </p:nvPr>
        </p:nvSpPr>
        <p:spPr/>
        <p:txBody>
          <a:bodyPr/>
          <a:lstStyle/>
          <a:p>
            <a:pPr>
              <a:defRPr/>
            </a:pPr>
            <a:r>
              <a:rPr lang="en-US" dirty="0">
                <a:latin typeface="Open Sans" panose="020B0606030504020204"/>
              </a:rPr>
              <a:t>Fundamentals of Python: Data Structures, Second Edition. © 2019 </a:t>
            </a:r>
            <a:r>
              <a:rPr lang="en-US" dirty="0" smtClean="0">
                <a:latin typeface="Open Sans" panose="020B0606030504020204"/>
              </a:rPr>
              <a:t>Cengage </a:t>
            </a:r>
            <a:r>
              <a:rPr lang="en-US" dirty="0">
                <a:latin typeface="Open Sans" panose="020B0606030504020204"/>
              </a:rPr>
              <a:t>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421161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smtClean="0"/>
              <a:t>Developing an Interface</a:t>
            </a:r>
            <a:endParaRPr lang="en-US" b="1" dirty="0"/>
          </a:p>
        </p:txBody>
      </p:sp>
      <p:sp>
        <p:nvSpPr>
          <p:cNvPr id="3" name="Content Placeholder 2"/>
          <p:cNvSpPr>
            <a:spLocks noGrp="1"/>
          </p:cNvSpPr>
          <p:nvPr>
            <p:ph idx="1"/>
          </p:nvPr>
        </p:nvSpPr>
        <p:spPr>
          <a:xfrm>
            <a:off x="628650" y="1825625"/>
            <a:ext cx="7886700" cy="3203575"/>
          </a:xfrm>
        </p:spPr>
        <p:txBody>
          <a:bodyPr/>
          <a:lstStyle/>
          <a:p>
            <a:pPr marL="291600" indent="-291600">
              <a:spcBef>
                <a:spcPts val="1000"/>
              </a:spcBef>
            </a:pPr>
            <a:r>
              <a:rPr lang="en-US" dirty="0"/>
              <a:t>When you run Python’s help function to obtain information about a module, data type, method, or function,</a:t>
            </a:r>
          </a:p>
          <a:p>
            <a:pPr lvl="1">
              <a:spcBef>
                <a:spcPts val="1000"/>
              </a:spcBef>
            </a:pPr>
            <a:r>
              <a:rPr lang="en-US" dirty="0"/>
              <a:t>You are accessing documentation about that resource’s interface</a:t>
            </a:r>
          </a:p>
          <a:p>
            <a:pPr marL="291600" indent="-291600">
              <a:spcBef>
                <a:spcPts val="1000"/>
              </a:spcBef>
            </a:pPr>
            <a:r>
              <a:rPr lang="en-US" dirty="0"/>
              <a:t>Interfaces are concise and informative:</a:t>
            </a:r>
          </a:p>
          <a:p>
            <a:pPr lvl="1">
              <a:spcBef>
                <a:spcPts val="1000"/>
              </a:spcBef>
            </a:pPr>
            <a:r>
              <a:rPr lang="en-US" dirty="0"/>
              <a:t>They allow you to grasp the behavior of a resource</a:t>
            </a:r>
          </a:p>
          <a:p>
            <a:pPr marL="291600" indent="-291600">
              <a:spcBef>
                <a:spcPts val="1000"/>
              </a:spcBef>
            </a:pPr>
            <a:r>
              <a:rPr lang="en-US" dirty="0"/>
              <a:t>In this section, you develop the interface for a simple collection type called a bag:</a:t>
            </a:r>
          </a:p>
          <a:p>
            <a:pPr lvl="1">
              <a:spcBef>
                <a:spcPts val="1000"/>
              </a:spcBef>
            </a:pPr>
            <a:r>
              <a:rPr lang="en-US" dirty="0"/>
              <a:t>A bag interface allows clients to use bags effectively and allows implementers to produce new classes that implement this interface</a:t>
            </a:r>
          </a:p>
        </p:txBody>
      </p:sp>
      <p:sp>
        <p:nvSpPr>
          <p:cNvPr id="4" name="Footer Placeholder 3"/>
          <p:cNvSpPr>
            <a:spLocks noGrp="1"/>
          </p:cNvSpPr>
          <p:nvPr>
            <p:ph type="ftr" sz="quarter" idx="11"/>
          </p:nvPr>
        </p:nvSpPr>
        <p:spPr/>
        <p:txBody>
          <a:bodyPr/>
          <a:lstStyle/>
          <a:p>
            <a:pPr>
              <a:defRPr/>
            </a:pPr>
            <a:r>
              <a:rPr lang="en-US" dirty="0">
                <a:latin typeface="Open Sans" panose="020B0606030504020204"/>
              </a:rPr>
              <a:t>Fundamentals of Python: Data Structures, Second Edition. © 2019 </a:t>
            </a:r>
            <a:r>
              <a:rPr lang="en-US" dirty="0" smtClean="0">
                <a:latin typeface="Open Sans" panose="020B0606030504020204"/>
              </a:rPr>
              <a:t>Cengage </a:t>
            </a:r>
            <a:r>
              <a:rPr lang="en-US" dirty="0">
                <a:latin typeface="Open Sans" panose="020B0606030504020204"/>
              </a:rPr>
              <a:t>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946087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Designing the Bag Interface</a:t>
            </a:r>
            <a:r>
              <a:rPr lang="en-US" dirty="0"/>
              <a:t> </a:t>
            </a:r>
            <a:r>
              <a:rPr lang="en-US" sz="2000" dirty="0"/>
              <a:t>(1 of 2)</a:t>
            </a:r>
            <a:endParaRPr lang="en-US" sz="1800" dirty="0"/>
          </a:p>
        </p:txBody>
      </p:sp>
      <p:sp>
        <p:nvSpPr>
          <p:cNvPr id="3" name="Content Placeholder 2"/>
          <p:cNvSpPr>
            <a:spLocks noGrp="1"/>
          </p:cNvSpPr>
          <p:nvPr>
            <p:ph idx="1"/>
          </p:nvPr>
        </p:nvSpPr>
        <p:spPr>
          <a:xfrm>
            <a:off x="628650" y="1825625"/>
            <a:ext cx="7886700" cy="4117975"/>
          </a:xfrm>
        </p:spPr>
        <p:txBody>
          <a:bodyPr/>
          <a:lstStyle/>
          <a:p>
            <a:pPr marL="291600" indent="-291600">
              <a:spcBef>
                <a:spcPts val="1000"/>
              </a:spcBef>
            </a:pPr>
            <a:r>
              <a:rPr lang="en-US" dirty="0"/>
              <a:t>Derive an interface from thinking about what bags can do in a real-world situation:</a:t>
            </a:r>
          </a:p>
          <a:p>
            <a:pPr lvl="1">
              <a:spcBef>
                <a:spcPts val="1000"/>
              </a:spcBef>
            </a:pPr>
            <a:r>
              <a:rPr lang="en-US" dirty="0"/>
              <a:t>A bag can contain any objects</a:t>
            </a:r>
          </a:p>
          <a:p>
            <a:pPr marL="291600" indent="-291600">
              <a:spcBef>
                <a:spcPts val="1000"/>
              </a:spcBef>
            </a:pPr>
            <a:r>
              <a:rPr lang="en-US" dirty="0"/>
              <a:t>You will want to know the following:</a:t>
            </a:r>
          </a:p>
          <a:p>
            <a:pPr lvl="1">
              <a:spcBef>
                <a:spcPts val="1000"/>
              </a:spcBef>
            </a:pPr>
            <a:r>
              <a:rPr lang="en-US" dirty="0"/>
              <a:t>How many things are in a bag</a:t>
            </a:r>
          </a:p>
          <a:p>
            <a:pPr lvl="1">
              <a:spcBef>
                <a:spcPts val="1000"/>
              </a:spcBef>
            </a:pPr>
            <a:r>
              <a:rPr lang="en-US" dirty="0"/>
              <a:t>How to add things to it or remove them from it</a:t>
            </a:r>
          </a:p>
          <a:p>
            <a:pPr lvl="1">
              <a:spcBef>
                <a:spcPts val="1000"/>
              </a:spcBef>
            </a:pPr>
            <a:r>
              <a:rPr lang="en-US" dirty="0"/>
              <a:t>Whether a bag is empty</a:t>
            </a:r>
          </a:p>
          <a:p>
            <a:pPr lvl="1">
              <a:spcBef>
                <a:spcPts val="1000"/>
              </a:spcBef>
            </a:pPr>
            <a:r>
              <a:rPr lang="en-US" dirty="0"/>
              <a:t>How to empty a bag in a single operation</a:t>
            </a:r>
          </a:p>
          <a:p>
            <a:pPr lvl="1">
              <a:spcBef>
                <a:spcPts val="1000"/>
              </a:spcBef>
            </a:pPr>
            <a:r>
              <a:rPr lang="en-US" dirty="0"/>
              <a:t>How to determine whether a given item is in a bag</a:t>
            </a:r>
          </a:p>
          <a:p>
            <a:pPr lvl="1">
              <a:spcBef>
                <a:spcPts val="1000"/>
              </a:spcBef>
            </a:pPr>
            <a:r>
              <a:rPr lang="en-US" dirty="0"/>
              <a:t>How to view each item in a bag without emptying it</a:t>
            </a:r>
          </a:p>
          <a:p>
            <a:pPr lvl="1">
              <a:spcBef>
                <a:spcPts val="1000"/>
              </a:spcBef>
            </a:pPr>
            <a:r>
              <a:rPr lang="en-US" dirty="0"/>
              <a:t>How to create a bag</a:t>
            </a:r>
          </a:p>
        </p:txBody>
      </p:sp>
      <p:sp>
        <p:nvSpPr>
          <p:cNvPr id="4" name="Footer Placeholder 3"/>
          <p:cNvSpPr>
            <a:spLocks noGrp="1"/>
          </p:cNvSpPr>
          <p:nvPr>
            <p:ph type="ftr" sz="quarter" idx="11"/>
          </p:nvPr>
        </p:nvSpPr>
        <p:spPr/>
        <p:txBody>
          <a:bodyPr/>
          <a:lstStyle/>
          <a:p>
            <a:pPr>
              <a:defRPr/>
            </a:pPr>
            <a:r>
              <a:rPr lang="en-US"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048883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Designing the Bag Interface</a:t>
            </a:r>
            <a:r>
              <a:rPr lang="en-US" dirty="0"/>
              <a:t> </a:t>
            </a:r>
            <a:r>
              <a:rPr lang="en-US" sz="2000" dirty="0"/>
              <a:t>(2 of 2)</a:t>
            </a:r>
          </a:p>
        </p:txBody>
      </p:sp>
      <p:sp>
        <p:nvSpPr>
          <p:cNvPr id="3" name="Content Placeholder 2"/>
          <p:cNvSpPr>
            <a:spLocks noGrp="1"/>
          </p:cNvSpPr>
          <p:nvPr>
            <p:ph idx="1"/>
          </p:nvPr>
        </p:nvSpPr>
        <p:spPr>
          <a:xfrm>
            <a:off x="628650" y="1905000"/>
            <a:ext cx="7886700" cy="4114800"/>
          </a:xfrm>
        </p:spPr>
        <p:txBody>
          <a:bodyPr>
            <a:normAutofit fontScale="85000" lnSpcReduction="20000"/>
          </a:bodyPr>
          <a:lstStyle/>
          <a:p>
            <a:pPr marL="291600" indent="-291600">
              <a:spcBef>
                <a:spcPts val="1000"/>
              </a:spcBef>
            </a:pPr>
            <a:r>
              <a:rPr lang="en-US" dirty="0"/>
              <a:t>The next step is to draw up a list of function names, method names, and operator symbols that meet the descriptions of these </a:t>
            </a:r>
            <a:r>
              <a:rPr lang="en-US" dirty="0" smtClean="0"/>
              <a:t>operations</a:t>
            </a:r>
            <a:endParaRPr lang="en-US" dirty="0"/>
          </a:p>
          <a:p>
            <a:pPr marL="291600" indent="-291600">
              <a:spcBef>
                <a:spcPts val="1000"/>
              </a:spcBef>
            </a:pPr>
            <a:r>
              <a:rPr lang="en-US" dirty="0"/>
              <a:t>Examples include:</a:t>
            </a:r>
          </a:p>
          <a:p>
            <a:pPr lvl="1">
              <a:spcBef>
                <a:spcPts val="1000"/>
              </a:spcBef>
            </a:pPr>
            <a:r>
              <a:rPr lang="en-US" b="1" dirty="0">
                <a:latin typeface="Courier New" panose="02070309020205020404" pitchFamily="49" charset="0"/>
                <a:cs typeface="Courier New" panose="02070309020205020404" pitchFamily="49" charset="0"/>
              </a:rPr>
              <a:t>add</a:t>
            </a:r>
          </a:p>
          <a:p>
            <a:pPr lvl="1">
              <a:spcBef>
                <a:spcPts val="1000"/>
              </a:spcBef>
            </a:pPr>
            <a:r>
              <a:rPr lang="en-US" b="1" dirty="0">
                <a:latin typeface="Courier New" panose="02070309020205020404" pitchFamily="49" charset="0"/>
                <a:cs typeface="Courier New" panose="02070309020205020404" pitchFamily="49" charset="0"/>
              </a:rPr>
              <a:t>clear</a:t>
            </a:r>
          </a:p>
          <a:p>
            <a:pPr lvl="1">
              <a:spcBef>
                <a:spcPts val="1000"/>
              </a:spcBef>
            </a:pPr>
            <a:r>
              <a:rPr lang="en-US" b="1" dirty="0">
                <a:latin typeface="Courier New" panose="02070309020205020404" pitchFamily="49" charset="0"/>
                <a:cs typeface="Courier New" panose="02070309020205020404" pitchFamily="49" charset="0"/>
              </a:rPr>
              <a:t>count</a:t>
            </a:r>
          </a:p>
          <a:p>
            <a:pPr lvl="1">
              <a:spcBef>
                <a:spcPts val="1000"/>
              </a:spcBef>
            </a:pPr>
            <a:r>
              <a:rPr lang="en-US" b="1" dirty="0">
                <a:latin typeface="Courier New" panose="02070309020205020404" pitchFamily="49" charset="0"/>
                <a:cs typeface="Courier New" panose="02070309020205020404" pitchFamily="49" charset="0"/>
              </a:rPr>
              <a:t>for …</a:t>
            </a:r>
          </a:p>
          <a:p>
            <a:pPr lvl="1">
              <a:spcBef>
                <a:spcPts val="1000"/>
              </a:spcBef>
            </a:pPr>
            <a:r>
              <a:rPr lang="en-US" b="1" dirty="0">
                <a:latin typeface="Courier New" panose="02070309020205020404" pitchFamily="49" charset="0"/>
                <a:cs typeface="Courier New" panose="02070309020205020404" pitchFamily="49" charset="0"/>
              </a:rPr>
              <a:t>in</a:t>
            </a:r>
          </a:p>
          <a:p>
            <a:pPr lvl="1">
              <a:spcBef>
                <a:spcPts val="1000"/>
              </a:spcBef>
            </a:pPr>
            <a:r>
              <a:rPr lang="en-US" b="1" dirty="0">
                <a:latin typeface="Courier New" panose="02070309020205020404" pitchFamily="49" charset="0"/>
                <a:cs typeface="Courier New" panose="02070309020205020404" pitchFamily="49" charset="0"/>
              </a:rPr>
              <a:t>isEmpty</a:t>
            </a:r>
          </a:p>
          <a:p>
            <a:pPr lvl="1">
              <a:spcBef>
                <a:spcPts val="1000"/>
              </a:spcBef>
            </a:pPr>
            <a:r>
              <a:rPr lang="en-US" b="1" dirty="0">
                <a:latin typeface="Courier New" panose="02070309020205020404" pitchFamily="49" charset="0"/>
                <a:cs typeface="Courier New" panose="02070309020205020404" pitchFamily="49" charset="0"/>
              </a:rPr>
              <a:t>len</a:t>
            </a:r>
          </a:p>
          <a:p>
            <a:pPr lvl="1">
              <a:spcBef>
                <a:spcPts val="1000"/>
              </a:spcBef>
            </a:pPr>
            <a:r>
              <a:rPr lang="en-US" b="1" dirty="0">
                <a:latin typeface="Courier New" panose="02070309020205020404" pitchFamily="49" charset="0"/>
                <a:cs typeface="Courier New" panose="02070309020205020404" pitchFamily="49" charset="0"/>
              </a:rPr>
              <a:t>remove </a:t>
            </a:r>
          </a:p>
          <a:p>
            <a:pPr lvl="1">
              <a:spcBef>
                <a:spcPts val="1000"/>
              </a:spcBef>
            </a:pPr>
            <a:r>
              <a:rPr lang="en-US" b="1" dirty="0">
                <a:latin typeface="Courier New" panose="02070309020205020404" pitchFamily="49" charset="0"/>
                <a:cs typeface="Courier New" panose="02070309020205020404" pitchFamily="49" charset="0"/>
              </a:rPr>
              <a:t>str </a:t>
            </a:r>
          </a:p>
          <a:p>
            <a:pPr lvl="1">
              <a:spcBef>
                <a:spcPts val="1000"/>
              </a:spcBef>
            </a:pPr>
            <a:r>
              <a:rPr lang="en-US" b="1" dirty="0">
                <a:latin typeface="Courier New" panose="02070309020205020404" pitchFamily="49" charset="0"/>
                <a:cs typeface="Courier New" panose="02070309020205020404" pitchFamily="49" charset="0"/>
              </a:rPr>
              <a:t>+</a:t>
            </a:r>
          </a:p>
          <a:p>
            <a:pPr lvl="1">
              <a:spcBef>
                <a:spcPts val="1000"/>
              </a:spcBef>
            </a:pPr>
            <a:r>
              <a:rPr lang="en-US" b="1" dirty="0">
                <a:latin typeface="Courier New" panose="02070309020205020404" pitchFamily="49" charset="0"/>
                <a:cs typeface="Courier New" panose="02070309020205020404" pitchFamily="49" charset="0"/>
              </a:rPr>
              <a:t>==</a:t>
            </a:r>
          </a:p>
        </p:txBody>
      </p:sp>
      <p:sp>
        <p:nvSpPr>
          <p:cNvPr id="4" name="Footer Placeholder 3"/>
          <p:cNvSpPr>
            <a:spLocks noGrp="1"/>
          </p:cNvSpPr>
          <p:nvPr>
            <p:ph type="ftr" sz="quarter" idx="11"/>
          </p:nvPr>
        </p:nvSpPr>
        <p:spPr/>
        <p:txBody>
          <a:bodyPr/>
          <a:lstStyle/>
          <a:p>
            <a:pPr>
              <a:defRPr/>
            </a:pPr>
            <a:r>
              <a:rPr lang="en-US"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264892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Specifying Arguments and Return Values</a:t>
            </a:r>
            <a:r>
              <a:rPr lang="en-US" dirty="0"/>
              <a:t> </a:t>
            </a:r>
            <a:r>
              <a:rPr lang="en-US" sz="2000" dirty="0"/>
              <a:t>(1 of 3)</a:t>
            </a:r>
          </a:p>
        </p:txBody>
      </p:sp>
      <p:sp>
        <p:nvSpPr>
          <p:cNvPr id="3" name="Content Placeholder 2"/>
          <p:cNvSpPr>
            <a:spLocks noGrp="1"/>
          </p:cNvSpPr>
          <p:nvPr>
            <p:ph idx="1"/>
          </p:nvPr>
        </p:nvSpPr>
        <p:spPr>
          <a:xfrm>
            <a:off x="628650" y="1825625"/>
            <a:ext cx="7886700" cy="1146175"/>
          </a:xfrm>
        </p:spPr>
        <p:txBody>
          <a:bodyPr>
            <a:normAutofit/>
          </a:bodyPr>
          <a:lstStyle/>
          <a:p>
            <a:pPr>
              <a:spcBef>
                <a:spcPts val="1000"/>
              </a:spcBef>
            </a:pPr>
            <a:r>
              <a:rPr lang="en-US" dirty="0"/>
              <a:t>Next, add arguments to the operations in the interface</a:t>
            </a:r>
          </a:p>
          <a:p>
            <a:pPr lvl="1">
              <a:spcBef>
                <a:spcPts val="1000"/>
              </a:spcBef>
            </a:pPr>
            <a:r>
              <a:rPr lang="en-US" dirty="0"/>
              <a:t>And think about what values, if any, they return</a:t>
            </a:r>
          </a:p>
          <a:p>
            <a:pPr>
              <a:spcBef>
                <a:spcPts val="1000"/>
              </a:spcBef>
            </a:pPr>
            <a:r>
              <a:rPr lang="en-US" dirty="0"/>
              <a:t>Code where the variables </a:t>
            </a:r>
            <a:r>
              <a:rPr lang="en-US" b="1" dirty="0">
                <a:latin typeface="Courier New" panose="02070309020205020404" pitchFamily="49" charset="0"/>
                <a:cs typeface="Courier New" panose="02070309020205020404" pitchFamily="49" charset="0"/>
              </a:rPr>
              <a:t>b</a:t>
            </a:r>
            <a:r>
              <a:rPr lang="en-US" dirty="0"/>
              <a:t> and </a:t>
            </a:r>
            <a:r>
              <a:rPr lang="en-US" b="1" dirty="0">
                <a:latin typeface="Courier New" panose="02070309020205020404" pitchFamily="49" charset="0"/>
                <a:cs typeface="Courier New" panose="02070309020205020404" pitchFamily="49" charset="0"/>
              </a:rPr>
              <a:t>c</a:t>
            </a:r>
            <a:r>
              <a:rPr lang="en-US" dirty="0"/>
              <a:t> refer to bags</a:t>
            </a:r>
            <a:r>
              <a:rPr lang="en-US" dirty="0" smtClean="0"/>
              <a:t>:</a:t>
            </a:r>
          </a:p>
        </p:txBody>
      </p:sp>
      <p:sp>
        <p:nvSpPr>
          <p:cNvPr id="11" name="Content Placeholder 10"/>
          <p:cNvSpPr>
            <a:spLocks noGrp="1"/>
          </p:cNvSpPr>
          <p:nvPr>
            <p:ph idx="12"/>
          </p:nvPr>
        </p:nvSpPr>
        <p:spPr>
          <a:xfrm>
            <a:off x="671337" y="3040130"/>
            <a:ext cx="7886700" cy="2894417"/>
          </a:xfrm>
        </p:spPr>
        <p:txBody>
          <a:bodyPr>
            <a:noAutofit/>
          </a:bodyPr>
          <a:lstStyle/>
          <a:p>
            <a:pPr marL="171450" lvl="1" indent="0" algn="just">
              <a:spcBef>
                <a:spcPts val="0"/>
              </a:spcBef>
              <a:buNone/>
              <a:tabLst>
                <a:tab pos="2057400" algn="l"/>
              </a:tabLst>
            </a:pPr>
            <a:r>
              <a:rPr lang="en-US" sz="1500" b="1" dirty="0">
                <a:latin typeface="Courier New Bold" panose="02070609020205020404" pitchFamily="49" charset="0"/>
                <a:ea typeface="MS Mincho"/>
                <a:cs typeface="Courier New" panose="02070309020205020404" pitchFamily="49" charset="0"/>
              </a:rPr>
              <a:t>b.clear()	  		</a:t>
            </a:r>
            <a:r>
              <a:rPr lang="en-US" sz="1500" b="1" dirty="0">
                <a:solidFill>
                  <a:srgbClr val="C00000"/>
                </a:solidFill>
                <a:latin typeface="Courier New Bold" panose="02070609020205020404" pitchFamily="49" charset="0"/>
                <a:ea typeface="MS Mincho"/>
                <a:cs typeface="Courier New" panose="02070309020205020404" pitchFamily="49" charset="0"/>
              </a:rPr>
              <a:t>#</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Make</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the</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bag</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empty</a:t>
            </a:r>
            <a:endParaRPr lang="en-US" sz="1500" dirty="0">
              <a:solidFill>
                <a:srgbClr val="C00000"/>
              </a:solidFill>
              <a:latin typeface="Bank Gothic Bold"/>
              <a:ea typeface="MS Mincho"/>
              <a:cs typeface="Bank Gothic Bold"/>
            </a:endParaRPr>
          </a:p>
          <a:p>
            <a:pPr marL="171450" lvl="1" indent="0" algn="just">
              <a:spcBef>
                <a:spcPts val="0"/>
              </a:spcBef>
              <a:buNone/>
              <a:tabLst>
                <a:tab pos="2057400" algn="l"/>
              </a:tabLst>
            </a:pPr>
            <a:r>
              <a:rPr lang="en-US" sz="1500" b="1" dirty="0">
                <a:solidFill>
                  <a:srgbClr val="8A3800"/>
                </a:solidFill>
                <a:latin typeface="Courier New Bold" panose="02070609020205020404" pitchFamily="49" charset="0"/>
                <a:ea typeface="MS Mincho"/>
                <a:cs typeface="Courier New" panose="02070309020205020404" pitchFamily="49" charset="0"/>
              </a:rPr>
              <a:t>for</a:t>
            </a:r>
            <a:r>
              <a:rPr lang="en-US" sz="1500" dirty="0">
                <a:latin typeface="Times" panose="02020603050405020304" pitchFamily="18" charset="0"/>
                <a:ea typeface="MS Mincho"/>
                <a:cs typeface="Bank Gothic Bold"/>
              </a:rPr>
              <a:t> </a:t>
            </a:r>
            <a:r>
              <a:rPr lang="en-US" sz="1500" b="1" dirty="0">
                <a:latin typeface="Courier New Bold" panose="02070609020205020404" pitchFamily="49" charset="0"/>
                <a:ea typeface="MS Mincho"/>
                <a:cs typeface="Courier New" panose="02070309020205020404" pitchFamily="49" charset="0"/>
              </a:rPr>
              <a:t>item</a:t>
            </a:r>
            <a:r>
              <a:rPr lang="en-US" sz="1500" dirty="0">
                <a:latin typeface="Times" panose="02020603050405020304" pitchFamily="18" charset="0"/>
                <a:ea typeface="MS Mincho"/>
                <a:cs typeface="Bank Gothic Bold"/>
              </a:rPr>
              <a:t> </a:t>
            </a:r>
            <a:r>
              <a:rPr lang="en-US" sz="1500" b="1" dirty="0">
                <a:solidFill>
                  <a:srgbClr val="8A3800"/>
                </a:solidFill>
                <a:latin typeface="Courier New Bold" panose="02070609020205020404" pitchFamily="49" charset="0"/>
                <a:ea typeface="MS Mincho"/>
                <a:cs typeface="Courier New" panose="02070309020205020404" pitchFamily="49" charset="0"/>
              </a:rPr>
              <a:t>in</a:t>
            </a:r>
            <a:r>
              <a:rPr lang="en-US" sz="1500" dirty="0">
                <a:latin typeface="Times" panose="02020603050405020304" pitchFamily="18" charset="0"/>
                <a:ea typeface="MS Mincho"/>
                <a:cs typeface="Bank Gothic Bold"/>
              </a:rPr>
              <a:t> </a:t>
            </a:r>
            <a:r>
              <a:rPr lang="en-US" sz="1500" b="1" dirty="0">
                <a:solidFill>
                  <a:srgbClr val="660066"/>
                </a:solidFill>
                <a:latin typeface="Courier New Bold" panose="02070609020205020404" pitchFamily="49" charset="0"/>
                <a:ea typeface="MS Mincho"/>
                <a:cs typeface="Courier New" panose="02070309020205020404" pitchFamily="49" charset="0"/>
              </a:rPr>
              <a:t>range</a:t>
            </a:r>
            <a:r>
              <a:rPr lang="en-US" sz="1500" b="1" dirty="0">
                <a:latin typeface="Courier New Bold" panose="02070609020205020404" pitchFamily="49" charset="0"/>
                <a:ea typeface="MS Mincho"/>
                <a:cs typeface="Courier New" panose="02070309020205020404" pitchFamily="49" charset="0"/>
              </a:rPr>
              <a:t>(10):</a:t>
            </a:r>
            <a:r>
              <a:rPr lang="en-US" sz="1500" dirty="0">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Add</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10</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numbers</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to</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it</a:t>
            </a:r>
            <a:endParaRPr lang="en-US" sz="1500" dirty="0">
              <a:solidFill>
                <a:srgbClr val="C00000"/>
              </a:solidFill>
              <a:latin typeface="Bank Gothic Bold"/>
              <a:ea typeface="MS Mincho"/>
              <a:cs typeface="Bank Gothic Bold"/>
            </a:endParaRPr>
          </a:p>
          <a:p>
            <a:pPr marL="342900" marR="1828800" lvl="1" indent="0" algn="just">
              <a:spcBef>
                <a:spcPts val="0"/>
              </a:spcBef>
              <a:buNone/>
              <a:tabLst>
                <a:tab pos="2057400" algn="l"/>
              </a:tabLst>
            </a:pPr>
            <a:r>
              <a:rPr lang="en-US" sz="1500" b="1" dirty="0" err="1">
                <a:latin typeface="Courier New Bold" panose="02070609020205020404" pitchFamily="49" charset="0"/>
                <a:ea typeface="MS Mincho"/>
                <a:cs typeface="Courier New" panose="02070309020205020404" pitchFamily="49" charset="0"/>
              </a:rPr>
              <a:t>b.add</a:t>
            </a:r>
            <a:r>
              <a:rPr lang="en-US" sz="1500" b="1" dirty="0">
                <a:latin typeface="Courier New Bold" panose="02070609020205020404" pitchFamily="49" charset="0"/>
                <a:ea typeface="MS Mincho"/>
                <a:cs typeface="Courier New" panose="02070309020205020404" pitchFamily="49" charset="0"/>
              </a:rPr>
              <a:t>(item)</a:t>
            </a:r>
            <a:endParaRPr lang="en-US" sz="1500" dirty="0">
              <a:latin typeface="Bank Gothic Bold"/>
              <a:ea typeface="MS Mincho"/>
              <a:cs typeface="Bank Gothic Bold"/>
            </a:endParaRPr>
          </a:p>
          <a:p>
            <a:pPr marL="171450" lvl="1" indent="0" algn="just">
              <a:spcBef>
                <a:spcPts val="0"/>
              </a:spcBef>
              <a:buNone/>
              <a:tabLst>
                <a:tab pos="2057400" algn="l"/>
              </a:tabLst>
            </a:pPr>
            <a:r>
              <a:rPr lang="en-US" sz="1500" b="1" dirty="0">
                <a:solidFill>
                  <a:srgbClr val="660066"/>
                </a:solidFill>
                <a:latin typeface="Courier New Bold" panose="02070609020205020404" pitchFamily="49" charset="0"/>
                <a:ea typeface="MS Mincho"/>
                <a:cs typeface="Courier New" panose="02070309020205020404" pitchFamily="49" charset="0"/>
              </a:rPr>
              <a:t>print</a:t>
            </a:r>
            <a:r>
              <a:rPr lang="en-US" sz="1500" b="1" dirty="0">
                <a:latin typeface="Courier New Bold" panose="02070609020205020404" pitchFamily="49" charset="0"/>
                <a:ea typeface="MS Mincho"/>
                <a:cs typeface="Courier New" panose="02070309020205020404" pitchFamily="49" charset="0"/>
              </a:rPr>
              <a:t>(b)	  		</a:t>
            </a:r>
            <a:r>
              <a:rPr lang="en-US" sz="1500" b="1" dirty="0">
                <a:solidFill>
                  <a:srgbClr val="C00000"/>
                </a:solidFill>
                <a:latin typeface="Courier New Bold" panose="02070609020205020404" pitchFamily="49" charset="0"/>
                <a:ea typeface="MS Mincho"/>
                <a:cs typeface="Courier New" panose="02070309020205020404" pitchFamily="49" charset="0"/>
              </a:rPr>
              <a:t>#</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Print</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the</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contents</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(a</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string)</a:t>
            </a:r>
            <a:endParaRPr lang="en-US" sz="1500" dirty="0">
              <a:solidFill>
                <a:srgbClr val="C00000"/>
              </a:solidFill>
              <a:latin typeface="Bank Gothic Bold"/>
              <a:ea typeface="MS Mincho"/>
              <a:cs typeface="Bank Gothic Bold"/>
            </a:endParaRPr>
          </a:p>
          <a:p>
            <a:pPr marL="171450" lvl="1" indent="0" algn="just">
              <a:spcBef>
                <a:spcPts val="0"/>
              </a:spcBef>
              <a:buNone/>
              <a:tabLst>
                <a:tab pos="2057400" algn="l"/>
              </a:tabLst>
            </a:pPr>
            <a:r>
              <a:rPr lang="en-US" sz="1500" b="1" dirty="0">
                <a:solidFill>
                  <a:srgbClr val="660066"/>
                </a:solidFill>
                <a:latin typeface="Courier New Bold" panose="02070609020205020404" pitchFamily="49" charset="0"/>
                <a:ea typeface="MS Mincho"/>
                <a:cs typeface="Courier New" panose="02070309020205020404" pitchFamily="49" charset="0"/>
              </a:rPr>
              <a:t>print</a:t>
            </a:r>
            <a:r>
              <a:rPr lang="en-US" sz="1500" b="1" dirty="0">
                <a:latin typeface="Courier New Bold" panose="02070609020205020404" pitchFamily="49" charset="0"/>
                <a:ea typeface="MS Mincho"/>
                <a:cs typeface="Courier New" panose="02070309020205020404" pitchFamily="49" charset="0"/>
              </a:rPr>
              <a:t>(4</a:t>
            </a:r>
            <a:r>
              <a:rPr lang="en-US" sz="1500" dirty="0">
                <a:latin typeface="Times" panose="02020603050405020304" pitchFamily="18" charset="0"/>
                <a:ea typeface="MS Mincho"/>
                <a:cs typeface="Bank Gothic Bold"/>
              </a:rPr>
              <a:t> </a:t>
            </a:r>
            <a:r>
              <a:rPr lang="en-US" sz="1500" b="1" dirty="0">
                <a:solidFill>
                  <a:srgbClr val="8A3800"/>
                </a:solidFill>
                <a:latin typeface="Courier New Bold" panose="02070609020205020404" pitchFamily="49" charset="0"/>
                <a:ea typeface="MS Mincho"/>
                <a:cs typeface="Courier New" panose="02070309020205020404" pitchFamily="49" charset="0"/>
              </a:rPr>
              <a:t>in</a:t>
            </a:r>
            <a:r>
              <a:rPr lang="en-US" sz="1500" dirty="0">
                <a:latin typeface="Times" panose="02020603050405020304" pitchFamily="18" charset="0"/>
                <a:ea typeface="MS Mincho"/>
                <a:cs typeface="Bank Gothic Bold"/>
              </a:rPr>
              <a:t> </a:t>
            </a:r>
            <a:r>
              <a:rPr lang="en-US" sz="1500" b="1" dirty="0">
                <a:latin typeface="Courier New Bold" panose="02070609020205020404" pitchFamily="49" charset="0"/>
                <a:ea typeface="MS Mincho"/>
                <a:cs typeface="Courier New" panose="02070309020205020404" pitchFamily="49" charset="0"/>
              </a:rPr>
              <a:t>b)</a:t>
            </a:r>
            <a:r>
              <a:rPr lang="en-US" sz="1500" dirty="0">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Is</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4</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in</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the</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bag?</a:t>
            </a:r>
            <a:endParaRPr lang="en-US" sz="1500" dirty="0">
              <a:solidFill>
                <a:srgbClr val="C00000"/>
              </a:solidFill>
              <a:latin typeface="Bank Gothic Bold"/>
              <a:ea typeface="MS Mincho"/>
              <a:cs typeface="Bank Gothic Bold"/>
            </a:endParaRPr>
          </a:p>
          <a:p>
            <a:pPr marL="171450" lvl="1" indent="0" algn="just">
              <a:spcBef>
                <a:spcPts val="0"/>
              </a:spcBef>
              <a:buNone/>
              <a:tabLst>
                <a:tab pos="2057400" algn="l"/>
              </a:tabLst>
            </a:pPr>
            <a:r>
              <a:rPr lang="en-US" sz="1500" b="1" dirty="0">
                <a:solidFill>
                  <a:srgbClr val="660066"/>
                </a:solidFill>
                <a:latin typeface="Courier New Bold" panose="02070609020205020404" pitchFamily="49" charset="0"/>
                <a:ea typeface="MS Mincho"/>
                <a:cs typeface="Courier New" panose="02070309020205020404" pitchFamily="49" charset="0"/>
              </a:rPr>
              <a:t>print</a:t>
            </a:r>
            <a:r>
              <a:rPr lang="en-US" sz="1500" b="1" dirty="0">
                <a:latin typeface="Courier New Bold" panose="02070609020205020404" pitchFamily="49" charset="0"/>
                <a:ea typeface="MS Mincho"/>
                <a:cs typeface="Courier New" panose="02070309020205020404" pitchFamily="49" charset="0"/>
              </a:rPr>
              <a:t>(</a:t>
            </a:r>
            <a:r>
              <a:rPr lang="en-US" sz="1500" b="1" dirty="0" err="1">
                <a:latin typeface="Courier New Bold" panose="02070609020205020404" pitchFamily="49" charset="0"/>
                <a:ea typeface="MS Mincho"/>
                <a:cs typeface="Courier New" panose="02070309020205020404" pitchFamily="49" charset="0"/>
              </a:rPr>
              <a:t>b.</a:t>
            </a:r>
            <a:r>
              <a:rPr lang="en-US" sz="1500" b="1" dirty="0" err="1">
                <a:solidFill>
                  <a:srgbClr val="660066"/>
                </a:solidFill>
                <a:latin typeface="Courier New Bold" panose="02070609020205020404" pitchFamily="49" charset="0"/>
                <a:ea typeface="MS Mincho"/>
                <a:cs typeface="Courier New" panose="02070309020205020404" pitchFamily="49" charset="0"/>
              </a:rPr>
              <a:t>count</a:t>
            </a:r>
            <a:r>
              <a:rPr lang="en-US" sz="1500" b="1" dirty="0">
                <a:latin typeface="Courier New Bold" panose="02070609020205020404" pitchFamily="49" charset="0"/>
                <a:ea typeface="MS Mincho"/>
                <a:cs typeface="Courier New" panose="02070309020205020404" pitchFamily="49" charset="0"/>
              </a:rPr>
              <a:t>(2))</a:t>
            </a:r>
            <a:r>
              <a:rPr lang="en-US" sz="1500" dirty="0">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1 instance of 2 in the bag</a:t>
            </a:r>
            <a:endParaRPr lang="en-US" sz="1500" dirty="0">
              <a:solidFill>
                <a:srgbClr val="C00000"/>
              </a:solidFill>
              <a:latin typeface="Bank Gothic Bold"/>
              <a:ea typeface="MS Mincho"/>
              <a:cs typeface="Bank Gothic Bold"/>
            </a:endParaRPr>
          </a:p>
          <a:p>
            <a:pPr marL="171450" lvl="1" indent="0" algn="just">
              <a:spcBef>
                <a:spcPts val="0"/>
              </a:spcBef>
              <a:buNone/>
              <a:tabLst>
                <a:tab pos="2057400" algn="l"/>
              </a:tabLst>
            </a:pPr>
            <a:r>
              <a:rPr lang="en-US" sz="1500" b="1" dirty="0">
                <a:latin typeface="Courier New Bold" panose="02070609020205020404" pitchFamily="49" charset="0"/>
                <a:ea typeface="MS Mincho"/>
                <a:cs typeface="Courier New" panose="02070309020205020404" pitchFamily="49" charset="0"/>
              </a:rPr>
              <a:t>c</a:t>
            </a:r>
            <a:r>
              <a:rPr lang="en-US" sz="1500" dirty="0">
                <a:latin typeface="Times" panose="02020603050405020304" pitchFamily="18" charset="0"/>
                <a:ea typeface="MS Mincho"/>
                <a:cs typeface="Bank Gothic Bold"/>
              </a:rPr>
              <a:t> </a:t>
            </a:r>
            <a:r>
              <a:rPr lang="en-US" sz="1500" b="1" dirty="0">
                <a:latin typeface="Courier New Bold" panose="02070609020205020404" pitchFamily="49" charset="0"/>
                <a:ea typeface="MS Mincho"/>
                <a:cs typeface="Courier New" panose="02070309020205020404" pitchFamily="49" charset="0"/>
              </a:rPr>
              <a:t>=</a:t>
            </a:r>
            <a:r>
              <a:rPr lang="en-US" sz="1500" dirty="0">
                <a:latin typeface="Times" panose="02020603050405020304" pitchFamily="18" charset="0"/>
                <a:ea typeface="MS Mincho"/>
                <a:cs typeface="Bank Gothic Bold"/>
              </a:rPr>
              <a:t> </a:t>
            </a:r>
            <a:r>
              <a:rPr lang="en-US" sz="1500" b="1" dirty="0">
                <a:latin typeface="Courier New Bold" panose="02070609020205020404" pitchFamily="49" charset="0"/>
                <a:ea typeface="MS Mincho"/>
                <a:cs typeface="Courier New" panose="02070309020205020404" pitchFamily="49" charset="0"/>
              </a:rPr>
              <a:t>b</a:t>
            </a:r>
            <a:r>
              <a:rPr lang="en-US" sz="1500" dirty="0">
                <a:latin typeface="Times" panose="02020603050405020304" pitchFamily="18" charset="0"/>
                <a:ea typeface="MS Mincho"/>
                <a:cs typeface="Bank Gothic Bold"/>
              </a:rPr>
              <a:t> </a:t>
            </a:r>
            <a:r>
              <a:rPr lang="en-US" sz="1500" b="1" dirty="0">
                <a:latin typeface="Courier New Bold" panose="02070609020205020404" pitchFamily="49" charset="0"/>
                <a:ea typeface="MS Mincho"/>
                <a:cs typeface="Courier New" panose="02070309020205020404" pitchFamily="49" charset="0"/>
              </a:rPr>
              <a:t>+</a:t>
            </a:r>
            <a:r>
              <a:rPr lang="en-US" sz="1500" dirty="0">
                <a:latin typeface="Times" panose="02020603050405020304" pitchFamily="18" charset="0"/>
                <a:ea typeface="MS Mincho"/>
                <a:cs typeface="Bank Gothic Bold"/>
              </a:rPr>
              <a:t> </a:t>
            </a:r>
            <a:r>
              <a:rPr lang="en-US" sz="1500" b="1" dirty="0">
                <a:latin typeface="Courier New Bold" panose="02070609020205020404" pitchFamily="49" charset="0"/>
                <a:ea typeface="MS Mincho"/>
                <a:cs typeface="Courier New" panose="02070309020205020404" pitchFamily="49" charset="0"/>
              </a:rPr>
              <a:t>b	 		</a:t>
            </a:r>
            <a:r>
              <a:rPr lang="en-US" sz="1500" b="1" dirty="0">
                <a:solidFill>
                  <a:srgbClr val="C00000"/>
                </a:solidFill>
                <a:latin typeface="Courier New Bold" panose="02070609020205020404" pitchFamily="49" charset="0"/>
                <a:ea typeface="MS Mincho"/>
                <a:cs typeface="Courier New" panose="02070309020205020404" pitchFamily="49" charset="0"/>
              </a:rPr>
              <a:t>#</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Contents</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replicated</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in</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a</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new</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bag</a:t>
            </a:r>
            <a:endParaRPr lang="en-US" sz="1500" dirty="0">
              <a:solidFill>
                <a:srgbClr val="C00000"/>
              </a:solidFill>
              <a:latin typeface="Bank Gothic Bold"/>
              <a:ea typeface="MS Mincho"/>
              <a:cs typeface="Bank Gothic Bold"/>
            </a:endParaRPr>
          </a:p>
          <a:p>
            <a:pPr marL="171450" lvl="1" indent="0" algn="just">
              <a:spcBef>
                <a:spcPts val="0"/>
              </a:spcBef>
              <a:buNone/>
              <a:tabLst>
                <a:tab pos="2057400" algn="l"/>
              </a:tabLst>
            </a:pPr>
            <a:r>
              <a:rPr lang="en-US" sz="1500" b="1" dirty="0">
                <a:solidFill>
                  <a:srgbClr val="660066"/>
                </a:solidFill>
                <a:latin typeface="Courier New Bold" panose="02070609020205020404" pitchFamily="49" charset="0"/>
                <a:ea typeface="MS Mincho"/>
                <a:cs typeface="Courier New" panose="02070309020205020404" pitchFamily="49" charset="0"/>
              </a:rPr>
              <a:t>print</a:t>
            </a:r>
            <a:r>
              <a:rPr lang="en-US" sz="1500" b="1" dirty="0">
                <a:latin typeface="Courier New Bold" panose="02070609020205020404" pitchFamily="49" charset="0"/>
                <a:ea typeface="MS Mincho"/>
                <a:cs typeface="Courier New" panose="02070309020205020404" pitchFamily="49" charset="0"/>
              </a:rPr>
              <a:t>(</a:t>
            </a:r>
            <a:r>
              <a:rPr lang="en-US" sz="1500" b="1" dirty="0" err="1">
                <a:solidFill>
                  <a:srgbClr val="660066"/>
                </a:solidFill>
                <a:latin typeface="Courier New Bold" panose="02070609020205020404" pitchFamily="49" charset="0"/>
                <a:ea typeface="MS Mincho"/>
                <a:cs typeface="Courier New" panose="02070309020205020404" pitchFamily="49" charset="0"/>
              </a:rPr>
              <a:t>len</a:t>
            </a:r>
            <a:r>
              <a:rPr lang="en-US" sz="1500" b="1" dirty="0">
                <a:latin typeface="Courier New Bold" panose="02070609020205020404" pitchFamily="49" charset="0"/>
                <a:ea typeface="MS Mincho"/>
                <a:cs typeface="Courier New" panose="02070309020205020404" pitchFamily="49" charset="0"/>
              </a:rPr>
              <a:t>(c))</a:t>
            </a:r>
            <a:r>
              <a:rPr lang="en-US" sz="1500" dirty="0">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20</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numbers</a:t>
            </a:r>
            <a:endParaRPr lang="en-US" sz="1500" dirty="0">
              <a:solidFill>
                <a:srgbClr val="C00000"/>
              </a:solidFill>
              <a:latin typeface="Bank Gothic Bold"/>
              <a:ea typeface="MS Mincho"/>
              <a:cs typeface="Bank Gothic Bold"/>
            </a:endParaRPr>
          </a:p>
          <a:p>
            <a:pPr marL="171450" lvl="1" indent="0" algn="just">
              <a:spcBef>
                <a:spcPts val="0"/>
              </a:spcBef>
              <a:buNone/>
              <a:tabLst>
                <a:tab pos="2057400" algn="l"/>
              </a:tabLst>
            </a:pPr>
            <a:r>
              <a:rPr lang="en-US" sz="1500" b="1" dirty="0">
                <a:solidFill>
                  <a:srgbClr val="8A3800"/>
                </a:solidFill>
                <a:latin typeface="Courier New Bold" panose="02070609020205020404" pitchFamily="49" charset="0"/>
                <a:ea typeface="MS Mincho"/>
                <a:cs typeface="Courier New" panose="02070309020205020404" pitchFamily="49" charset="0"/>
              </a:rPr>
              <a:t>for</a:t>
            </a:r>
            <a:r>
              <a:rPr lang="en-US" sz="1500" dirty="0">
                <a:latin typeface="Times" panose="02020603050405020304" pitchFamily="18" charset="0"/>
                <a:ea typeface="MS Mincho"/>
                <a:cs typeface="Bank Gothic Bold"/>
              </a:rPr>
              <a:t> </a:t>
            </a:r>
            <a:r>
              <a:rPr lang="en-US" sz="1500" b="1" dirty="0">
                <a:latin typeface="Courier New Bold" panose="02070609020205020404" pitchFamily="49" charset="0"/>
                <a:ea typeface="MS Mincho"/>
                <a:cs typeface="Courier New" panose="02070309020205020404" pitchFamily="49" charset="0"/>
              </a:rPr>
              <a:t>item</a:t>
            </a:r>
            <a:r>
              <a:rPr lang="en-US" sz="1500" dirty="0">
                <a:latin typeface="Times" panose="02020603050405020304" pitchFamily="18" charset="0"/>
                <a:ea typeface="MS Mincho"/>
                <a:cs typeface="Bank Gothic Bold"/>
              </a:rPr>
              <a:t> </a:t>
            </a:r>
            <a:r>
              <a:rPr lang="en-US" sz="1500" b="1" dirty="0">
                <a:solidFill>
                  <a:srgbClr val="8A3800"/>
                </a:solidFill>
                <a:latin typeface="Courier New Bold" panose="02070609020205020404" pitchFamily="49" charset="0"/>
                <a:ea typeface="MS Mincho"/>
                <a:cs typeface="Courier New" panose="02070309020205020404" pitchFamily="49" charset="0"/>
              </a:rPr>
              <a:t>in</a:t>
            </a:r>
            <a:r>
              <a:rPr lang="en-US" sz="1500" dirty="0">
                <a:latin typeface="Times" panose="02020603050405020304" pitchFamily="18" charset="0"/>
                <a:ea typeface="MS Mincho"/>
                <a:cs typeface="Bank Gothic Bold"/>
              </a:rPr>
              <a:t> </a:t>
            </a:r>
            <a:r>
              <a:rPr lang="en-US" sz="1500" b="1" dirty="0">
                <a:latin typeface="Courier New Bold" panose="02070609020205020404" pitchFamily="49" charset="0"/>
                <a:ea typeface="MS Mincho"/>
                <a:cs typeface="Courier New" panose="02070309020205020404" pitchFamily="49" charset="0"/>
              </a:rPr>
              <a:t>c:</a:t>
            </a:r>
            <a:r>
              <a:rPr lang="en-US" sz="1500" dirty="0">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Print</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them</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all</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individually</a:t>
            </a:r>
            <a:endParaRPr lang="en-US" sz="1500" dirty="0">
              <a:solidFill>
                <a:srgbClr val="C00000"/>
              </a:solidFill>
              <a:latin typeface="Bank Gothic Bold"/>
              <a:ea typeface="MS Mincho"/>
              <a:cs typeface="Bank Gothic Bold"/>
            </a:endParaRPr>
          </a:p>
          <a:p>
            <a:pPr marL="342900" marR="1828800" lvl="1" indent="0" algn="just">
              <a:spcBef>
                <a:spcPts val="0"/>
              </a:spcBef>
              <a:buNone/>
              <a:tabLst>
                <a:tab pos="2057400" algn="l"/>
              </a:tabLst>
            </a:pPr>
            <a:r>
              <a:rPr lang="en-US" sz="1500" b="1" dirty="0">
                <a:solidFill>
                  <a:srgbClr val="660066"/>
                </a:solidFill>
                <a:latin typeface="Courier New Bold" panose="02070609020205020404" pitchFamily="49" charset="0"/>
                <a:ea typeface="MS Mincho"/>
                <a:cs typeface="Courier New" panose="02070309020205020404" pitchFamily="49" charset="0"/>
              </a:rPr>
              <a:t>print</a:t>
            </a:r>
            <a:r>
              <a:rPr lang="en-US" sz="1500" b="1" dirty="0">
                <a:latin typeface="Courier New Bold" panose="02070609020205020404" pitchFamily="49" charset="0"/>
                <a:ea typeface="MS Mincho"/>
                <a:cs typeface="Courier New" panose="02070309020205020404" pitchFamily="49" charset="0"/>
              </a:rPr>
              <a:t>(item)</a:t>
            </a:r>
            <a:endParaRPr lang="en-US" sz="1500" dirty="0">
              <a:latin typeface="Bank Gothic Bold"/>
              <a:ea typeface="MS Mincho"/>
              <a:cs typeface="Bank Gothic Bold"/>
            </a:endParaRPr>
          </a:p>
          <a:p>
            <a:pPr marL="171450" lvl="1" indent="0" algn="just">
              <a:spcBef>
                <a:spcPts val="0"/>
              </a:spcBef>
              <a:buNone/>
              <a:tabLst>
                <a:tab pos="2057400" algn="l"/>
              </a:tabLst>
            </a:pPr>
            <a:r>
              <a:rPr lang="en-US" sz="1500" b="1" dirty="0">
                <a:solidFill>
                  <a:srgbClr val="8A3800"/>
                </a:solidFill>
                <a:latin typeface="Courier New Bold" panose="02070609020205020404" pitchFamily="49" charset="0"/>
                <a:ea typeface="MS Mincho"/>
                <a:cs typeface="Courier New" panose="02070309020205020404" pitchFamily="49" charset="0"/>
              </a:rPr>
              <a:t>for</a:t>
            </a:r>
            <a:r>
              <a:rPr lang="en-US" sz="1500" dirty="0">
                <a:latin typeface="Times" panose="02020603050405020304" pitchFamily="18" charset="0"/>
                <a:ea typeface="MS Mincho"/>
                <a:cs typeface="Bank Gothic Bold"/>
              </a:rPr>
              <a:t> </a:t>
            </a:r>
            <a:r>
              <a:rPr lang="en-US" sz="1500" b="1" dirty="0">
                <a:latin typeface="Courier New Bold" panose="02070609020205020404" pitchFamily="49" charset="0"/>
                <a:ea typeface="MS Mincho"/>
                <a:cs typeface="Courier New" panose="02070309020205020404" pitchFamily="49" charset="0"/>
              </a:rPr>
              <a:t>item</a:t>
            </a:r>
            <a:r>
              <a:rPr lang="en-US" sz="1500" dirty="0">
                <a:latin typeface="Times" panose="02020603050405020304" pitchFamily="18" charset="0"/>
                <a:ea typeface="MS Mincho"/>
                <a:cs typeface="Bank Gothic Bold"/>
              </a:rPr>
              <a:t> </a:t>
            </a:r>
            <a:r>
              <a:rPr lang="en-US" sz="1500" b="1" dirty="0">
                <a:solidFill>
                  <a:srgbClr val="8A3800"/>
                </a:solidFill>
                <a:latin typeface="Courier New Bold" panose="02070609020205020404" pitchFamily="49" charset="0"/>
                <a:ea typeface="MS Mincho"/>
                <a:cs typeface="Courier New" panose="02070309020205020404" pitchFamily="49" charset="0"/>
              </a:rPr>
              <a:t>in</a:t>
            </a:r>
            <a:r>
              <a:rPr lang="en-US" sz="1500" dirty="0">
                <a:latin typeface="Times" panose="02020603050405020304" pitchFamily="18" charset="0"/>
                <a:ea typeface="MS Mincho"/>
                <a:cs typeface="Bank Gothic Bold"/>
              </a:rPr>
              <a:t> </a:t>
            </a:r>
            <a:r>
              <a:rPr lang="en-US" sz="1500" b="1" dirty="0">
                <a:solidFill>
                  <a:srgbClr val="660066"/>
                </a:solidFill>
                <a:latin typeface="Courier New Bold" panose="02070609020205020404" pitchFamily="49" charset="0"/>
                <a:ea typeface="MS Mincho"/>
                <a:cs typeface="Courier New" panose="02070309020205020404" pitchFamily="49" charset="0"/>
              </a:rPr>
              <a:t>range</a:t>
            </a:r>
            <a:r>
              <a:rPr lang="en-US" sz="1500" b="1" dirty="0">
                <a:latin typeface="Courier New Bold" panose="02070609020205020404" pitchFamily="49" charset="0"/>
                <a:ea typeface="MS Mincho"/>
                <a:cs typeface="Courier New" panose="02070309020205020404" pitchFamily="49" charset="0"/>
              </a:rPr>
              <a:t>(10):</a:t>
            </a:r>
            <a:r>
              <a:rPr lang="en-US" sz="1500" dirty="0">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Remove</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half</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of</a:t>
            </a:r>
            <a:r>
              <a:rPr lang="en-US" sz="1500" dirty="0">
                <a:solidFill>
                  <a:srgbClr val="C00000"/>
                </a:solidFill>
                <a:latin typeface="Times" panose="02020603050405020304" pitchFamily="18" charset="0"/>
                <a:ea typeface="MS Mincho"/>
                <a:cs typeface="Bank Gothic Bold"/>
              </a:rPr>
              <a:t> </a:t>
            </a:r>
            <a:r>
              <a:rPr lang="en-US" sz="1500" b="1" dirty="0">
                <a:solidFill>
                  <a:srgbClr val="C00000"/>
                </a:solidFill>
                <a:latin typeface="Courier New Bold" panose="02070609020205020404" pitchFamily="49" charset="0"/>
                <a:ea typeface="MS Mincho"/>
                <a:cs typeface="Courier New" panose="02070309020205020404" pitchFamily="49" charset="0"/>
              </a:rPr>
              <a:t>them</a:t>
            </a:r>
            <a:endParaRPr lang="en-US" sz="1500" dirty="0">
              <a:solidFill>
                <a:srgbClr val="C00000"/>
              </a:solidFill>
              <a:latin typeface="Bank Gothic Bold"/>
              <a:ea typeface="MS Mincho"/>
              <a:cs typeface="Bank Gothic Bold"/>
            </a:endParaRPr>
          </a:p>
          <a:p>
            <a:pPr marL="342900" marR="1828800" lvl="1" indent="0" algn="just">
              <a:spcBef>
                <a:spcPts val="0"/>
              </a:spcBef>
              <a:buNone/>
              <a:tabLst>
                <a:tab pos="2057400" algn="l"/>
              </a:tabLst>
            </a:pPr>
            <a:r>
              <a:rPr lang="en-US" sz="1500" b="1" dirty="0" err="1">
                <a:latin typeface="Courier New Bold" panose="02070609020205020404" pitchFamily="49" charset="0"/>
                <a:ea typeface="MS Mincho"/>
                <a:cs typeface="Courier New" panose="02070309020205020404" pitchFamily="49" charset="0"/>
              </a:rPr>
              <a:t>c.remove</a:t>
            </a:r>
            <a:r>
              <a:rPr lang="en-US" sz="1500" b="1" dirty="0">
                <a:latin typeface="Courier New Bold" panose="02070609020205020404" pitchFamily="49" charset="0"/>
                <a:ea typeface="MS Mincho"/>
                <a:cs typeface="Courier New" panose="02070309020205020404" pitchFamily="49" charset="0"/>
              </a:rPr>
              <a:t>(item)</a:t>
            </a:r>
            <a:endParaRPr lang="en-US" sz="1500" dirty="0">
              <a:latin typeface="Bank Gothic Bold"/>
              <a:ea typeface="MS Mincho"/>
              <a:cs typeface="Courier New" panose="02070309020205020404" pitchFamily="49" charset="0"/>
            </a:endParaRPr>
          </a:p>
          <a:p>
            <a:pPr marL="0" marR="1828800" indent="0" algn="just">
              <a:spcBef>
                <a:spcPts val="0"/>
              </a:spcBef>
              <a:buNone/>
              <a:tabLst>
                <a:tab pos="2057400" algn="l"/>
              </a:tabLst>
            </a:pPr>
            <a:r>
              <a:rPr lang="en-US" sz="1500" b="1" dirty="0">
                <a:solidFill>
                  <a:srgbClr val="660066"/>
                </a:solidFill>
                <a:latin typeface="Courier New Bold" panose="02070609020205020404" pitchFamily="49" charset="0"/>
                <a:ea typeface="MS Mincho"/>
                <a:cs typeface="Courier New" panose="02070309020205020404" pitchFamily="49" charset="0"/>
              </a:rPr>
              <a:t> print</a:t>
            </a:r>
            <a:r>
              <a:rPr lang="en-US" sz="1500" b="1" dirty="0">
                <a:latin typeface="Courier New Bold" panose="02070609020205020404" pitchFamily="49" charset="0"/>
                <a:ea typeface="MS Mincho"/>
                <a:cs typeface="Courier New" panose="02070309020205020404" pitchFamily="49" charset="0"/>
              </a:rPr>
              <a:t>(c</a:t>
            </a:r>
            <a:r>
              <a:rPr lang="en-US" sz="1500" dirty="0">
                <a:latin typeface="Times" panose="02020603050405020304" pitchFamily="18" charset="0"/>
                <a:ea typeface="MS Mincho"/>
              </a:rPr>
              <a:t> </a:t>
            </a:r>
            <a:r>
              <a:rPr lang="en-US" sz="1500" b="1" dirty="0">
                <a:latin typeface="Courier New Bold" panose="02070609020205020404" pitchFamily="49" charset="0"/>
                <a:ea typeface="MS Mincho"/>
                <a:cs typeface="Courier New" panose="02070309020205020404" pitchFamily="49" charset="0"/>
              </a:rPr>
              <a:t>==</a:t>
            </a:r>
            <a:r>
              <a:rPr lang="en-US" sz="1500" dirty="0">
                <a:latin typeface="Times" panose="02020603050405020304" pitchFamily="18" charset="0"/>
                <a:ea typeface="MS Mincho"/>
              </a:rPr>
              <a:t> </a:t>
            </a:r>
            <a:r>
              <a:rPr lang="en-US" sz="1500" b="1" dirty="0">
                <a:latin typeface="Courier New Bold" panose="02070609020205020404" pitchFamily="49" charset="0"/>
                <a:ea typeface="MS Mincho"/>
                <a:cs typeface="Courier New" panose="02070309020205020404" pitchFamily="49" charset="0"/>
              </a:rPr>
              <a:t>b)</a:t>
            </a:r>
            <a:r>
              <a:rPr lang="en-US" sz="1500" dirty="0">
                <a:latin typeface="Times" panose="02020603050405020304" pitchFamily="18" charset="0"/>
                <a:ea typeface="MS Mincho"/>
              </a:rPr>
              <a:t>	  		 </a:t>
            </a:r>
            <a:r>
              <a:rPr lang="en-US" sz="1500" b="1" dirty="0">
                <a:solidFill>
                  <a:srgbClr val="C00000"/>
                </a:solidFill>
                <a:latin typeface="Courier New Bold" panose="02070609020205020404" pitchFamily="49" charset="0"/>
                <a:ea typeface="MS Mincho"/>
                <a:cs typeface="Courier New" panose="02070309020205020404" pitchFamily="49" charset="0"/>
              </a:rPr>
              <a:t>#Should be the same</a:t>
            </a:r>
            <a:r>
              <a:rPr lang="en-US" sz="1500" b="1" dirty="0">
                <a:solidFill>
                  <a:srgbClr val="FF0000"/>
                </a:solidFill>
                <a:latin typeface="Courier New Bold" panose="02070609020205020404" pitchFamily="49" charset="0"/>
                <a:ea typeface="MS Mincho"/>
                <a:cs typeface="Courier New" panose="02070309020205020404" pitchFamily="49" charset="0"/>
              </a:rPr>
              <a:t> </a:t>
            </a:r>
            <a:r>
              <a:rPr lang="en-US" sz="1500" b="1" dirty="0">
                <a:solidFill>
                  <a:srgbClr val="C00000"/>
                </a:solidFill>
                <a:latin typeface="Courier New Bold" panose="02070609020205020404" pitchFamily="49" charset="0"/>
                <a:ea typeface="MS Mincho"/>
                <a:cs typeface="Courier New" panose="02070309020205020404" pitchFamily="49" charset="0"/>
              </a:rPr>
              <a:t>contents now</a:t>
            </a:r>
            <a:endParaRPr lang="en-IN" sz="1500" dirty="0">
              <a:solidFill>
                <a:srgbClr val="C00000"/>
              </a:solidFill>
            </a:endParaRPr>
          </a:p>
        </p:txBody>
      </p:sp>
      <p:sp>
        <p:nvSpPr>
          <p:cNvPr id="4" name="Footer Placeholder 3"/>
          <p:cNvSpPr>
            <a:spLocks noGrp="1"/>
          </p:cNvSpPr>
          <p:nvPr>
            <p:ph type="ftr" sz="quarter" idx="11"/>
          </p:nvPr>
        </p:nvSpPr>
        <p:spPr/>
        <p:txBody>
          <a:bodyPr/>
          <a:lstStyle/>
          <a:p>
            <a:pPr>
              <a:defRPr/>
            </a:pPr>
            <a:r>
              <a:rPr lang="en-US"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34478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Specifying Arguments and Return Values</a:t>
            </a:r>
            <a:r>
              <a:rPr lang="en-US" dirty="0"/>
              <a:t> </a:t>
            </a:r>
            <a:r>
              <a:rPr lang="en-US" sz="2000" dirty="0"/>
              <a:t>(2 of 3)</a:t>
            </a:r>
          </a:p>
        </p:txBody>
      </p:sp>
      <p:sp>
        <p:nvSpPr>
          <p:cNvPr id="3" name="Content Placeholder 2"/>
          <p:cNvSpPr>
            <a:spLocks noGrp="1"/>
          </p:cNvSpPr>
          <p:nvPr>
            <p:ph idx="1"/>
          </p:nvPr>
        </p:nvSpPr>
        <p:spPr>
          <a:xfrm>
            <a:off x="624878" y="1393408"/>
            <a:ext cx="7886700" cy="359192"/>
          </a:xfrm>
        </p:spPr>
        <p:txBody>
          <a:bodyPr>
            <a:normAutofit/>
          </a:bodyPr>
          <a:lstStyle/>
          <a:p>
            <a:pPr marL="291600" indent="-291600">
              <a:spcBef>
                <a:spcPts val="1000"/>
              </a:spcBef>
            </a:pPr>
            <a:r>
              <a:rPr lang="en-US" dirty="0"/>
              <a:t>Table 5.1 Arguments for Bag Operations and Their Methods</a:t>
            </a:r>
            <a:endParaRPr lang="en-US" sz="1800" dirty="0"/>
          </a:p>
        </p:txBody>
      </p:sp>
      <p:graphicFrame>
        <p:nvGraphicFramePr>
          <p:cNvPr id="7" name="Content Placeholder 6" descr="Table is accessible to screenreaders"/>
          <p:cNvGraphicFramePr>
            <a:graphicFrameLocks noGrp="1"/>
          </p:cNvGraphicFramePr>
          <p:nvPr>
            <p:ph idx="12"/>
            <p:extLst>
              <p:ext uri="{D42A27DB-BD31-4B8C-83A1-F6EECF244321}">
                <p14:modId xmlns:p14="http://schemas.microsoft.com/office/powerpoint/2010/main" val="850194779"/>
              </p:ext>
            </p:extLst>
          </p:nvPr>
        </p:nvGraphicFramePr>
        <p:xfrm>
          <a:off x="1225532" y="1871007"/>
          <a:ext cx="5943600" cy="406908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3124200">
                  <a:extLst>
                    <a:ext uri="{9D8B030D-6E8A-4147-A177-3AD203B41FA5}">
                      <a16:colId xmlns:a16="http://schemas.microsoft.com/office/drawing/2014/main" val="20001"/>
                    </a:ext>
                  </a:extLst>
                </a:gridCol>
              </a:tblGrid>
              <a:tr h="370840">
                <a:tc>
                  <a:txBody>
                    <a:bodyPr/>
                    <a:lstStyle/>
                    <a:p>
                      <a:r>
                        <a:rPr lang="en-US" dirty="0">
                          <a:solidFill>
                            <a:schemeClr val="bg2">
                              <a:lumMod val="10000"/>
                            </a:schemeClr>
                          </a:solidFill>
                          <a:latin typeface="Open Sans" panose="020B0606030504020204"/>
                        </a:rPr>
                        <a:t>User’s Bag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solidFill>
                            <a:schemeClr val="bg2">
                              <a:lumMod val="10000"/>
                            </a:schemeClr>
                          </a:solidFill>
                          <a:latin typeface="Open Sans" panose="020B0606030504020204"/>
                        </a:rPr>
                        <a:t>Method in a Bag 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marL="1440180" marR="0" indent="-144018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b</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&lt;class</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name&gt;(&lt;optional collection&gt;)</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__init__(self,</a:t>
                      </a:r>
                      <a:r>
                        <a:rPr lang="en-US" sz="1200" dirty="0">
                          <a:effectLst/>
                          <a:latin typeface="Times" panose="02020603050405020304" pitchFamily="18" charset="0"/>
                          <a:ea typeface="MS Mincho"/>
                          <a:cs typeface="Bank Gothic Bold"/>
                        </a:rPr>
                        <a:t> </a:t>
                      </a:r>
                      <a:endParaRPr lang="en-US" sz="950" dirty="0">
                        <a:effectLst/>
                        <a:latin typeface="Bank Gothic Bold"/>
                        <a:ea typeface="MS Mincho"/>
                        <a:cs typeface="Bank Gothic Bold"/>
                      </a:endParaRPr>
                    </a:p>
                    <a:p>
                      <a:pPr marL="0" marR="0">
                        <a:lnSpc>
                          <a:spcPct val="200000"/>
                        </a:lnSpc>
                        <a:spcBef>
                          <a:spcPts val="0"/>
                        </a:spcBef>
                        <a:spcAft>
                          <a:spcPts val="0"/>
                        </a:spcAft>
                      </a:pP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sourceCollection</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None)</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b.add(item)</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add(self,</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item)</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b.clear()</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clear(self)</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70840">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b.count(item)</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count(self,</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item)</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70840">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b.isEmpty()</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isEmpty(self)</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70840">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b.remove(item)</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remove(self,</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item)</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70840">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len(b)</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__len__(self)</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70840">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str(b)</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__str__(self)</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370840">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for</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item</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in</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b:</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__iter__(self)</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sp>
        <p:nvSpPr>
          <p:cNvPr id="4" name="Footer Placeholder 3"/>
          <p:cNvSpPr>
            <a:spLocks noGrp="1"/>
          </p:cNvSpPr>
          <p:nvPr>
            <p:ph type="ftr" sz="quarter" idx="11"/>
          </p:nvPr>
        </p:nvSpPr>
        <p:spPr/>
        <p:txBody>
          <a:bodyPr/>
          <a:lstStyle/>
          <a:p>
            <a:pPr>
              <a:defRPr/>
            </a:pPr>
            <a:r>
              <a:rPr lang="en-US"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679141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Specifying Arguments and Return Values</a:t>
            </a:r>
            <a:r>
              <a:rPr lang="en-US" dirty="0"/>
              <a:t> </a:t>
            </a:r>
            <a:r>
              <a:rPr lang="en-US" sz="2000" dirty="0"/>
              <a:t>(3 of 3)</a:t>
            </a:r>
          </a:p>
        </p:txBody>
      </p:sp>
      <p:sp>
        <p:nvSpPr>
          <p:cNvPr id="7" name="Content Placeholder 2"/>
          <p:cNvSpPr>
            <a:spLocks noGrp="1"/>
          </p:cNvSpPr>
          <p:nvPr>
            <p:ph idx="1"/>
          </p:nvPr>
        </p:nvSpPr>
        <p:spPr>
          <a:xfrm>
            <a:off x="628650" y="1393481"/>
            <a:ext cx="7886700" cy="691081"/>
          </a:xfrm>
        </p:spPr>
        <p:txBody>
          <a:bodyPr>
            <a:noAutofit/>
          </a:bodyPr>
          <a:lstStyle/>
          <a:p>
            <a:pPr marL="291600" indent="-291600">
              <a:spcBef>
                <a:spcPts val="1000"/>
              </a:spcBef>
              <a:buClr>
                <a:schemeClr val="tx1"/>
              </a:buClr>
              <a:buFont typeface="Arial" panose="020B0604020202020204" pitchFamily="34" charset="0"/>
              <a:buChar char="•"/>
            </a:pPr>
            <a:r>
              <a:rPr lang="en-US" dirty="0"/>
              <a:t>Table 5.1 Arguments for Bag Operations and Their </a:t>
            </a:r>
            <a:r>
              <a:rPr lang="en-US" dirty="0" smtClean="0"/>
              <a:t>Methods (continued)</a:t>
            </a:r>
            <a:endParaRPr lang="en-US" dirty="0"/>
          </a:p>
        </p:txBody>
      </p:sp>
      <p:graphicFrame>
        <p:nvGraphicFramePr>
          <p:cNvPr id="8" name="Content Placeholder 7" descr="Table is accessible to screenreaders"/>
          <p:cNvGraphicFramePr>
            <a:graphicFrameLocks noGrp="1"/>
          </p:cNvGraphicFramePr>
          <p:nvPr>
            <p:ph idx="12"/>
            <p:extLst>
              <p:ext uri="{D42A27DB-BD31-4B8C-83A1-F6EECF244321}">
                <p14:modId xmlns:p14="http://schemas.microsoft.com/office/powerpoint/2010/main" val="3881115963"/>
              </p:ext>
            </p:extLst>
          </p:nvPr>
        </p:nvGraphicFramePr>
        <p:xfrm>
          <a:off x="1632938" y="2495695"/>
          <a:ext cx="6096000" cy="18542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tblGrid>
              <a:tr h="370840">
                <a:tc>
                  <a:txBody>
                    <a:bodyPr/>
                    <a:lstStyle/>
                    <a:p>
                      <a:r>
                        <a:rPr lang="en-US" dirty="0">
                          <a:solidFill>
                            <a:schemeClr val="bg2">
                              <a:lumMod val="10000"/>
                            </a:schemeClr>
                          </a:solidFill>
                          <a:latin typeface="Open Sans" panose="020B0606030504020204"/>
                        </a:rPr>
                        <a:t>User’s Bag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Method in a Bag 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item</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in</a:t>
                      </a:r>
                      <a:r>
                        <a:rPr lang="en-US" sz="1200" dirty="0">
                          <a:effectLst/>
                          <a:latin typeface="Times" panose="02020603050405020304" pitchFamily="18" charset="0"/>
                          <a:ea typeface="MS Mincho"/>
                          <a:cs typeface="Bank Gothic Bold"/>
                        </a:rPr>
                        <a:t> </a:t>
                      </a:r>
                      <a:r>
                        <a:rPr lang="en-US" sz="1200" b="1" dirty="0" smtClean="0">
                          <a:effectLst/>
                          <a:latin typeface="Courier New Bold" panose="02070609020205020404" pitchFamily="49" charset="0"/>
                          <a:ea typeface="MS Mincho"/>
                          <a:cs typeface="Courier New" panose="02070309020205020404" pitchFamily="49" charset="0"/>
                        </a:rPr>
                        <a:t>b</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__contains__(self,</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item)</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a:lnSpc>
                          <a:spcPct val="200000"/>
                        </a:lnSpc>
                        <a:spcBef>
                          <a:spcPts val="0"/>
                        </a:spcBef>
                        <a:spcAft>
                          <a:spcPts val="0"/>
                        </a:spcAft>
                      </a:pPr>
                      <a:r>
                        <a:rPr lang="en-US" sz="1200" b="1" dirty="0">
                          <a:solidFill>
                            <a:srgbClr val="B7BCC1"/>
                          </a:solidFill>
                          <a:effectLst/>
                          <a:latin typeface="Times" panose="02020603050405020304" pitchFamily="18" charset="0"/>
                          <a:ea typeface="MS Mincho"/>
                          <a:cs typeface="Bank Gothic-Medium"/>
                        </a:rPr>
                        <a:t> </a:t>
                      </a:r>
                      <a:r>
                        <a:rPr lang="en-US" sz="1200" b="1" dirty="0" smtClean="0">
                          <a:solidFill>
                            <a:srgbClr val="E7EFF7"/>
                          </a:solidFill>
                          <a:effectLst/>
                          <a:latin typeface="Times" panose="02020603050405020304" pitchFamily="18" charset="0"/>
                          <a:ea typeface="MS Mincho"/>
                          <a:cs typeface="Bank Gothic-Medium"/>
                        </a:rPr>
                        <a:t>blank</a:t>
                      </a:r>
                      <a:endParaRPr lang="en-US" sz="1000" dirty="0">
                        <a:solidFill>
                          <a:srgbClr val="E7EFF7"/>
                        </a:solidFill>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Open Sans" panose="020B0606030504020204"/>
                          <a:ea typeface="MS Mincho"/>
                          <a:cs typeface="Bank Gothic-Medium"/>
                        </a:rPr>
                        <a:t>Not needed if</a:t>
                      </a:r>
                      <a:r>
                        <a:rPr lang="en-US" sz="1200" b="1" dirty="0">
                          <a:effectLst/>
                          <a:latin typeface="Times" panose="02020603050405020304" pitchFamily="18" charset="0"/>
                          <a:ea typeface="MS Mincho"/>
                          <a:cs typeface="Bank Gothic-Medium"/>
                        </a:rPr>
                        <a:t> </a:t>
                      </a:r>
                      <a:r>
                        <a:rPr lang="en-US" sz="1200" b="1" dirty="0">
                          <a:effectLst/>
                          <a:latin typeface="Courier New Bold" panose="02070609020205020404" pitchFamily="49" charset="0"/>
                          <a:ea typeface="MS Mincho"/>
                          <a:cs typeface="Courier New" panose="02070309020205020404" pitchFamily="49" charset="0"/>
                        </a:rPr>
                        <a:t>__iter__</a:t>
                      </a:r>
                      <a:r>
                        <a:rPr lang="en-US" sz="1200" dirty="0">
                          <a:effectLst/>
                          <a:latin typeface="Times" panose="02020603050405020304" pitchFamily="18" charset="0"/>
                          <a:ea typeface="MS Mincho"/>
                          <a:cs typeface="Bank Gothic-Medium"/>
                        </a:rPr>
                        <a:t> </a:t>
                      </a:r>
                      <a:r>
                        <a:rPr lang="en-US" sz="1200" b="1" dirty="0">
                          <a:effectLst/>
                          <a:latin typeface="Open Sans" panose="020B0606030504020204"/>
                          <a:ea typeface="MS Mincho"/>
                          <a:cs typeface="Bank Gothic-Medium"/>
                        </a:rPr>
                        <a:t>is included</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b1</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a:t>
                      </a:r>
                      <a:r>
                        <a:rPr lang="en-US" sz="1200" dirty="0">
                          <a:effectLst/>
                          <a:latin typeface="Times" panose="02020603050405020304" pitchFamily="18" charset="0"/>
                          <a:ea typeface="MS Mincho"/>
                          <a:cs typeface="Bank Gothic Bold"/>
                        </a:rPr>
                        <a:t> </a:t>
                      </a:r>
                      <a:r>
                        <a:rPr lang="en-US" sz="1200" b="1" dirty="0" smtClean="0">
                          <a:effectLst/>
                          <a:latin typeface="Courier New Bold" panose="02070609020205020404" pitchFamily="49" charset="0"/>
                          <a:ea typeface="MS Mincho"/>
                          <a:cs typeface="Courier New" panose="02070309020205020404" pitchFamily="49" charset="0"/>
                        </a:rPr>
                        <a:t>b2</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__add__(self,</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other)</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b</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anyObject</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Bold" panose="02070609020205020404" pitchFamily="49" charset="0"/>
                          <a:ea typeface="MS Mincho"/>
                          <a:cs typeface="Courier New" panose="02070309020205020404" pitchFamily="49" charset="0"/>
                        </a:rPr>
                        <a:t>__eq__(self,</a:t>
                      </a:r>
                      <a:r>
                        <a:rPr lang="en-US" sz="1200" dirty="0">
                          <a:effectLst/>
                          <a:latin typeface="Times" panose="02020603050405020304" pitchFamily="18" charset="0"/>
                          <a:ea typeface="MS Mincho"/>
                          <a:cs typeface="Bank Gothic Bold"/>
                        </a:rPr>
                        <a:t> </a:t>
                      </a:r>
                      <a:r>
                        <a:rPr lang="en-US" sz="1200" b="1" dirty="0">
                          <a:effectLst/>
                          <a:latin typeface="Courier New Bold" panose="02070609020205020404" pitchFamily="49" charset="0"/>
                          <a:ea typeface="MS Mincho"/>
                          <a:cs typeface="Courier New" panose="02070309020205020404" pitchFamily="49" charset="0"/>
                        </a:rPr>
                        <a:t>other)&lt;/TBTX1&gt;</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11"/>
          </p:nvPr>
        </p:nvSpPr>
        <p:spPr/>
        <p:txBody>
          <a:bodyPr/>
          <a:lstStyle/>
          <a:p>
            <a:pPr>
              <a:defRPr/>
            </a:pPr>
            <a:r>
              <a:rPr lang="en-US"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301286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Constructors and Implementing Classes</a:t>
            </a:r>
          </a:p>
        </p:txBody>
      </p:sp>
      <p:sp>
        <p:nvSpPr>
          <p:cNvPr id="3" name="Content Placeholder 2"/>
          <p:cNvSpPr>
            <a:spLocks noGrp="1"/>
          </p:cNvSpPr>
          <p:nvPr>
            <p:ph idx="1"/>
          </p:nvPr>
        </p:nvSpPr>
        <p:spPr>
          <a:xfrm>
            <a:off x="628650" y="1524001"/>
            <a:ext cx="7886700" cy="2743200"/>
          </a:xfrm>
        </p:spPr>
        <p:txBody>
          <a:bodyPr>
            <a:normAutofit/>
          </a:bodyPr>
          <a:lstStyle/>
          <a:p>
            <a:pPr marL="291600" indent="-291600">
              <a:spcBef>
                <a:spcPts val="1000"/>
              </a:spcBef>
            </a:pPr>
            <a:r>
              <a:rPr lang="en-US" dirty="0"/>
              <a:t>The first row in Table 5.1 shows an operation that is the constructor for the particular type of bag being created</a:t>
            </a:r>
          </a:p>
          <a:p>
            <a:pPr marL="291600" indent="-291600">
              <a:spcBef>
                <a:spcPts val="1000"/>
              </a:spcBef>
            </a:pPr>
            <a:r>
              <a:rPr lang="en-US" dirty="0"/>
              <a:t>The syntactic form </a:t>
            </a:r>
            <a:r>
              <a:rPr lang="en-US" b="1" dirty="0">
                <a:latin typeface="Courier New" panose="02070309020205020404" pitchFamily="49" charset="0"/>
                <a:cs typeface="Courier New" panose="02070309020205020404" pitchFamily="49" charset="0"/>
              </a:rPr>
              <a:t>&lt;class </a:t>
            </a:r>
            <a:r>
              <a:rPr lang="en-US" b="1" dirty="0" smtClean="0">
                <a:latin typeface="Courier New" panose="02070309020205020404" pitchFamily="49" charset="0"/>
                <a:cs typeface="Courier New" panose="02070309020205020404" pitchFamily="49" charset="0"/>
              </a:rPr>
              <a:t>name&gt; </a:t>
            </a:r>
            <a:r>
              <a:rPr lang="en-US" dirty="0" smtClean="0"/>
              <a:t>is </a:t>
            </a:r>
            <a:r>
              <a:rPr lang="en-US" dirty="0"/>
              <a:t>used in Table 5.1 to indicate that this can be the name of any implementing bag class:</a:t>
            </a:r>
          </a:p>
          <a:p>
            <a:pPr lvl="1">
              <a:spcBef>
                <a:spcPts val="1000"/>
              </a:spcBef>
            </a:pPr>
            <a:r>
              <a:rPr lang="en-US" dirty="0"/>
              <a:t>The method in the right column is always named </a:t>
            </a:r>
            <a:r>
              <a:rPr lang="en-US" b="1" dirty="0">
                <a:latin typeface="Courier New" panose="02070309020205020404" pitchFamily="49" charset="0"/>
                <a:cs typeface="Courier New" panose="02070309020205020404" pitchFamily="49" charset="0"/>
              </a:rPr>
              <a:t>_init_</a:t>
            </a:r>
          </a:p>
          <a:p>
            <a:pPr marL="291600" indent="-291600">
              <a:spcBef>
                <a:spcPts val="1000"/>
              </a:spcBef>
            </a:pPr>
            <a:r>
              <a:rPr lang="en-US" dirty="0"/>
              <a:t>The code segment that creates an empty linked bag and an array bag that contains the numbers in a given list is as follows</a:t>
            </a:r>
            <a:r>
              <a:rPr lang="en-US" dirty="0" smtClean="0"/>
              <a:t>:</a:t>
            </a:r>
            <a:endParaRPr lang="en-US" dirty="0"/>
          </a:p>
        </p:txBody>
      </p:sp>
      <p:sp>
        <p:nvSpPr>
          <p:cNvPr id="5" name="Content Placeholder 4"/>
          <p:cNvSpPr>
            <a:spLocks noGrp="1"/>
          </p:cNvSpPr>
          <p:nvPr>
            <p:ph idx="12"/>
          </p:nvPr>
        </p:nvSpPr>
        <p:spPr>
          <a:xfrm>
            <a:off x="761999" y="4378282"/>
            <a:ext cx="7770279" cy="1146175"/>
          </a:xfrm>
        </p:spPr>
        <p:txBody>
          <a:bodyPr>
            <a:normAutofit fontScale="92500" lnSpcReduction="10000"/>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arraybag</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ArrayBag</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linkedbag</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LinkedBag</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da-DK" b="1" dirty="0">
                <a:latin typeface="Courier New Bold" panose="02070609020205020404" pitchFamily="49" charset="0"/>
                <a:ea typeface="MS Mincho"/>
                <a:cs typeface="Courier New" panose="02070309020205020404" pitchFamily="49" charset="0"/>
              </a:rPr>
              <a:t>bag1</a:t>
            </a:r>
            <a:r>
              <a:rPr lang="da-DK" dirty="0">
                <a:latin typeface="Times" panose="02020603050405020304" pitchFamily="18" charset="0"/>
                <a:ea typeface="MS Mincho"/>
                <a:cs typeface="Bank Gothic Bold"/>
              </a:rPr>
              <a:t> </a:t>
            </a:r>
            <a:r>
              <a:rPr lang="da-DK" b="1" dirty="0">
                <a:latin typeface="Courier New Bold" panose="02070609020205020404" pitchFamily="49" charset="0"/>
                <a:ea typeface="MS Mincho"/>
                <a:cs typeface="Courier New" panose="02070309020205020404" pitchFamily="49" charset="0"/>
              </a:rPr>
              <a:t>=</a:t>
            </a:r>
            <a:r>
              <a:rPr lang="da-DK" dirty="0">
                <a:latin typeface="Times" panose="02020603050405020304" pitchFamily="18" charset="0"/>
                <a:ea typeface="MS Mincho"/>
                <a:cs typeface="Bank Gothic Bold"/>
              </a:rPr>
              <a:t> </a:t>
            </a:r>
            <a:r>
              <a:rPr lang="da-DK" b="1" dirty="0">
                <a:latin typeface="Courier New Bold" panose="02070609020205020404" pitchFamily="49" charset="0"/>
                <a:ea typeface="MS Mincho"/>
                <a:cs typeface="Courier New" panose="02070309020205020404" pitchFamily="49" charset="0"/>
              </a:rPr>
              <a:t>LinkedBag()</a:t>
            </a:r>
            <a:endParaRPr lang="en-US" sz="1300" dirty="0">
              <a:latin typeface="Bank Gothic Bold"/>
              <a:ea typeface="MS Mincho"/>
              <a:cs typeface="Bank Gothic Bold"/>
            </a:endParaRPr>
          </a:p>
          <a:p>
            <a:pPr marL="342900" lvl="1" indent="0">
              <a:buNone/>
            </a:pPr>
            <a:r>
              <a:rPr lang="da-DK" b="1" dirty="0">
                <a:latin typeface="Courier New Bold" panose="02070609020205020404" pitchFamily="49" charset="0"/>
                <a:ea typeface="MS Mincho"/>
                <a:cs typeface="Courier New" panose="02070309020205020404" pitchFamily="49" charset="0"/>
              </a:rPr>
              <a:t>bag2</a:t>
            </a:r>
            <a:r>
              <a:rPr lang="da-DK" dirty="0">
                <a:latin typeface="Times" panose="02020603050405020304" pitchFamily="18" charset="0"/>
                <a:ea typeface="MS Mincho"/>
              </a:rPr>
              <a:t> </a:t>
            </a:r>
            <a:r>
              <a:rPr lang="da-DK" b="1" dirty="0">
                <a:latin typeface="Courier New Bold" panose="02070609020205020404" pitchFamily="49" charset="0"/>
                <a:ea typeface="MS Mincho"/>
                <a:cs typeface="Courier New" panose="02070309020205020404" pitchFamily="49" charset="0"/>
              </a:rPr>
              <a:t>=</a:t>
            </a:r>
            <a:r>
              <a:rPr lang="da-DK" dirty="0">
                <a:latin typeface="Times" panose="02020603050405020304" pitchFamily="18" charset="0"/>
                <a:ea typeface="MS Mincho"/>
              </a:rPr>
              <a:t> </a:t>
            </a:r>
            <a:r>
              <a:rPr lang="da-DK" b="1" dirty="0">
                <a:latin typeface="Courier New Bold" panose="02070609020205020404" pitchFamily="49" charset="0"/>
                <a:ea typeface="MS Mincho"/>
                <a:cs typeface="Courier New" panose="02070309020205020404" pitchFamily="49" charset="0"/>
              </a:rPr>
              <a:t>ArrayBag([20,</a:t>
            </a:r>
            <a:r>
              <a:rPr lang="da-DK" dirty="0">
                <a:latin typeface="Times" panose="02020603050405020304" pitchFamily="18" charset="0"/>
                <a:ea typeface="MS Mincho"/>
              </a:rPr>
              <a:t> </a:t>
            </a:r>
            <a:r>
              <a:rPr lang="da-DK" b="1" dirty="0">
                <a:latin typeface="Courier New Bold" panose="02070609020205020404" pitchFamily="49" charset="0"/>
                <a:ea typeface="MS Mincho"/>
                <a:cs typeface="Courier New" panose="02070309020205020404" pitchFamily="49" charset="0"/>
              </a:rPr>
              <a:t>60,</a:t>
            </a:r>
            <a:r>
              <a:rPr lang="da-DK" dirty="0">
                <a:latin typeface="Times" panose="02020603050405020304" pitchFamily="18" charset="0"/>
                <a:ea typeface="MS Mincho"/>
              </a:rPr>
              <a:t> </a:t>
            </a:r>
            <a:r>
              <a:rPr lang="da-DK" b="1" dirty="0">
                <a:latin typeface="Courier New Bold" panose="02070609020205020404" pitchFamily="49" charset="0"/>
                <a:ea typeface="MS Mincho"/>
                <a:cs typeface="Courier New" panose="02070309020205020404" pitchFamily="49" charset="0"/>
              </a:rPr>
              <a:t>100,</a:t>
            </a:r>
            <a:r>
              <a:rPr lang="da-DK" dirty="0">
                <a:latin typeface="Times" panose="02020603050405020304" pitchFamily="18" charset="0"/>
                <a:ea typeface="MS Mincho"/>
              </a:rPr>
              <a:t> </a:t>
            </a:r>
            <a:r>
              <a:rPr lang="da-DK" b="1" dirty="0">
                <a:latin typeface="Courier New Bold" panose="02070609020205020404" pitchFamily="49" charset="0"/>
                <a:ea typeface="MS Mincho"/>
                <a:cs typeface="Courier New" panose="02070309020205020404" pitchFamily="49" charset="0"/>
              </a:rPr>
              <a:t>43]</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499341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930274"/>
          </a:xfrm>
        </p:spPr>
        <p:txBody>
          <a:bodyPr/>
          <a:lstStyle/>
          <a:p>
            <a:r>
              <a:rPr lang="en-US" b="1" dirty="0"/>
              <a:t>Preconditions, Postconditions, Exceptions, and Documentation</a:t>
            </a:r>
            <a:r>
              <a:rPr lang="en-US" dirty="0"/>
              <a:t> </a:t>
            </a:r>
            <a:r>
              <a:rPr lang="en-US" sz="2000" dirty="0"/>
              <a:t>(1 of 2)</a:t>
            </a:r>
          </a:p>
        </p:txBody>
      </p:sp>
      <p:sp>
        <p:nvSpPr>
          <p:cNvPr id="3" name="Content Placeholder 2"/>
          <p:cNvSpPr>
            <a:spLocks noGrp="1"/>
          </p:cNvSpPr>
          <p:nvPr>
            <p:ph idx="1"/>
          </p:nvPr>
        </p:nvSpPr>
        <p:spPr>
          <a:xfrm>
            <a:off x="628650" y="1825625"/>
            <a:ext cx="7886700" cy="3965575"/>
          </a:xfrm>
        </p:spPr>
        <p:txBody>
          <a:bodyPr>
            <a:normAutofit lnSpcReduction="10000"/>
          </a:bodyPr>
          <a:lstStyle/>
          <a:p>
            <a:pPr marL="291600" indent="-291600">
              <a:lnSpc>
                <a:spcPct val="100000"/>
              </a:lnSpc>
              <a:spcBef>
                <a:spcPts val="1000"/>
              </a:spcBef>
            </a:pPr>
            <a:r>
              <a:rPr lang="en-US" dirty="0"/>
              <a:t>Final step before expressing an interface in code:</a:t>
            </a:r>
          </a:p>
          <a:p>
            <a:pPr lvl="1">
              <a:lnSpc>
                <a:spcPct val="100000"/>
              </a:lnSpc>
              <a:spcBef>
                <a:spcPts val="1000"/>
              </a:spcBef>
            </a:pPr>
            <a:r>
              <a:rPr lang="en-US" dirty="0"/>
              <a:t>To describe clearly and concisely what each method does</a:t>
            </a:r>
          </a:p>
          <a:p>
            <a:pPr lvl="1">
              <a:lnSpc>
                <a:spcPct val="100000"/>
              </a:lnSpc>
              <a:spcBef>
                <a:spcPts val="1000"/>
              </a:spcBef>
            </a:pPr>
            <a:r>
              <a:rPr lang="en-US" dirty="0"/>
              <a:t>Includes not only what you expect to occur under normal conditions but also what will happen when something abnormal, such as an error, occurs</a:t>
            </a:r>
          </a:p>
          <a:p>
            <a:pPr marL="291600" indent="-291600">
              <a:lnSpc>
                <a:spcPct val="100000"/>
              </a:lnSpc>
              <a:spcBef>
                <a:spcPts val="1000"/>
              </a:spcBef>
            </a:pPr>
            <a:r>
              <a:rPr lang="en-US" dirty="0"/>
              <a:t>A more detailed form of documentation can include preconditions and </a:t>
            </a:r>
            <a:r>
              <a:rPr lang="en-US" dirty="0" smtClean="0"/>
              <a:t>postconditions</a:t>
            </a:r>
            <a:r>
              <a:rPr lang="en-US" dirty="0"/>
              <a:t>:</a:t>
            </a:r>
          </a:p>
          <a:p>
            <a:pPr lvl="1">
              <a:lnSpc>
                <a:spcPct val="100000"/>
              </a:lnSpc>
              <a:spcBef>
                <a:spcPts val="1000"/>
              </a:spcBef>
            </a:pPr>
            <a:r>
              <a:rPr lang="en-US" dirty="0"/>
              <a:t>Precondition is a statement of what must be true for a method to perform its actions correctly</a:t>
            </a:r>
          </a:p>
          <a:p>
            <a:pPr lvl="1">
              <a:lnSpc>
                <a:spcPct val="100000"/>
              </a:lnSpc>
              <a:spcBef>
                <a:spcPts val="1000"/>
              </a:spcBef>
            </a:pPr>
            <a:r>
              <a:rPr lang="en-US" dirty="0"/>
              <a:t>Postcondition states what will be true after the method completes execution, assuming that its preconditions are also true:</a:t>
            </a:r>
          </a:p>
          <a:p>
            <a:pPr lvl="2">
              <a:lnSpc>
                <a:spcPct val="100000"/>
              </a:lnSpc>
              <a:spcBef>
                <a:spcPts val="1000"/>
              </a:spcBef>
            </a:pPr>
            <a:r>
              <a:rPr lang="en-US" dirty="0"/>
              <a:t>Usually included in mutator methods, which modify the internal state of an object</a:t>
            </a:r>
          </a:p>
        </p:txBody>
      </p:sp>
      <p:sp>
        <p:nvSpPr>
          <p:cNvPr id="4" name="Footer Placeholder 3"/>
          <p:cNvSpPr>
            <a:spLocks noGrp="1"/>
          </p:cNvSpPr>
          <p:nvPr>
            <p:ph type="ftr" sz="quarter" idx="11"/>
          </p:nvPr>
        </p:nvSpPr>
        <p:spPr/>
        <p:txBody>
          <a:bodyPr/>
          <a:lstStyle/>
          <a:p>
            <a:pPr>
              <a:defRPr/>
            </a:pPr>
            <a:r>
              <a:rPr lang="en-US"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953344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Preconditions, Postconditions, Exceptions, and Documentation</a:t>
            </a:r>
            <a:r>
              <a:rPr lang="en-US" dirty="0"/>
              <a:t> </a:t>
            </a:r>
            <a:r>
              <a:rPr lang="en-US" sz="2000" dirty="0"/>
              <a:t>(2 of 2)</a:t>
            </a:r>
          </a:p>
        </p:txBody>
      </p:sp>
      <p:sp>
        <p:nvSpPr>
          <p:cNvPr id="3" name="Content Placeholder 2"/>
          <p:cNvSpPr>
            <a:spLocks noGrp="1"/>
          </p:cNvSpPr>
          <p:nvPr>
            <p:ph idx="1"/>
          </p:nvPr>
        </p:nvSpPr>
        <p:spPr>
          <a:xfrm>
            <a:off x="628650" y="1825625"/>
            <a:ext cx="7886700" cy="1755775"/>
          </a:xfrm>
        </p:spPr>
        <p:txBody>
          <a:bodyPr>
            <a:normAutofit/>
          </a:bodyPr>
          <a:lstStyle/>
          <a:p>
            <a:pPr marL="291600" indent="-291600">
              <a:spcBef>
                <a:spcPts val="1000"/>
              </a:spcBef>
            </a:pPr>
            <a:r>
              <a:rPr lang="en-US" dirty="0"/>
              <a:t>Documentation in an interface should include a statement of any exceptions that could be raised:</a:t>
            </a:r>
          </a:p>
          <a:p>
            <a:pPr lvl="1">
              <a:spcBef>
                <a:spcPts val="1000"/>
              </a:spcBef>
            </a:pPr>
            <a:r>
              <a:rPr lang="en-US" dirty="0"/>
              <a:t>Example, a bag’s </a:t>
            </a:r>
            <a:r>
              <a:rPr lang="en-US" b="1" dirty="0">
                <a:latin typeface="Courier New" panose="02070309020205020404" pitchFamily="49" charset="0"/>
                <a:cs typeface="Courier New" panose="02070309020205020404" pitchFamily="49" charset="0"/>
              </a:rPr>
              <a:t>remove</a:t>
            </a:r>
            <a:r>
              <a:rPr lang="en-US" dirty="0"/>
              <a:t> method might raise a </a:t>
            </a:r>
            <a:r>
              <a:rPr lang="en-US" b="1" dirty="0">
                <a:latin typeface="Courier New" panose="02070309020205020404" pitchFamily="49" charset="0"/>
                <a:cs typeface="Courier New" panose="02070309020205020404" pitchFamily="49" charset="0"/>
              </a:rPr>
              <a:t>KeyError</a:t>
            </a:r>
            <a:r>
              <a:rPr lang="en-US" dirty="0"/>
              <a:t> if the target item is not in the bag</a:t>
            </a:r>
          </a:p>
          <a:p>
            <a:pPr marL="291600" indent="-291600">
              <a:spcBef>
                <a:spcPts val="1000"/>
              </a:spcBef>
            </a:pPr>
            <a:r>
              <a:rPr lang="en-US" dirty="0"/>
              <a:t>A Python method header for the remove method</a:t>
            </a:r>
            <a:r>
              <a:rPr lang="en-US" dirty="0" smtClean="0"/>
              <a:t>:</a:t>
            </a:r>
            <a:endParaRPr lang="en-US" dirty="0"/>
          </a:p>
        </p:txBody>
      </p:sp>
      <p:sp>
        <p:nvSpPr>
          <p:cNvPr id="5" name="Content Placeholder 4"/>
          <p:cNvSpPr>
            <a:spLocks noGrp="1"/>
          </p:cNvSpPr>
          <p:nvPr>
            <p:ph sz="quarter" idx="12"/>
          </p:nvPr>
        </p:nvSpPr>
        <p:spPr>
          <a:xfrm>
            <a:off x="755396" y="3714188"/>
            <a:ext cx="7886700" cy="1283326"/>
          </a:xfrm>
        </p:spPr>
        <p:txBody>
          <a:bodyPr/>
          <a:lstStyle/>
          <a:p>
            <a:pPr marL="171450" lvl="1" indent="0">
              <a:lnSpc>
                <a:spcPct val="110000"/>
              </a:lnSpc>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remove</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531495" lvl="1" indent="0">
              <a:lnSpc>
                <a:spcPct val="110000"/>
              </a:lnSpc>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"""Precondition: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531495" lvl="1" indent="0">
              <a:lnSpc>
                <a:spcPct val="110000"/>
              </a:lnSpc>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Raises:</a:t>
            </a:r>
            <a:r>
              <a:rPr lang="en-US" dirty="0">
                <a:solidFill>
                  <a:srgbClr val="006800"/>
                </a:solidFill>
                <a:latin typeface="Times" panose="02020603050405020304" pitchFamily="18" charset="0"/>
                <a:ea typeface="MS Mincho"/>
                <a:cs typeface="Bank Gothic Bold"/>
              </a:rPr>
              <a:t> </a:t>
            </a:r>
            <a:r>
              <a:rPr lang="en-US" b="1" dirty="0" err="1">
                <a:solidFill>
                  <a:srgbClr val="006800"/>
                </a:solidFill>
                <a:latin typeface="Courier New Bold" panose="02070609020205020404" pitchFamily="49" charset="0"/>
                <a:ea typeface="MS Mincho"/>
                <a:cs typeface="Courier New" panose="02070309020205020404" pitchFamily="49" charset="0"/>
              </a:rPr>
              <a:t>KeyError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a:t>
            </a:r>
            <a:r>
              <a:rPr lang="en-US" dirty="0">
                <a:solidFill>
                  <a:srgbClr val="006800"/>
                </a:solidFill>
                <a:latin typeface="Times" panose="02020603050405020304" pitchFamily="18" charset="0"/>
                <a:ea typeface="MS Mincho"/>
                <a:cs typeface="Bank Gothic Bold"/>
              </a:rPr>
              <a:t> </a:t>
            </a:r>
            <a:r>
              <a:rPr lang="en-US" sz="900" dirty="0">
                <a:solidFill>
                  <a:srgbClr val="006800"/>
                </a:solidFill>
                <a:latin typeface="Bank Gothic Bold"/>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not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171450" lvl="1" indent="0">
              <a:lnSpc>
                <a:spcPct val="110000"/>
              </a:lnSpc>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a:t>
            </a:r>
            <a:r>
              <a:rPr lang="en-US" b="1" dirty="0" err="1">
                <a:solidFill>
                  <a:srgbClr val="006800"/>
                </a:solidFill>
                <a:latin typeface="Courier New Bold" panose="02070609020205020404" pitchFamily="49" charset="0"/>
                <a:ea typeface="MS Mincho"/>
                <a:cs typeface="Courier New" panose="02070309020205020404" pitchFamily="49" charset="0"/>
              </a:rPr>
              <a:t>Postcondition</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dirty="0">
                <a:solidFill>
                  <a:srgbClr val="006800"/>
                </a:solidFill>
                <a:latin typeface="Times" panose="02020603050405020304" pitchFamily="18" charset="0"/>
                <a:ea typeface="MS Mincho"/>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dirty="0">
                <a:solidFill>
                  <a:srgbClr val="006800"/>
                </a:solidFill>
                <a:latin typeface="Times" panose="02020603050405020304" pitchFamily="18" charset="0"/>
                <a:ea typeface="MS Mincho"/>
              </a:rPr>
              <a:t> </a:t>
            </a:r>
            <a:r>
              <a:rPr lang="en-US" b="1" dirty="0">
                <a:solidFill>
                  <a:srgbClr val="006800"/>
                </a:solidFill>
                <a:latin typeface="Courier New Bold" panose="02070609020205020404" pitchFamily="49" charset="0"/>
                <a:ea typeface="MS Mincho"/>
                <a:cs typeface="Courier New" panose="02070309020205020404" pitchFamily="49" charset="0"/>
              </a:rPr>
              <a:t>removed</a:t>
            </a:r>
            <a:r>
              <a:rPr lang="en-US" dirty="0">
                <a:solidFill>
                  <a:srgbClr val="006800"/>
                </a:solidFill>
                <a:latin typeface="Times" panose="02020603050405020304" pitchFamily="18" charset="0"/>
                <a:ea typeface="MS Mincho"/>
              </a:rPr>
              <a:t> </a:t>
            </a:r>
            <a:r>
              <a:rPr lang="en-US" b="1" dirty="0">
                <a:solidFill>
                  <a:srgbClr val="006800"/>
                </a:solidFill>
                <a:latin typeface="Courier New Bold" panose="02070609020205020404" pitchFamily="49" charset="0"/>
                <a:ea typeface="MS Mincho"/>
                <a:cs typeface="Courier New" panose="02070309020205020404" pitchFamily="49" charset="0"/>
              </a:rPr>
              <a:t>from</a:t>
            </a:r>
            <a:r>
              <a:rPr lang="en-US" dirty="0">
                <a:solidFill>
                  <a:srgbClr val="006800"/>
                </a:solidFill>
                <a:latin typeface="Times" panose="02020603050405020304" pitchFamily="18" charset="0"/>
                <a:ea typeface="MS Mincho"/>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IN" dirty="0">
              <a:solidFill>
                <a:srgbClr val="006800"/>
              </a:solidFill>
            </a:endParaRP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350507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Coding an Interface in Python </a:t>
            </a:r>
            <a:r>
              <a:rPr lang="en-US" sz="2000" dirty="0"/>
              <a:t>(1 of 3)</a:t>
            </a:r>
          </a:p>
        </p:txBody>
      </p:sp>
      <p:sp>
        <p:nvSpPr>
          <p:cNvPr id="3" name="Content Placeholder 2"/>
          <p:cNvSpPr>
            <a:spLocks noGrp="1"/>
          </p:cNvSpPr>
          <p:nvPr>
            <p:ph idx="1"/>
          </p:nvPr>
        </p:nvSpPr>
        <p:spPr>
          <a:xfrm>
            <a:off x="628650" y="1825625"/>
            <a:ext cx="7886700" cy="2974975"/>
          </a:xfrm>
        </p:spPr>
        <p:txBody>
          <a:bodyPr/>
          <a:lstStyle/>
          <a:p>
            <a:pPr marL="291600" indent="-291600">
              <a:spcBef>
                <a:spcPts val="1000"/>
              </a:spcBef>
            </a:pPr>
            <a:r>
              <a:rPr lang="en-US" dirty="0"/>
              <a:t>To create an interface, list each of the method headers with its documentation and complete each method with a single </a:t>
            </a:r>
            <a:r>
              <a:rPr lang="en-US" b="1" dirty="0">
                <a:latin typeface="Courier New" panose="02070309020205020404" pitchFamily="49" charset="0"/>
                <a:cs typeface="Courier New" panose="02070309020205020404" pitchFamily="49" charset="0"/>
              </a:rPr>
              <a:t>pass</a:t>
            </a:r>
            <a:r>
              <a:rPr lang="en-US" dirty="0"/>
              <a:t> or </a:t>
            </a:r>
            <a:r>
              <a:rPr lang="en-US" b="1" dirty="0">
                <a:latin typeface="Courier New" panose="02070309020205020404" pitchFamily="49" charset="0"/>
                <a:cs typeface="Courier New" panose="02070309020205020404" pitchFamily="49" charset="0"/>
              </a:rPr>
              <a:t>return</a:t>
            </a:r>
            <a:r>
              <a:rPr lang="en-US" dirty="0"/>
              <a:t> statement:</a:t>
            </a:r>
          </a:p>
          <a:p>
            <a:pPr lvl="1">
              <a:spcBef>
                <a:spcPts val="1000"/>
              </a:spcBef>
            </a:pPr>
            <a:r>
              <a:rPr lang="en-US" dirty="0"/>
              <a:t>A </a:t>
            </a:r>
            <a:r>
              <a:rPr lang="en-US" b="1" dirty="0">
                <a:latin typeface="Courier New" panose="02070309020205020404" pitchFamily="49" charset="0"/>
                <a:cs typeface="Courier New" panose="02070309020205020404" pitchFamily="49" charset="0"/>
              </a:rPr>
              <a:t>pass</a:t>
            </a:r>
            <a:r>
              <a:rPr lang="en-US" dirty="0"/>
              <a:t> statement is used in the mutator methods that return no value, whereas each accessor method returns a simple default value, such as </a:t>
            </a:r>
            <a:r>
              <a:rPr lang="en-US" b="1" dirty="0">
                <a:latin typeface="Courier New" panose="02070309020205020404" pitchFamily="49" charset="0"/>
                <a:cs typeface="Courier New" panose="02070309020205020404" pitchFamily="49" charset="0"/>
              </a:rPr>
              <a:t>False</a:t>
            </a:r>
            <a:r>
              <a:rPr lang="en-US" dirty="0"/>
              <a:t>, </a:t>
            </a:r>
            <a:r>
              <a:rPr lang="en-US" b="1" dirty="0">
                <a:latin typeface="Courier New" panose="02070309020205020404" pitchFamily="49" charset="0"/>
                <a:cs typeface="Courier New" panose="02070309020205020404" pitchFamily="49" charset="0"/>
              </a:rPr>
              <a:t>0</a:t>
            </a:r>
            <a:r>
              <a:rPr lang="en-US" dirty="0"/>
              <a:t>, or </a:t>
            </a:r>
            <a:r>
              <a:rPr lang="en-US" b="1" dirty="0">
                <a:latin typeface="Courier New" panose="02070309020205020404" pitchFamily="49" charset="0"/>
                <a:cs typeface="Courier New" panose="02070309020205020404" pitchFamily="49" charset="0"/>
              </a:rPr>
              <a:t>None</a:t>
            </a:r>
          </a:p>
          <a:p>
            <a:pPr marL="291600" indent="-291600">
              <a:spcBef>
                <a:spcPts val="1000"/>
              </a:spcBef>
            </a:pPr>
            <a:r>
              <a:rPr lang="en-US" dirty="0"/>
              <a:t>So method headers can be </a:t>
            </a:r>
            <a:r>
              <a:rPr lang="en-US" dirty="0" smtClean="0"/>
              <a:t>checked </a:t>
            </a:r>
            <a:r>
              <a:rPr lang="en-US" dirty="0"/>
              <a:t>with the compiler</a:t>
            </a:r>
          </a:p>
          <a:p>
            <a:pPr lvl="1">
              <a:spcBef>
                <a:spcPts val="1000"/>
              </a:spcBef>
            </a:pPr>
            <a:r>
              <a:rPr lang="en-US" dirty="0"/>
              <a:t>Place them within a class whose suffix is “Interface”</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918320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Coding an Interface in Python </a:t>
            </a:r>
            <a:r>
              <a:rPr lang="en-US" sz="2000" dirty="0"/>
              <a:t>(2 of 3)</a:t>
            </a:r>
          </a:p>
        </p:txBody>
      </p:sp>
      <p:sp>
        <p:nvSpPr>
          <p:cNvPr id="3" name="Content Placeholder 2"/>
          <p:cNvSpPr>
            <a:spLocks noGrp="1"/>
          </p:cNvSpPr>
          <p:nvPr>
            <p:ph idx="1"/>
          </p:nvPr>
        </p:nvSpPr>
        <p:spPr>
          <a:xfrm>
            <a:off x="628650" y="1371601"/>
            <a:ext cx="8286750" cy="304799"/>
          </a:xfrm>
        </p:spPr>
        <p:txBody>
          <a:bodyPr>
            <a:normAutofit/>
          </a:bodyPr>
          <a:lstStyle/>
          <a:p>
            <a:pPr marL="291600" indent="-291600">
              <a:spcBef>
                <a:spcPts val="1000"/>
              </a:spcBef>
            </a:pPr>
            <a:r>
              <a:rPr lang="en-US" dirty="0"/>
              <a:t>Listing of the bag interface, as defined in the class </a:t>
            </a:r>
            <a:r>
              <a:rPr lang="en-US" b="1" dirty="0">
                <a:latin typeface="Courier New" panose="02070309020205020404" pitchFamily="49" charset="0"/>
                <a:cs typeface="Courier New" panose="02070309020205020404" pitchFamily="49" charset="0"/>
              </a:rPr>
              <a:t>BagInterface</a:t>
            </a:r>
            <a:r>
              <a:rPr lang="en-US" dirty="0" smtClean="0"/>
              <a:t>:</a:t>
            </a:r>
            <a:endParaRPr lang="en-US" dirty="0"/>
          </a:p>
        </p:txBody>
      </p:sp>
      <p:sp>
        <p:nvSpPr>
          <p:cNvPr id="5" name="Content Placeholder 4"/>
          <p:cNvSpPr>
            <a:spLocks noGrp="1"/>
          </p:cNvSpPr>
          <p:nvPr>
            <p:ph sz="quarter" idx="12"/>
          </p:nvPr>
        </p:nvSpPr>
        <p:spPr>
          <a:xfrm>
            <a:off x="762000" y="1832574"/>
            <a:ext cx="7753350" cy="4111026"/>
          </a:xfrm>
        </p:spPr>
        <p:txBody>
          <a:bodyPr>
            <a:noAutofit/>
          </a:bodyPr>
          <a:lstStyle/>
          <a:p>
            <a:pPr marL="171450" lvl="1" indent="0">
              <a:lnSpc>
                <a:spcPct val="80000"/>
              </a:lnSpc>
              <a:spcBef>
                <a:spcPts val="0"/>
              </a:spcBef>
              <a:buNone/>
            </a:pPr>
            <a:endParaRPr lang="en-US" sz="1000" b="1" dirty="0">
              <a:solidFill>
                <a:srgbClr val="008000"/>
              </a:solidFill>
              <a:latin typeface="Courier New Bold" panose="02070609020205020404" pitchFamily="49" charset="0"/>
              <a:ea typeface="MS Mincho"/>
              <a:cs typeface="Courier New" panose="02070309020205020404" pitchFamily="49" charset="0"/>
            </a:endParaRPr>
          </a:p>
          <a:p>
            <a:pPr marL="171450" lvl="1" indent="0">
              <a:lnSpc>
                <a:spcPct val="80000"/>
              </a:lnSpc>
              <a:spcBef>
                <a:spcPts val="0"/>
              </a:spcBef>
              <a:buNone/>
            </a:pPr>
            <a:r>
              <a:rPr lang="en-US" sz="1000" b="1" dirty="0" smtClean="0">
                <a:solidFill>
                  <a:srgbClr val="006800"/>
                </a:solidFill>
                <a:latin typeface="Courier New Bold" panose="02070609020205020404" pitchFamily="49" charset="0"/>
                <a:ea typeface="MS Mincho"/>
                <a:cs typeface="Courier New" panose="02070309020205020404" pitchFamily="49" charset="0"/>
              </a:rPr>
              <a:t>"""</a:t>
            </a:r>
            <a:endParaRPr lang="en-US" sz="1000" dirty="0" smtClean="0">
              <a:solidFill>
                <a:srgbClr val="006800"/>
              </a:solidFill>
              <a:latin typeface="Bank Gothic Bold"/>
              <a:ea typeface="MS Mincho"/>
              <a:cs typeface="Bank Gothic Bold"/>
            </a:endParaRPr>
          </a:p>
          <a:p>
            <a:pPr marL="171450" lvl="1" indent="0">
              <a:lnSpc>
                <a:spcPct val="80000"/>
              </a:lnSpc>
              <a:spcBef>
                <a:spcPts val="0"/>
              </a:spcBef>
              <a:buNone/>
            </a:pPr>
            <a:r>
              <a:rPr lang="en-US" sz="1000" b="1" dirty="0" smtClean="0">
                <a:solidFill>
                  <a:srgbClr val="006800"/>
                </a:solidFill>
                <a:latin typeface="Courier New Bold" panose="02070609020205020404" pitchFamily="49" charset="0"/>
                <a:ea typeface="MS Mincho"/>
                <a:cs typeface="Courier New" panose="02070309020205020404" pitchFamily="49" charset="0"/>
              </a:rPr>
              <a:t>File:</a:t>
            </a:r>
            <a:r>
              <a:rPr lang="en-US" sz="1000" dirty="0" smtClean="0">
                <a:solidFill>
                  <a:srgbClr val="006800"/>
                </a:solidFill>
                <a:latin typeface="Times" panose="02020603050405020304" pitchFamily="18" charset="0"/>
                <a:ea typeface="MS Mincho"/>
                <a:cs typeface="Bank Gothic Bold"/>
              </a:rPr>
              <a:t> </a:t>
            </a:r>
            <a:r>
              <a:rPr lang="en-US" sz="1000" b="1" dirty="0" smtClean="0">
                <a:solidFill>
                  <a:srgbClr val="006800"/>
                </a:solidFill>
                <a:latin typeface="Courier New Bold" panose="02070609020205020404" pitchFamily="49" charset="0"/>
                <a:ea typeface="MS Mincho"/>
                <a:cs typeface="Courier New" panose="02070309020205020404" pitchFamily="49" charset="0"/>
              </a:rPr>
              <a:t>baginterface.py</a:t>
            </a:r>
            <a:endParaRPr lang="en-US" sz="1000" dirty="0" smtClean="0">
              <a:solidFill>
                <a:srgbClr val="006800"/>
              </a:solidFill>
              <a:latin typeface="Bank Gothic Bold"/>
              <a:ea typeface="MS Mincho"/>
              <a:cs typeface="Bank Gothic Bold"/>
            </a:endParaRPr>
          </a:p>
          <a:p>
            <a:pPr marL="171450" lvl="1" indent="0">
              <a:lnSpc>
                <a:spcPct val="80000"/>
              </a:lnSpc>
              <a:spcBef>
                <a:spcPts val="0"/>
              </a:spcBef>
              <a:buNone/>
            </a:pPr>
            <a:r>
              <a:rPr lang="en-US" sz="1000" b="1" dirty="0" smtClean="0">
                <a:solidFill>
                  <a:srgbClr val="006800"/>
                </a:solidFill>
                <a:latin typeface="Courier New Bold" panose="02070609020205020404" pitchFamily="49" charset="0"/>
                <a:ea typeface="MS Mincho"/>
                <a:cs typeface="Courier New" panose="02070309020205020404" pitchFamily="49" charset="0"/>
              </a:rPr>
              <a:t>Author:</a:t>
            </a:r>
            <a:r>
              <a:rPr lang="en-US" sz="1000" dirty="0" smtClean="0">
                <a:solidFill>
                  <a:srgbClr val="006800"/>
                </a:solidFill>
                <a:latin typeface="Times" panose="02020603050405020304" pitchFamily="18" charset="0"/>
                <a:ea typeface="MS Mincho"/>
                <a:cs typeface="Bank Gothic Bold"/>
              </a:rPr>
              <a:t> </a:t>
            </a:r>
            <a:r>
              <a:rPr lang="en-US" sz="1000" b="1" dirty="0" smtClean="0">
                <a:solidFill>
                  <a:srgbClr val="006800"/>
                </a:solidFill>
                <a:latin typeface="Courier New Bold" panose="02070609020205020404" pitchFamily="49" charset="0"/>
                <a:ea typeface="MS Mincho"/>
                <a:cs typeface="Courier New" panose="02070309020205020404" pitchFamily="49" charset="0"/>
              </a:rPr>
              <a:t>Ken</a:t>
            </a:r>
            <a:r>
              <a:rPr lang="en-US" sz="1000" dirty="0" smtClean="0">
                <a:solidFill>
                  <a:srgbClr val="006800"/>
                </a:solidFill>
                <a:latin typeface="Times" panose="02020603050405020304" pitchFamily="18" charset="0"/>
                <a:ea typeface="MS Mincho"/>
                <a:cs typeface="Bank Gothic Bold"/>
              </a:rPr>
              <a:t> </a:t>
            </a:r>
            <a:r>
              <a:rPr lang="en-US" sz="1000" b="1" dirty="0" smtClean="0">
                <a:solidFill>
                  <a:srgbClr val="006800"/>
                </a:solidFill>
                <a:latin typeface="Courier New Bold" panose="02070609020205020404" pitchFamily="49" charset="0"/>
                <a:ea typeface="MS Mincho"/>
                <a:cs typeface="Courier New" panose="02070309020205020404" pitchFamily="49" charset="0"/>
              </a:rPr>
              <a:t>Lambert</a:t>
            </a:r>
            <a:endParaRPr lang="en-US" sz="1000" dirty="0" smtClean="0">
              <a:solidFill>
                <a:srgbClr val="006800"/>
              </a:solidFill>
              <a:latin typeface="Bank Gothic Bold"/>
              <a:ea typeface="MS Mincho"/>
              <a:cs typeface="Bank Gothic Bold"/>
            </a:endParaRPr>
          </a:p>
          <a:p>
            <a:pPr marL="171450" lvl="1" indent="0">
              <a:lnSpc>
                <a:spcPct val="80000"/>
              </a:lnSpc>
              <a:spcBef>
                <a:spcPts val="0"/>
              </a:spcBef>
              <a:buNone/>
            </a:pPr>
            <a:r>
              <a:rPr lang="en-US" sz="1000" b="1" dirty="0" smtClean="0">
                <a:solidFill>
                  <a:srgbClr val="006800"/>
                </a:solidFill>
                <a:latin typeface="Courier New Bold" panose="02070609020205020404" pitchFamily="49" charset="0"/>
                <a:ea typeface="MS Mincho"/>
                <a:cs typeface="Courier New" panose="02070309020205020404" pitchFamily="49" charset="0"/>
              </a:rPr>
              <a:t>"""</a:t>
            </a:r>
            <a:endParaRPr lang="en-US" sz="1000" dirty="0">
              <a:solidFill>
                <a:srgbClr val="006800"/>
              </a:solidFill>
              <a:latin typeface="Bank Gothic Bold"/>
              <a:ea typeface="MS Mincho"/>
              <a:cs typeface="Bank Gothic Bold"/>
            </a:endParaRPr>
          </a:p>
          <a:p>
            <a:pPr marL="171450" lvl="1" indent="0">
              <a:lnSpc>
                <a:spcPct val="80000"/>
              </a:lnSpc>
              <a:spcBef>
                <a:spcPts val="0"/>
              </a:spcBef>
              <a:buNone/>
            </a:pPr>
            <a:r>
              <a:rPr lang="en-US" sz="1000" b="1" dirty="0" smtClean="0">
                <a:solidFill>
                  <a:srgbClr val="FF6600"/>
                </a:solidFill>
                <a:latin typeface="Courier New Bold" panose="02070609020205020404" pitchFamily="49" charset="0"/>
                <a:ea typeface="MS Mincho"/>
                <a:cs typeface="Courier New" panose="02070309020205020404" pitchFamily="49" charset="0"/>
              </a:rPr>
              <a:t> </a:t>
            </a:r>
            <a:endParaRPr lang="en-US" sz="1000" dirty="0" smtClean="0">
              <a:latin typeface="Bank Gothic Bold"/>
              <a:ea typeface="MS Mincho"/>
              <a:cs typeface="Bank Gothic Bold"/>
            </a:endParaRPr>
          </a:p>
          <a:p>
            <a:pPr marL="171450" lvl="1" indent="0">
              <a:lnSpc>
                <a:spcPct val="80000"/>
              </a:lnSpc>
              <a:spcBef>
                <a:spcPts val="0"/>
              </a:spcBef>
              <a:buNone/>
            </a:pPr>
            <a:r>
              <a:rPr lang="en-US" sz="1000" b="1" dirty="0" smtClean="0">
                <a:solidFill>
                  <a:srgbClr val="8A3800"/>
                </a:solidFill>
                <a:latin typeface="Courier New Bold" panose="02070609020205020404" pitchFamily="49" charset="0"/>
                <a:ea typeface="MS Mincho"/>
                <a:cs typeface="Courier New" panose="02070309020205020404" pitchFamily="49" charset="0"/>
              </a:rPr>
              <a:t>class</a:t>
            </a:r>
            <a:r>
              <a:rPr lang="en-US" sz="1000" dirty="0" smtClean="0">
                <a:latin typeface="Times" panose="02020603050405020304" pitchFamily="18" charset="0"/>
                <a:ea typeface="MS Mincho"/>
                <a:cs typeface="Bank Gothic Bold"/>
              </a:rPr>
              <a:t> </a:t>
            </a:r>
            <a:r>
              <a:rPr lang="en-US" sz="1000" b="1" dirty="0" err="1">
                <a:solidFill>
                  <a:srgbClr val="0000FF"/>
                </a:solidFill>
                <a:latin typeface="Courier New Bold" panose="02070609020205020404" pitchFamily="49" charset="0"/>
                <a:ea typeface="MS Mincho"/>
                <a:cs typeface="Courier New" panose="02070309020205020404" pitchFamily="49" charset="0"/>
              </a:rPr>
              <a:t>BagInterface</a:t>
            </a:r>
            <a:r>
              <a:rPr lang="en-US" sz="1000" b="1" dirty="0">
                <a:latin typeface="Courier New Bold" panose="02070609020205020404" pitchFamily="49" charset="0"/>
                <a:ea typeface="MS Mincho"/>
                <a:cs typeface="Courier New" panose="02070309020205020404" pitchFamily="49" charset="0"/>
              </a:rPr>
              <a:t>(</a:t>
            </a:r>
            <a:r>
              <a:rPr lang="en-US" sz="1000" b="1" dirty="0">
                <a:solidFill>
                  <a:srgbClr val="660066"/>
                </a:solidFill>
                <a:latin typeface="Courier New Bold" panose="02070609020205020404" pitchFamily="49" charset="0"/>
                <a:ea typeface="MS Mincho"/>
                <a:cs typeface="Courier New" panose="02070309020205020404" pitchFamily="49" charset="0"/>
              </a:rPr>
              <a:t>object</a:t>
            </a:r>
            <a:r>
              <a:rPr lang="en-US" sz="1000" b="1" dirty="0">
                <a:latin typeface="Courier New Bold" panose="02070609020205020404" pitchFamily="49" charset="0"/>
                <a:ea typeface="MS Mincho"/>
                <a:cs typeface="Courier New" panose="02070309020205020404" pitchFamily="49" charset="0"/>
              </a:rPr>
              <a:t>):</a:t>
            </a:r>
            <a:endParaRPr lang="en-US" sz="1000" dirty="0">
              <a:latin typeface="Bank Gothic Bold"/>
              <a:ea typeface="MS Mincho"/>
              <a:cs typeface="Bank Gothic Bold"/>
            </a:endParaRPr>
          </a:p>
          <a:p>
            <a:pPr marL="531495" lvl="1" indent="0">
              <a:lnSpc>
                <a:spcPct val="80000"/>
              </a:lnSpc>
              <a:spcBef>
                <a:spcPts val="0"/>
              </a:spcBef>
              <a:buNone/>
            </a:pPr>
            <a:r>
              <a:rPr lang="en-US" sz="1000" b="1" dirty="0">
                <a:solidFill>
                  <a:srgbClr val="006800"/>
                </a:solidFill>
                <a:latin typeface="Courier New Bold" panose="02070609020205020404" pitchFamily="49" charset="0"/>
                <a:ea typeface="MS Mincho"/>
                <a:cs typeface="Courier New" panose="02070309020205020404" pitchFamily="49" charset="0"/>
              </a:rPr>
              <a:t>"""Interface</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for</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all</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bag</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types."""</a:t>
            </a:r>
            <a:endParaRPr lang="en-US" sz="1000" dirty="0">
              <a:solidFill>
                <a:srgbClr val="006800"/>
              </a:solidFill>
              <a:latin typeface="Bank Gothic Bold"/>
              <a:ea typeface="MS Mincho"/>
              <a:cs typeface="Bank Gothic Bold"/>
            </a:endParaRPr>
          </a:p>
          <a:p>
            <a:pPr marL="531495" lvl="1" indent="0">
              <a:lnSpc>
                <a:spcPct val="80000"/>
              </a:lnSpc>
              <a:spcBef>
                <a:spcPts val="0"/>
              </a:spcBef>
              <a:buNone/>
            </a:pPr>
            <a:r>
              <a:rPr lang="en-US" sz="1000" b="1" dirty="0">
                <a:solidFill>
                  <a:srgbClr val="C00000"/>
                </a:solidFill>
                <a:latin typeface="Courier New Bold" panose="02070609020205020404" pitchFamily="49" charset="0"/>
                <a:ea typeface="MS Mincho"/>
                <a:cs typeface="Courier New" panose="02070309020205020404" pitchFamily="49" charset="0"/>
              </a:rPr>
              <a:t> </a:t>
            </a:r>
            <a:endParaRPr lang="en-US" sz="1000" dirty="0">
              <a:solidFill>
                <a:srgbClr val="C00000"/>
              </a:solidFill>
              <a:latin typeface="Bank Gothic Bold"/>
              <a:ea typeface="MS Mincho"/>
              <a:cs typeface="Bank Gothic Bold"/>
            </a:endParaRPr>
          </a:p>
          <a:p>
            <a:pPr marL="531495" lvl="1" indent="0">
              <a:lnSpc>
                <a:spcPct val="80000"/>
              </a:lnSpc>
              <a:spcBef>
                <a:spcPts val="0"/>
              </a:spcBef>
              <a:buNone/>
            </a:pPr>
            <a:r>
              <a:rPr lang="en-US" sz="1000" b="1" dirty="0">
                <a:solidFill>
                  <a:srgbClr val="C00000"/>
                </a:solidFill>
                <a:latin typeface="Courier New Bold" panose="02070609020205020404" pitchFamily="49" charset="0"/>
                <a:ea typeface="MS Mincho"/>
                <a:cs typeface="Courier New" panose="02070309020205020404" pitchFamily="49" charset="0"/>
              </a:rPr>
              <a:t>#</a:t>
            </a:r>
            <a:r>
              <a:rPr lang="en-US" sz="1000" dirty="0">
                <a:solidFill>
                  <a:srgbClr val="C00000"/>
                </a:solidFill>
                <a:latin typeface="Times" panose="02020603050405020304" pitchFamily="18" charset="0"/>
                <a:ea typeface="MS Mincho"/>
                <a:cs typeface="Bank Gothic Bold"/>
              </a:rPr>
              <a:t> </a:t>
            </a:r>
            <a:r>
              <a:rPr lang="en-US" sz="1000" b="1" dirty="0">
                <a:solidFill>
                  <a:srgbClr val="C00000"/>
                </a:solidFill>
                <a:latin typeface="Courier New Bold" panose="02070609020205020404" pitchFamily="49" charset="0"/>
                <a:ea typeface="MS Mincho"/>
                <a:cs typeface="Courier New" panose="02070309020205020404" pitchFamily="49" charset="0"/>
              </a:rPr>
              <a:t>Constructor</a:t>
            </a:r>
            <a:endParaRPr lang="en-US" sz="1000" dirty="0">
              <a:solidFill>
                <a:srgbClr val="C00000"/>
              </a:solidFill>
              <a:latin typeface="Bank Gothic Bold"/>
              <a:ea typeface="MS Mincho"/>
              <a:cs typeface="Bank Gothic Bold"/>
            </a:endParaRPr>
          </a:p>
          <a:p>
            <a:pPr marL="531495" lvl="1" indent="0">
              <a:lnSpc>
                <a:spcPct val="80000"/>
              </a:lnSpc>
              <a:spcBef>
                <a:spcPts val="0"/>
              </a:spcBef>
              <a:buNone/>
            </a:pPr>
            <a:r>
              <a:rPr lang="en-US" sz="1000" b="1" dirty="0">
                <a:solidFill>
                  <a:srgbClr val="8A3800"/>
                </a:solidFill>
                <a:latin typeface="Courier New Bold" panose="02070609020205020404" pitchFamily="49" charset="0"/>
                <a:ea typeface="MS Mincho"/>
                <a:cs typeface="Courier New" panose="02070309020205020404" pitchFamily="49" charset="0"/>
              </a:rPr>
              <a:t>def</a:t>
            </a:r>
            <a:r>
              <a:rPr lang="en-US" sz="1000" dirty="0">
                <a:latin typeface="Times" panose="02020603050405020304" pitchFamily="18" charset="0"/>
                <a:ea typeface="MS Mincho"/>
                <a:cs typeface="Bank Gothic Bold"/>
              </a:rPr>
              <a:t> </a:t>
            </a:r>
            <a:r>
              <a:rPr lang="en-US" sz="1000" b="1" dirty="0">
                <a:solidFill>
                  <a:srgbClr val="0000FF"/>
                </a:solidFill>
                <a:latin typeface="Courier New Bold" panose="02070609020205020404" pitchFamily="49" charset="0"/>
                <a:ea typeface="MS Mincho"/>
                <a:cs typeface="Courier New" panose="02070309020205020404" pitchFamily="49" charset="0"/>
              </a:rPr>
              <a:t>__</a:t>
            </a:r>
            <a:r>
              <a:rPr lang="en-US" sz="1000" b="1" dirty="0" err="1">
                <a:solidFill>
                  <a:srgbClr val="0000FF"/>
                </a:solidFill>
                <a:latin typeface="Courier New Bold" panose="02070609020205020404" pitchFamily="49" charset="0"/>
                <a:ea typeface="MS Mincho"/>
                <a:cs typeface="Courier New" panose="02070309020205020404" pitchFamily="49" charset="0"/>
              </a:rPr>
              <a:t>init</a:t>
            </a:r>
            <a:r>
              <a:rPr lang="en-US" sz="1000" b="1" dirty="0">
                <a:solidFill>
                  <a:srgbClr val="0000FF"/>
                </a:solidFill>
                <a:latin typeface="Courier New Bold" panose="02070609020205020404" pitchFamily="49" charset="0"/>
                <a:ea typeface="MS Mincho"/>
                <a:cs typeface="Courier New" panose="02070309020205020404" pitchFamily="49" charset="0"/>
              </a:rPr>
              <a:t>__</a:t>
            </a:r>
            <a:r>
              <a:rPr lang="en-US" sz="1000" b="1" dirty="0">
                <a:latin typeface="Courier New Bold" panose="02070609020205020404" pitchFamily="49" charset="0"/>
                <a:ea typeface="MS Mincho"/>
                <a:cs typeface="Courier New" panose="02070309020205020404" pitchFamily="49" charset="0"/>
              </a:rPr>
              <a:t>(self,</a:t>
            </a:r>
            <a:r>
              <a:rPr lang="en-US" sz="1000" dirty="0">
                <a:latin typeface="Times" panose="02020603050405020304" pitchFamily="18" charset="0"/>
                <a:ea typeface="MS Mincho"/>
                <a:cs typeface="Bank Gothic Bold"/>
              </a:rPr>
              <a:t> </a:t>
            </a:r>
            <a:r>
              <a:rPr lang="en-US" sz="1000" b="1" dirty="0" err="1">
                <a:latin typeface="Courier New Bold" panose="02070609020205020404" pitchFamily="49" charset="0"/>
                <a:ea typeface="MS Mincho"/>
                <a:cs typeface="Courier New" panose="02070309020205020404" pitchFamily="49" charset="0"/>
              </a:rPr>
              <a:t>sourceCollection</a:t>
            </a:r>
            <a:r>
              <a:rPr lang="en-US" sz="1000" dirty="0">
                <a:latin typeface="Times" panose="02020603050405020304" pitchFamily="18" charset="0"/>
                <a:ea typeface="MS Mincho"/>
                <a:cs typeface="Bank Gothic Bold"/>
              </a:rPr>
              <a:t> </a:t>
            </a:r>
            <a:r>
              <a:rPr lang="en-US" sz="1000" b="1" dirty="0">
                <a:latin typeface="Courier New Bold" panose="02070609020205020404" pitchFamily="49" charset="0"/>
                <a:ea typeface="MS Mincho"/>
                <a:cs typeface="Courier New" panose="02070309020205020404" pitchFamily="49" charset="0"/>
              </a:rPr>
              <a:t>=</a:t>
            </a:r>
            <a:r>
              <a:rPr lang="en-US" sz="1000" dirty="0">
                <a:latin typeface="Times" panose="02020603050405020304" pitchFamily="18" charset="0"/>
                <a:ea typeface="MS Mincho"/>
                <a:cs typeface="Bank Gothic Bold"/>
              </a:rPr>
              <a:t> </a:t>
            </a:r>
            <a:r>
              <a:rPr lang="en-US" sz="1000" b="1" dirty="0">
                <a:solidFill>
                  <a:srgbClr val="8A3800"/>
                </a:solidFill>
                <a:latin typeface="Courier New Bold" panose="02070609020205020404" pitchFamily="49" charset="0"/>
                <a:ea typeface="MS Mincho"/>
                <a:cs typeface="Courier New" panose="02070309020205020404" pitchFamily="49" charset="0"/>
              </a:rPr>
              <a:t>None</a:t>
            </a:r>
            <a:r>
              <a:rPr lang="en-US" sz="1000" b="1" dirty="0">
                <a:latin typeface="Courier New Bold" panose="02070609020205020404" pitchFamily="49" charset="0"/>
                <a:ea typeface="MS Mincho"/>
                <a:cs typeface="Courier New" panose="02070309020205020404" pitchFamily="49" charset="0"/>
              </a:rPr>
              <a:t>):</a:t>
            </a:r>
            <a:endParaRPr lang="en-US" sz="1000" dirty="0">
              <a:latin typeface="Bank Gothic Bold"/>
              <a:ea typeface="MS Mincho"/>
              <a:cs typeface="Bank Gothic Bold"/>
            </a:endParaRPr>
          </a:p>
          <a:p>
            <a:pPr marL="897255" lvl="1" indent="0">
              <a:lnSpc>
                <a:spcPct val="80000"/>
              </a:lnSpc>
              <a:spcBef>
                <a:spcPts val="0"/>
              </a:spcBef>
              <a:buNone/>
            </a:pPr>
            <a:r>
              <a:rPr lang="en-US" sz="1000" b="1" dirty="0">
                <a:solidFill>
                  <a:srgbClr val="006800"/>
                </a:solidFill>
                <a:latin typeface="Courier New Bold" panose="02070609020205020404" pitchFamily="49" charset="0"/>
                <a:ea typeface="MS Mincho"/>
                <a:cs typeface="Courier New" panose="02070309020205020404" pitchFamily="49" charset="0"/>
              </a:rPr>
              <a:t>"""Sets</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the</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initial</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state</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of</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self,</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which</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includes</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the</a:t>
            </a:r>
            <a:endParaRPr lang="en-US" sz="1000" dirty="0">
              <a:solidFill>
                <a:srgbClr val="006800"/>
              </a:solidFill>
              <a:latin typeface="Bank Gothic Bold"/>
              <a:ea typeface="MS Mincho"/>
              <a:cs typeface="Bank Gothic Bold"/>
            </a:endParaRPr>
          </a:p>
          <a:p>
            <a:pPr marL="897255" lvl="1" indent="0">
              <a:lnSpc>
                <a:spcPct val="80000"/>
              </a:lnSpc>
              <a:spcBef>
                <a:spcPts val="0"/>
              </a:spcBef>
              <a:buNone/>
            </a:pPr>
            <a:r>
              <a:rPr lang="en-US" sz="1000" b="1" dirty="0">
                <a:solidFill>
                  <a:srgbClr val="006800"/>
                </a:solidFill>
                <a:latin typeface="Courier New Bold" panose="02070609020205020404" pitchFamily="49" charset="0"/>
                <a:ea typeface="MS Mincho"/>
                <a:cs typeface="Courier New" panose="02070309020205020404" pitchFamily="49" charset="0"/>
              </a:rPr>
              <a:t>contents</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of</a:t>
            </a:r>
            <a:r>
              <a:rPr lang="en-US" sz="1000" dirty="0">
                <a:solidFill>
                  <a:srgbClr val="006800"/>
                </a:solidFill>
                <a:latin typeface="Times" panose="02020603050405020304" pitchFamily="18" charset="0"/>
                <a:ea typeface="MS Mincho"/>
                <a:cs typeface="Bank Gothic Bold"/>
              </a:rPr>
              <a:t> </a:t>
            </a:r>
            <a:r>
              <a:rPr lang="en-US" sz="1000" b="1" dirty="0" err="1">
                <a:solidFill>
                  <a:srgbClr val="006800"/>
                </a:solidFill>
                <a:latin typeface="Courier New Bold" panose="02070609020205020404" pitchFamily="49" charset="0"/>
                <a:ea typeface="MS Mincho"/>
                <a:cs typeface="Courier New" panose="02070309020205020404" pitchFamily="49" charset="0"/>
              </a:rPr>
              <a:t>sourceCollection</a:t>
            </a:r>
            <a:r>
              <a:rPr lang="en-US" sz="1000" b="1" dirty="0">
                <a:solidFill>
                  <a:srgbClr val="006800"/>
                </a:solidFill>
                <a:latin typeface="Courier New Bold" panose="02070609020205020404" pitchFamily="49" charset="0"/>
                <a:ea typeface="MS Mincho"/>
                <a:cs typeface="Courier New" panose="02070309020205020404" pitchFamily="49" charset="0"/>
              </a:rPr>
              <a:t>,</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if</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it</a:t>
            </a:r>
            <a:r>
              <a:rPr lang="en-US" sz="1000" dirty="0">
                <a:solidFill>
                  <a:srgbClr val="006800"/>
                </a:solidFill>
                <a:latin typeface="Times" panose="02020603050405020304" pitchFamily="18" charset="0"/>
                <a:ea typeface="MS Mincho"/>
                <a:cs typeface="Bank Gothic Bold"/>
              </a:rPr>
              <a:t>’</a:t>
            </a:r>
            <a:r>
              <a:rPr lang="en-US" sz="1000" b="1" dirty="0">
                <a:solidFill>
                  <a:srgbClr val="006800"/>
                </a:solidFill>
                <a:latin typeface="Courier New Bold" panose="02070609020205020404" pitchFamily="49" charset="0"/>
                <a:ea typeface="MS Mincho"/>
                <a:cs typeface="Courier New" panose="02070309020205020404" pitchFamily="49" charset="0"/>
              </a:rPr>
              <a:t>s</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present."""</a:t>
            </a:r>
            <a:endParaRPr lang="en-US" sz="1000" dirty="0">
              <a:solidFill>
                <a:srgbClr val="006800"/>
              </a:solidFill>
              <a:latin typeface="Bank Gothic Bold"/>
              <a:ea typeface="MS Mincho"/>
              <a:cs typeface="Bank Gothic Bold"/>
            </a:endParaRPr>
          </a:p>
          <a:p>
            <a:pPr marL="897255" lvl="1" indent="0">
              <a:lnSpc>
                <a:spcPct val="80000"/>
              </a:lnSpc>
              <a:spcBef>
                <a:spcPts val="0"/>
              </a:spcBef>
              <a:buNone/>
            </a:pPr>
            <a:r>
              <a:rPr lang="en-US" sz="1000" b="1" dirty="0">
                <a:solidFill>
                  <a:srgbClr val="8A3800"/>
                </a:solidFill>
                <a:latin typeface="Courier New Bold" panose="02070609020205020404" pitchFamily="49" charset="0"/>
                <a:ea typeface="MS Mincho"/>
                <a:cs typeface="Courier New" panose="02070309020205020404" pitchFamily="49" charset="0"/>
              </a:rPr>
              <a:t>pass</a:t>
            </a:r>
            <a:endParaRPr lang="en-US" sz="1000" dirty="0">
              <a:solidFill>
                <a:srgbClr val="8A3800"/>
              </a:solidFill>
              <a:latin typeface="Bank Gothic Bold"/>
              <a:ea typeface="MS Mincho"/>
              <a:cs typeface="Bank Gothic Bold"/>
            </a:endParaRPr>
          </a:p>
          <a:p>
            <a:pPr marL="531495" lvl="1" indent="0">
              <a:lnSpc>
                <a:spcPct val="80000"/>
              </a:lnSpc>
              <a:spcBef>
                <a:spcPts val="0"/>
              </a:spcBef>
              <a:buNone/>
            </a:pPr>
            <a:r>
              <a:rPr lang="en-US" sz="1000" b="1" dirty="0">
                <a:solidFill>
                  <a:srgbClr val="FF0000"/>
                </a:solidFill>
                <a:latin typeface="Courier New Bold" panose="02070609020205020404" pitchFamily="49" charset="0"/>
                <a:ea typeface="MS Mincho"/>
                <a:cs typeface="Courier New" panose="02070309020205020404" pitchFamily="49" charset="0"/>
              </a:rPr>
              <a:t> </a:t>
            </a:r>
            <a:endParaRPr lang="en-US" sz="1000" dirty="0">
              <a:solidFill>
                <a:srgbClr val="C00000"/>
              </a:solidFill>
              <a:latin typeface="Bank Gothic Bold"/>
              <a:ea typeface="MS Mincho"/>
              <a:cs typeface="Bank Gothic Bold"/>
            </a:endParaRPr>
          </a:p>
          <a:p>
            <a:pPr marL="531495" lvl="1" indent="0">
              <a:lnSpc>
                <a:spcPct val="80000"/>
              </a:lnSpc>
              <a:spcBef>
                <a:spcPts val="0"/>
              </a:spcBef>
              <a:buNone/>
            </a:pPr>
            <a:r>
              <a:rPr lang="en-US" sz="1000" b="1" dirty="0">
                <a:solidFill>
                  <a:srgbClr val="C00000"/>
                </a:solidFill>
                <a:latin typeface="Courier New Bold" panose="02070609020205020404" pitchFamily="49" charset="0"/>
                <a:ea typeface="MS Mincho"/>
                <a:cs typeface="Courier New" panose="02070309020205020404" pitchFamily="49" charset="0"/>
              </a:rPr>
              <a:t>#</a:t>
            </a:r>
            <a:r>
              <a:rPr lang="en-US" sz="1000" dirty="0">
                <a:solidFill>
                  <a:srgbClr val="C00000"/>
                </a:solidFill>
                <a:latin typeface="Times" panose="02020603050405020304" pitchFamily="18" charset="0"/>
                <a:ea typeface="MS Mincho"/>
                <a:cs typeface="Bank Gothic Bold"/>
              </a:rPr>
              <a:t> </a:t>
            </a:r>
            <a:r>
              <a:rPr lang="en-US" sz="1000" b="1" dirty="0" err="1">
                <a:solidFill>
                  <a:srgbClr val="C00000"/>
                </a:solidFill>
                <a:latin typeface="Courier New Bold" panose="02070609020205020404" pitchFamily="49" charset="0"/>
                <a:ea typeface="MS Mincho"/>
                <a:cs typeface="Courier New" panose="02070309020205020404" pitchFamily="49" charset="0"/>
              </a:rPr>
              <a:t>Accessor</a:t>
            </a:r>
            <a:r>
              <a:rPr lang="en-US" sz="1000" dirty="0">
                <a:solidFill>
                  <a:srgbClr val="C00000"/>
                </a:solidFill>
                <a:latin typeface="Times" panose="02020603050405020304" pitchFamily="18" charset="0"/>
                <a:ea typeface="MS Mincho"/>
                <a:cs typeface="Bank Gothic Bold"/>
              </a:rPr>
              <a:t> </a:t>
            </a:r>
            <a:r>
              <a:rPr lang="en-US" sz="1000" b="1" dirty="0">
                <a:solidFill>
                  <a:srgbClr val="C00000"/>
                </a:solidFill>
                <a:latin typeface="Courier New Bold" panose="02070609020205020404" pitchFamily="49" charset="0"/>
                <a:ea typeface="MS Mincho"/>
                <a:cs typeface="Courier New" panose="02070309020205020404" pitchFamily="49" charset="0"/>
              </a:rPr>
              <a:t>methods</a:t>
            </a:r>
            <a:endParaRPr lang="en-US" sz="1000" dirty="0">
              <a:solidFill>
                <a:srgbClr val="C00000"/>
              </a:solidFill>
              <a:latin typeface="Bank Gothic Bold"/>
              <a:ea typeface="MS Mincho"/>
              <a:cs typeface="Bank Gothic Bold"/>
            </a:endParaRPr>
          </a:p>
          <a:p>
            <a:pPr marL="531495" lvl="1" indent="0">
              <a:lnSpc>
                <a:spcPct val="80000"/>
              </a:lnSpc>
              <a:spcBef>
                <a:spcPts val="0"/>
              </a:spcBef>
              <a:buNone/>
            </a:pPr>
            <a:r>
              <a:rPr lang="en-US" sz="1000" b="1" dirty="0">
                <a:solidFill>
                  <a:srgbClr val="8A3800"/>
                </a:solidFill>
                <a:latin typeface="Courier New Bold" panose="02070609020205020404" pitchFamily="49" charset="0"/>
                <a:ea typeface="MS Mincho"/>
                <a:cs typeface="Courier New" panose="02070309020205020404" pitchFamily="49" charset="0"/>
              </a:rPr>
              <a:t>def</a:t>
            </a:r>
            <a:r>
              <a:rPr lang="en-US" sz="1000" dirty="0">
                <a:latin typeface="Times" panose="02020603050405020304" pitchFamily="18" charset="0"/>
                <a:ea typeface="MS Mincho"/>
                <a:cs typeface="Bank Gothic Bold"/>
              </a:rPr>
              <a:t> </a:t>
            </a:r>
            <a:r>
              <a:rPr lang="en-US" sz="1000" b="1" dirty="0" err="1">
                <a:solidFill>
                  <a:srgbClr val="0000FF"/>
                </a:solidFill>
                <a:latin typeface="Courier New Bold" panose="02070609020205020404" pitchFamily="49" charset="0"/>
                <a:ea typeface="MS Mincho"/>
                <a:cs typeface="Courier New" panose="02070309020205020404" pitchFamily="49" charset="0"/>
              </a:rPr>
              <a:t>isEmpty</a:t>
            </a:r>
            <a:r>
              <a:rPr lang="en-US" sz="1000" b="1" dirty="0">
                <a:latin typeface="Courier New Bold" panose="02070609020205020404" pitchFamily="49" charset="0"/>
                <a:ea typeface="MS Mincho"/>
                <a:cs typeface="Courier New" panose="02070309020205020404" pitchFamily="49" charset="0"/>
              </a:rPr>
              <a:t>(self):</a:t>
            </a:r>
            <a:endParaRPr lang="en-US" sz="1000" dirty="0">
              <a:latin typeface="Bank Gothic Bold"/>
              <a:ea typeface="MS Mincho"/>
              <a:cs typeface="Bank Gothic Bold"/>
            </a:endParaRPr>
          </a:p>
          <a:p>
            <a:pPr marL="897255" lvl="1" indent="0">
              <a:lnSpc>
                <a:spcPct val="80000"/>
              </a:lnSpc>
              <a:spcBef>
                <a:spcPts val="0"/>
              </a:spcBef>
              <a:buNone/>
            </a:pPr>
            <a:r>
              <a:rPr lang="en-US" sz="1000" b="1" dirty="0">
                <a:solidFill>
                  <a:srgbClr val="006800"/>
                </a:solidFill>
                <a:latin typeface="Courier New Bold" panose="02070609020205020404" pitchFamily="49" charset="0"/>
                <a:ea typeface="MS Mincho"/>
                <a:cs typeface="Courier New" panose="02070309020205020404" pitchFamily="49" charset="0"/>
              </a:rPr>
              <a:t>"""Returns</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True</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if</a:t>
            </a:r>
            <a:r>
              <a:rPr lang="en-US" sz="1000" dirty="0">
                <a:solidFill>
                  <a:srgbClr val="006800"/>
                </a:solidFill>
                <a:latin typeface="Times" panose="02020603050405020304" pitchFamily="18" charset="0"/>
                <a:ea typeface="MS Mincho"/>
                <a:cs typeface="Bank Gothic Bold"/>
              </a:rPr>
              <a:t> </a:t>
            </a:r>
            <a:r>
              <a:rPr lang="en-US" sz="1000" b="1" dirty="0" err="1">
                <a:solidFill>
                  <a:srgbClr val="006800"/>
                </a:solidFill>
                <a:latin typeface="Courier New Bold" panose="02070609020205020404" pitchFamily="49" charset="0"/>
                <a:ea typeface="MS Mincho"/>
                <a:cs typeface="Courier New" panose="02070309020205020404" pitchFamily="49" charset="0"/>
              </a:rPr>
              <a:t>len</a:t>
            </a:r>
            <a:r>
              <a:rPr lang="en-US" sz="1000" b="1" dirty="0">
                <a:solidFill>
                  <a:srgbClr val="006800"/>
                </a:solidFill>
                <a:latin typeface="Courier New Bold" panose="02070609020205020404" pitchFamily="49" charset="0"/>
                <a:ea typeface="MS Mincho"/>
                <a:cs typeface="Courier New" panose="02070309020205020404" pitchFamily="49" charset="0"/>
              </a:rPr>
              <a:t>(self)</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0,</a:t>
            </a:r>
            <a:endParaRPr lang="en-US" sz="1000" dirty="0">
              <a:solidFill>
                <a:srgbClr val="006800"/>
              </a:solidFill>
              <a:latin typeface="Bank Gothic Bold"/>
              <a:ea typeface="MS Mincho"/>
              <a:cs typeface="Bank Gothic Bold"/>
            </a:endParaRPr>
          </a:p>
          <a:p>
            <a:pPr marL="897255" lvl="1" indent="0">
              <a:lnSpc>
                <a:spcPct val="80000"/>
              </a:lnSpc>
              <a:spcBef>
                <a:spcPts val="0"/>
              </a:spcBef>
              <a:buNone/>
            </a:pPr>
            <a:r>
              <a:rPr lang="en-US" sz="1000" b="1" dirty="0">
                <a:solidFill>
                  <a:srgbClr val="006800"/>
                </a:solidFill>
                <a:latin typeface="Courier New Bold" panose="02070609020205020404" pitchFamily="49" charset="0"/>
                <a:ea typeface="MS Mincho"/>
                <a:cs typeface="Courier New" panose="02070309020205020404" pitchFamily="49" charset="0"/>
              </a:rPr>
              <a:t>or</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False</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otherwise."""</a:t>
            </a:r>
            <a:endParaRPr lang="en-US" sz="1000" dirty="0">
              <a:solidFill>
                <a:srgbClr val="006800"/>
              </a:solidFill>
              <a:latin typeface="Bank Gothic Bold"/>
              <a:ea typeface="MS Mincho"/>
              <a:cs typeface="Bank Gothic Bold"/>
            </a:endParaRPr>
          </a:p>
          <a:p>
            <a:pPr marL="897255" lvl="1" indent="0">
              <a:lnSpc>
                <a:spcPct val="80000"/>
              </a:lnSpc>
              <a:spcBef>
                <a:spcPts val="0"/>
              </a:spcBef>
              <a:buNone/>
            </a:pPr>
            <a:r>
              <a:rPr lang="en-US" sz="1000" b="1" dirty="0">
                <a:solidFill>
                  <a:srgbClr val="8A3800"/>
                </a:solidFill>
                <a:latin typeface="Courier New Bold" panose="02070609020205020404" pitchFamily="49" charset="0"/>
                <a:ea typeface="MS Mincho"/>
                <a:cs typeface="Courier New" panose="02070309020205020404" pitchFamily="49" charset="0"/>
              </a:rPr>
              <a:t>return</a:t>
            </a:r>
            <a:r>
              <a:rPr lang="en-US" sz="1000" dirty="0">
                <a:solidFill>
                  <a:srgbClr val="8A3800"/>
                </a:solidFill>
                <a:latin typeface="Times" panose="02020603050405020304" pitchFamily="18" charset="0"/>
                <a:ea typeface="MS Mincho"/>
                <a:cs typeface="Bank Gothic Bold"/>
              </a:rPr>
              <a:t> </a:t>
            </a:r>
            <a:r>
              <a:rPr lang="en-US" sz="1000" b="1" dirty="0">
                <a:solidFill>
                  <a:srgbClr val="8A3800"/>
                </a:solidFill>
                <a:latin typeface="Courier New Bold" panose="02070609020205020404" pitchFamily="49" charset="0"/>
                <a:ea typeface="MS Mincho"/>
                <a:cs typeface="Courier New" panose="02070309020205020404" pitchFamily="49" charset="0"/>
              </a:rPr>
              <a:t>True</a:t>
            </a:r>
            <a:endParaRPr lang="en-US" sz="1000" dirty="0">
              <a:solidFill>
                <a:srgbClr val="8A3800"/>
              </a:solidFill>
              <a:latin typeface="Bank Gothic Bold"/>
              <a:ea typeface="MS Mincho"/>
              <a:cs typeface="Bank Gothic Bold"/>
            </a:endParaRPr>
          </a:p>
          <a:p>
            <a:pPr marL="171450" lvl="1" indent="0">
              <a:lnSpc>
                <a:spcPct val="80000"/>
              </a:lnSpc>
              <a:spcBef>
                <a:spcPts val="0"/>
              </a:spcBef>
              <a:buNone/>
            </a:pPr>
            <a:r>
              <a:rPr lang="en-US" sz="1000" b="1" dirty="0">
                <a:solidFill>
                  <a:srgbClr val="FF6600"/>
                </a:solidFill>
                <a:latin typeface="Courier New Bold" panose="02070609020205020404" pitchFamily="49" charset="0"/>
                <a:ea typeface="MS Mincho"/>
                <a:cs typeface="Courier New" panose="02070309020205020404" pitchFamily="49" charset="0"/>
              </a:rPr>
              <a:t> </a:t>
            </a:r>
            <a:endParaRPr lang="en-US" sz="1000" dirty="0">
              <a:latin typeface="Bank Gothic Bold"/>
              <a:ea typeface="MS Mincho"/>
              <a:cs typeface="Bank Gothic Bold"/>
            </a:endParaRPr>
          </a:p>
          <a:p>
            <a:pPr marL="531495" lvl="1" indent="0">
              <a:lnSpc>
                <a:spcPct val="80000"/>
              </a:lnSpc>
              <a:spcBef>
                <a:spcPts val="0"/>
              </a:spcBef>
              <a:buNone/>
            </a:pPr>
            <a:r>
              <a:rPr lang="en-US" sz="1000" b="1" dirty="0">
                <a:solidFill>
                  <a:srgbClr val="8A3800"/>
                </a:solidFill>
                <a:latin typeface="Courier New Bold" panose="02070609020205020404" pitchFamily="49" charset="0"/>
                <a:ea typeface="MS Mincho"/>
                <a:cs typeface="Courier New" panose="02070309020205020404" pitchFamily="49" charset="0"/>
              </a:rPr>
              <a:t>def</a:t>
            </a:r>
            <a:r>
              <a:rPr lang="en-US" sz="1000" dirty="0">
                <a:solidFill>
                  <a:srgbClr val="8A3800"/>
                </a:solidFill>
                <a:latin typeface="Times" panose="02020603050405020304" pitchFamily="18" charset="0"/>
                <a:ea typeface="MS Mincho"/>
                <a:cs typeface="Bank Gothic Bold"/>
              </a:rPr>
              <a:t> </a:t>
            </a:r>
            <a:r>
              <a:rPr lang="en-US" sz="1000" b="1" dirty="0">
                <a:solidFill>
                  <a:srgbClr val="0000FF"/>
                </a:solidFill>
                <a:latin typeface="Courier New Bold" panose="02070609020205020404" pitchFamily="49" charset="0"/>
                <a:ea typeface="MS Mincho"/>
                <a:cs typeface="Courier New" panose="02070309020205020404" pitchFamily="49" charset="0"/>
              </a:rPr>
              <a:t>__</a:t>
            </a:r>
            <a:r>
              <a:rPr lang="en-US" sz="1000" b="1" dirty="0" err="1">
                <a:solidFill>
                  <a:srgbClr val="0000FF"/>
                </a:solidFill>
                <a:latin typeface="Courier New Bold" panose="02070609020205020404" pitchFamily="49" charset="0"/>
                <a:ea typeface="MS Mincho"/>
                <a:cs typeface="Courier New" panose="02070309020205020404" pitchFamily="49" charset="0"/>
              </a:rPr>
              <a:t>len</a:t>
            </a:r>
            <a:r>
              <a:rPr lang="en-US" sz="1000" b="1" dirty="0">
                <a:solidFill>
                  <a:srgbClr val="0000FF"/>
                </a:solidFill>
                <a:latin typeface="Courier New Bold" panose="02070609020205020404" pitchFamily="49" charset="0"/>
                <a:ea typeface="MS Mincho"/>
                <a:cs typeface="Courier New" panose="02070309020205020404" pitchFamily="49" charset="0"/>
              </a:rPr>
              <a:t>__</a:t>
            </a:r>
            <a:r>
              <a:rPr lang="en-US" sz="1000" b="1" dirty="0">
                <a:latin typeface="Courier New Bold" panose="02070609020205020404" pitchFamily="49" charset="0"/>
                <a:ea typeface="MS Mincho"/>
                <a:cs typeface="Courier New" panose="02070309020205020404" pitchFamily="49" charset="0"/>
              </a:rPr>
              <a:t>(self):</a:t>
            </a:r>
            <a:endParaRPr lang="en-US" sz="1000" dirty="0">
              <a:solidFill>
                <a:srgbClr val="006800"/>
              </a:solidFill>
              <a:latin typeface="Bank Gothic Bold"/>
              <a:ea typeface="MS Mincho"/>
              <a:cs typeface="Bank Gothic Bold"/>
            </a:endParaRPr>
          </a:p>
          <a:p>
            <a:pPr marL="897255" lvl="1" indent="0">
              <a:lnSpc>
                <a:spcPct val="80000"/>
              </a:lnSpc>
              <a:spcBef>
                <a:spcPts val="0"/>
              </a:spcBef>
              <a:buNone/>
            </a:pPr>
            <a:r>
              <a:rPr lang="en-US" sz="1000" b="1" dirty="0">
                <a:solidFill>
                  <a:srgbClr val="006800"/>
                </a:solidFill>
                <a:latin typeface="Courier New Bold" panose="02070609020205020404" pitchFamily="49" charset="0"/>
                <a:ea typeface="MS Mincho"/>
                <a:cs typeface="Courier New" panose="02070309020205020404" pitchFamily="49" charset="0"/>
              </a:rPr>
              <a:t>"""Returns</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the</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number</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of</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items</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in</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self."""</a:t>
            </a:r>
            <a:endParaRPr lang="en-US" sz="1000" dirty="0">
              <a:solidFill>
                <a:srgbClr val="006800"/>
              </a:solidFill>
              <a:latin typeface="Bank Gothic Bold"/>
              <a:ea typeface="MS Mincho"/>
              <a:cs typeface="Bank Gothic Bold"/>
            </a:endParaRPr>
          </a:p>
          <a:p>
            <a:pPr marL="897255" lvl="1" indent="0">
              <a:lnSpc>
                <a:spcPct val="80000"/>
              </a:lnSpc>
              <a:spcBef>
                <a:spcPts val="0"/>
              </a:spcBef>
              <a:buNone/>
            </a:pPr>
            <a:r>
              <a:rPr lang="en-US" sz="1000" b="1" dirty="0">
                <a:solidFill>
                  <a:srgbClr val="8A3800"/>
                </a:solidFill>
                <a:latin typeface="Courier New Bold" panose="02070609020205020404" pitchFamily="49" charset="0"/>
                <a:ea typeface="MS Mincho"/>
                <a:cs typeface="Courier New" panose="02070309020205020404" pitchFamily="49" charset="0"/>
              </a:rPr>
              <a:t>return</a:t>
            </a:r>
            <a:r>
              <a:rPr lang="en-US" sz="1000" dirty="0">
                <a:latin typeface="Times" panose="02020603050405020304" pitchFamily="18" charset="0"/>
                <a:ea typeface="MS Mincho"/>
                <a:cs typeface="Bank Gothic Bold"/>
              </a:rPr>
              <a:t> </a:t>
            </a:r>
            <a:r>
              <a:rPr lang="en-US" sz="1000" b="1" dirty="0">
                <a:latin typeface="Courier New Bold" panose="02070609020205020404" pitchFamily="49" charset="0"/>
                <a:ea typeface="MS Mincho"/>
                <a:cs typeface="Courier New" panose="02070309020205020404" pitchFamily="49" charset="0"/>
              </a:rPr>
              <a:t>0</a:t>
            </a:r>
            <a:endParaRPr lang="en-US" sz="1000" dirty="0">
              <a:latin typeface="Bank Gothic Bold"/>
              <a:ea typeface="MS Mincho"/>
              <a:cs typeface="Bank Gothic Bold"/>
            </a:endParaRPr>
          </a:p>
          <a:p>
            <a:pPr marL="531495" lvl="1" indent="0">
              <a:lnSpc>
                <a:spcPct val="80000"/>
              </a:lnSpc>
              <a:spcBef>
                <a:spcPts val="0"/>
              </a:spcBef>
              <a:buNone/>
            </a:pPr>
            <a:r>
              <a:rPr lang="en-US" sz="1000" b="1" dirty="0">
                <a:solidFill>
                  <a:srgbClr val="FF6600"/>
                </a:solidFill>
                <a:latin typeface="Courier New Bold" panose="02070609020205020404" pitchFamily="49" charset="0"/>
                <a:ea typeface="MS Mincho"/>
                <a:cs typeface="Courier New" panose="02070309020205020404" pitchFamily="49" charset="0"/>
              </a:rPr>
              <a:t> </a:t>
            </a:r>
            <a:endParaRPr lang="en-US" sz="1000" dirty="0">
              <a:latin typeface="Bank Gothic Bold"/>
              <a:ea typeface="MS Mincho"/>
              <a:cs typeface="Bank Gothic Bold"/>
            </a:endParaRPr>
          </a:p>
          <a:p>
            <a:pPr marL="531495" lvl="1" indent="0">
              <a:lnSpc>
                <a:spcPct val="80000"/>
              </a:lnSpc>
              <a:spcBef>
                <a:spcPts val="0"/>
              </a:spcBef>
              <a:buNone/>
            </a:pPr>
            <a:r>
              <a:rPr lang="en-US" sz="1000" b="1" dirty="0">
                <a:solidFill>
                  <a:srgbClr val="8A3800"/>
                </a:solidFill>
                <a:latin typeface="Courier New Bold" panose="02070609020205020404" pitchFamily="49" charset="0"/>
                <a:ea typeface="MS Mincho"/>
                <a:cs typeface="Courier New" panose="02070309020205020404" pitchFamily="49" charset="0"/>
              </a:rPr>
              <a:t>def</a:t>
            </a:r>
            <a:r>
              <a:rPr lang="en-US" sz="1000" dirty="0">
                <a:solidFill>
                  <a:srgbClr val="8A3800"/>
                </a:solidFill>
                <a:latin typeface="Times" panose="02020603050405020304" pitchFamily="18" charset="0"/>
                <a:ea typeface="MS Mincho"/>
                <a:cs typeface="Bank Gothic Bold"/>
              </a:rPr>
              <a:t> </a:t>
            </a:r>
            <a:r>
              <a:rPr lang="en-US" sz="1000" b="1" dirty="0">
                <a:solidFill>
                  <a:srgbClr val="0000FF"/>
                </a:solidFill>
                <a:latin typeface="Courier New Bold" panose="02070609020205020404" pitchFamily="49" charset="0"/>
                <a:ea typeface="MS Mincho"/>
                <a:cs typeface="Courier New" panose="02070309020205020404" pitchFamily="49" charset="0"/>
              </a:rPr>
              <a:t>__</a:t>
            </a:r>
            <a:r>
              <a:rPr lang="en-US" sz="1000" b="1" dirty="0" err="1">
                <a:solidFill>
                  <a:srgbClr val="0000FF"/>
                </a:solidFill>
                <a:latin typeface="Courier New Bold" panose="02070609020205020404" pitchFamily="49" charset="0"/>
                <a:ea typeface="MS Mincho"/>
                <a:cs typeface="Courier New" panose="02070309020205020404" pitchFamily="49" charset="0"/>
              </a:rPr>
              <a:t>str</a:t>
            </a:r>
            <a:r>
              <a:rPr lang="en-US" sz="1000" b="1" dirty="0">
                <a:solidFill>
                  <a:srgbClr val="0000FF"/>
                </a:solidFill>
                <a:latin typeface="Courier New Bold" panose="02070609020205020404" pitchFamily="49" charset="0"/>
                <a:ea typeface="MS Mincho"/>
                <a:cs typeface="Courier New" panose="02070309020205020404" pitchFamily="49" charset="0"/>
              </a:rPr>
              <a:t>__</a:t>
            </a:r>
            <a:r>
              <a:rPr lang="en-US" sz="1000" b="1" dirty="0">
                <a:latin typeface="Courier New Bold" panose="02070609020205020404" pitchFamily="49" charset="0"/>
                <a:ea typeface="MS Mincho"/>
                <a:cs typeface="Courier New" panose="02070309020205020404" pitchFamily="49" charset="0"/>
              </a:rPr>
              <a:t>(self):</a:t>
            </a:r>
            <a:endParaRPr lang="en-US" sz="1000" dirty="0">
              <a:latin typeface="Bank Gothic Bold"/>
              <a:ea typeface="MS Mincho"/>
              <a:cs typeface="Bank Gothic Bold"/>
            </a:endParaRPr>
          </a:p>
          <a:p>
            <a:pPr marL="897255" lvl="1" indent="0">
              <a:lnSpc>
                <a:spcPct val="80000"/>
              </a:lnSpc>
              <a:spcBef>
                <a:spcPts val="0"/>
              </a:spcBef>
              <a:buNone/>
            </a:pPr>
            <a:r>
              <a:rPr lang="en-US" sz="1000" b="1" dirty="0">
                <a:solidFill>
                  <a:srgbClr val="006800"/>
                </a:solidFill>
                <a:latin typeface="Courier New Bold" panose="02070609020205020404" pitchFamily="49" charset="0"/>
                <a:ea typeface="MS Mincho"/>
                <a:cs typeface="Courier New" panose="02070309020205020404" pitchFamily="49" charset="0"/>
              </a:rPr>
              <a:t>"""Returns</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the</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string</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representation</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of</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self."""</a:t>
            </a:r>
            <a:endParaRPr lang="en-US" sz="1000" dirty="0">
              <a:solidFill>
                <a:srgbClr val="006800"/>
              </a:solidFill>
              <a:latin typeface="Bank Gothic Bold"/>
              <a:ea typeface="MS Mincho"/>
              <a:cs typeface="Bank Gothic Bold"/>
            </a:endParaRPr>
          </a:p>
          <a:p>
            <a:pPr marL="897255" lvl="1" indent="0">
              <a:lnSpc>
                <a:spcPct val="80000"/>
              </a:lnSpc>
              <a:spcBef>
                <a:spcPts val="0"/>
              </a:spcBef>
              <a:buNone/>
            </a:pPr>
            <a:r>
              <a:rPr lang="en-US" sz="1000" b="1" dirty="0">
                <a:solidFill>
                  <a:srgbClr val="8A3800"/>
                </a:solidFill>
                <a:latin typeface="Courier New Bold" panose="02070609020205020404" pitchFamily="49" charset="0"/>
                <a:ea typeface="MS Mincho"/>
                <a:cs typeface="Courier New" panose="02070309020205020404" pitchFamily="49" charset="0"/>
              </a:rPr>
              <a:t>return</a:t>
            </a:r>
            <a:r>
              <a:rPr lang="en-US" sz="1000" dirty="0">
                <a:solidFill>
                  <a:srgbClr val="8A3800"/>
                </a:solidFill>
                <a:latin typeface="Times" panose="02020603050405020304" pitchFamily="18" charset="0"/>
                <a:ea typeface="MS Mincho"/>
                <a:cs typeface="Bank Gothic Bold"/>
              </a:rPr>
              <a:t> </a:t>
            </a:r>
            <a:r>
              <a:rPr lang="en-US" sz="1000" b="1" dirty="0">
                <a:latin typeface="Courier New Bold" panose="02070609020205020404" pitchFamily="49" charset="0"/>
                <a:ea typeface="MS Mincho"/>
                <a:cs typeface="Courier New" panose="02070309020205020404" pitchFamily="49" charset="0"/>
              </a:rPr>
              <a:t>""</a:t>
            </a:r>
            <a:endParaRPr lang="en-US" sz="1000" dirty="0">
              <a:latin typeface="Bank Gothic Bold"/>
              <a:ea typeface="MS Mincho"/>
              <a:cs typeface="Bank Gothic Bold"/>
            </a:endParaRPr>
          </a:p>
          <a:p>
            <a:pPr marL="531495" lvl="1" indent="0">
              <a:lnSpc>
                <a:spcPct val="80000"/>
              </a:lnSpc>
              <a:spcBef>
                <a:spcPts val="0"/>
              </a:spcBef>
              <a:buNone/>
            </a:pPr>
            <a:r>
              <a:rPr lang="en-US" sz="1000" b="1" dirty="0">
                <a:solidFill>
                  <a:srgbClr val="FF6600"/>
                </a:solidFill>
                <a:latin typeface="Courier New Bold" panose="02070609020205020404" pitchFamily="49" charset="0"/>
                <a:ea typeface="MS Mincho"/>
                <a:cs typeface="Courier New" panose="02070309020205020404" pitchFamily="49" charset="0"/>
              </a:rPr>
              <a:t> </a:t>
            </a:r>
            <a:endParaRPr lang="en-US" sz="1000" dirty="0">
              <a:latin typeface="Bank Gothic Bold"/>
              <a:ea typeface="MS Mincho"/>
              <a:cs typeface="Bank Gothic Bold"/>
            </a:endParaRPr>
          </a:p>
          <a:p>
            <a:pPr marL="531495" lvl="1" indent="0">
              <a:lnSpc>
                <a:spcPct val="80000"/>
              </a:lnSpc>
              <a:spcBef>
                <a:spcPts val="0"/>
              </a:spcBef>
              <a:buNone/>
            </a:pPr>
            <a:r>
              <a:rPr lang="en-US" sz="1000" b="1" dirty="0">
                <a:solidFill>
                  <a:srgbClr val="8A3800"/>
                </a:solidFill>
                <a:latin typeface="Courier New Bold" panose="02070609020205020404" pitchFamily="49" charset="0"/>
                <a:ea typeface="MS Mincho"/>
                <a:cs typeface="Courier New" panose="02070309020205020404" pitchFamily="49" charset="0"/>
              </a:rPr>
              <a:t>def</a:t>
            </a:r>
            <a:r>
              <a:rPr lang="en-US" sz="1000" dirty="0">
                <a:solidFill>
                  <a:srgbClr val="8A3800"/>
                </a:solidFill>
                <a:latin typeface="Times" panose="02020603050405020304" pitchFamily="18" charset="0"/>
                <a:ea typeface="MS Mincho"/>
                <a:cs typeface="Bank Gothic Bold"/>
              </a:rPr>
              <a:t> </a:t>
            </a:r>
            <a:r>
              <a:rPr lang="en-US" sz="1000" b="1" dirty="0">
                <a:solidFill>
                  <a:srgbClr val="0000FF"/>
                </a:solidFill>
                <a:latin typeface="Courier New Bold" panose="02070609020205020404" pitchFamily="49" charset="0"/>
                <a:ea typeface="MS Mincho"/>
                <a:cs typeface="Courier New" panose="02070309020205020404" pitchFamily="49" charset="0"/>
              </a:rPr>
              <a:t>__</a:t>
            </a:r>
            <a:r>
              <a:rPr lang="en-US" sz="1000" b="1" dirty="0" err="1">
                <a:solidFill>
                  <a:srgbClr val="0000FF"/>
                </a:solidFill>
                <a:latin typeface="Courier New Bold" panose="02070609020205020404" pitchFamily="49" charset="0"/>
                <a:ea typeface="MS Mincho"/>
                <a:cs typeface="Courier New" panose="02070309020205020404" pitchFamily="49" charset="0"/>
              </a:rPr>
              <a:t>iter</a:t>
            </a:r>
            <a:r>
              <a:rPr lang="en-US" sz="1000" b="1" dirty="0">
                <a:solidFill>
                  <a:srgbClr val="0000FF"/>
                </a:solidFill>
                <a:latin typeface="Courier New Bold" panose="02070609020205020404" pitchFamily="49" charset="0"/>
                <a:ea typeface="MS Mincho"/>
                <a:cs typeface="Courier New" panose="02070309020205020404" pitchFamily="49" charset="0"/>
              </a:rPr>
              <a:t>__</a:t>
            </a:r>
            <a:r>
              <a:rPr lang="en-US" sz="1000" b="1" dirty="0">
                <a:latin typeface="Courier New Bold" panose="02070609020205020404" pitchFamily="49" charset="0"/>
                <a:ea typeface="MS Mincho"/>
                <a:cs typeface="Courier New" panose="02070309020205020404" pitchFamily="49" charset="0"/>
              </a:rPr>
              <a:t>(self):</a:t>
            </a:r>
            <a:endParaRPr lang="en-US" sz="1000" dirty="0">
              <a:latin typeface="Bank Gothic Bold"/>
              <a:ea typeface="MS Mincho"/>
              <a:cs typeface="Bank Gothic Bold"/>
            </a:endParaRPr>
          </a:p>
          <a:p>
            <a:pPr marL="897255" lvl="1" indent="0">
              <a:lnSpc>
                <a:spcPct val="80000"/>
              </a:lnSpc>
              <a:spcBef>
                <a:spcPts val="0"/>
              </a:spcBef>
              <a:buNone/>
            </a:pPr>
            <a:r>
              <a:rPr lang="en-US" sz="1000" b="1" dirty="0">
                <a:solidFill>
                  <a:srgbClr val="006800"/>
                </a:solidFill>
                <a:latin typeface="Courier New Bold" panose="02070609020205020404" pitchFamily="49" charset="0"/>
                <a:ea typeface="MS Mincho"/>
                <a:cs typeface="Courier New" panose="02070309020205020404" pitchFamily="49" charset="0"/>
              </a:rPr>
              <a:t>"""Supports</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iteration</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over</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a</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view</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of</a:t>
            </a:r>
            <a:r>
              <a:rPr lang="en-US" sz="1000" dirty="0">
                <a:solidFill>
                  <a:srgbClr val="006800"/>
                </a:solidFill>
                <a:latin typeface="Times" panose="02020603050405020304" pitchFamily="18" charset="0"/>
                <a:ea typeface="MS Mincho"/>
                <a:cs typeface="Bank Gothic Bold"/>
              </a:rPr>
              <a:t> </a:t>
            </a:r>
            <a:r>
              <a:rPr lang="en-US" sz="1000" b="1" dirty="0">
                <a:solidFill>
                  <a:srgbClr val="006800"/>
                </a:solidFill>
                <a:latin typeface="Courier New Bold" panose="02070609020205020404" pitchFamily="49" charset="0"/>
                <a:ea typeface="MS Mincho"/>
                <a:cs typeface="Courier New" panose="02070309020205020404" pitchFamily="49" charset="0"/>
              </a:rPr>
              <a:t>self."""</a:t>
            </a:r>
            <a:endParaRPr lang="en-US" sz="1000" dirty="0">
              <a:solidFill>
                <a:srgbClr val="006800"/>
              </a:solidFill>
              <a:latin typeface="Bank Gothic Bold"/>
              <a:ea typeface="MS Mincho"/>
              <a:cs typeface="Bank Gothic Bold"/>
            </a:endParaRPr>
          </a:p>
          <a:p>
            <a:pPr marL="897255" lvl="1" indent="0">
              <a:lnSpc>
                <a:spcPct val="80000"/>
              </a:lnSpc>
              <a:spcBef>
                <a:spcPts val="0"/>
              </a:spcBef>
              <a:buNone/>
            </a:pPr>
            <a:r>
              <a:rPr lang="en-US" sz="1000" b="1" dirty="0">
                <a:solidFill>
                  <a:srgbClr val="8A3800"/>
                </a:solidFill>
                <a:latin typeface="Courier New Bold" panose="02070609020205020404" pitchFamily="49" charset="0"/>
                <a:ea typeface="MS Mincho"/>
                <a:cs typeface="Courier New" panose="02070309020205020404" pitchFamily="49" charset="0"/>
              </a:rPr>
              <a:t>return</a:t>
            </a:r>
            <a:r>
              <a:rPr lang="en-US" sz="1000" dirty="0">
                <a:solidFill>
                  <a:srgbClr val="8A3800"/>
                </a:solidFill>
                <a:latin typeface="Times" panose="02020603050405020304" pitchFamily="18" charset="0"/>
                <a:ea typeface="MS Mincho"/>
                <a:cs typeface="Bank Gothic Bold"/>
              </a:rPr>
              <a:t> </a:t>
            </a:r>
            <a:r>
              <a:rPr lang="en-US" sz="1000" b="1" dirty="0" smtClean="0">
                <a:solidFill>
                  <a:srgbClr val="8A3800"/>
                </a:solidFill>
                <a:latin typeface="Courier New Bold" panose="02070609020205020404" pitchFamily="49" charset="0"/>
                <a:ea typeface="MS Mincho"/>
                <a:cs typeface="Courier New" panose="02070309020205020404" pitchFamily="49" charset="0"/>
              </a:rPr>
              <a:t>None</a:t>
            </a:r>
            <a:endParaRPr lang="en-IN" sz="1000" dirty="0">
              <a:solidFill>
                <a:srgbClr val="8A3800"/>
              </a:solidFill>
            </a:endParaRP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594424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smtClean="0"/>
              <a:t>Coding an Interface in Python </a:t>
            </a:r>
            <a:r>
              <a:rPr lang="en-US" sz="2000" dirty="0" smtClean="0"/>
              <a:t>(3 of 3)</a:t>
            </a:r>
            <a:endParaRPr lang="en-US" sz="2000" dirty="0"/>
          </a:p>
        </p:txBody>
      </p:sp>
      <p:sp>
        <p:nvSpPr>
          <p:cNvPr id="3" name="Content Placeholder 2"/>
          <p:cNvSpPr>
            <a:spLocks noGrp="1"/>
          </p:cNvSpPr>
          <p:nvPr>
            <p:ph idx="1"/>
          </p:nvPr>
        </p:nvSpPr>
        <p:spPr>
          <a:xfrm>
            <a:off x="628650" y="1371601"/>
            <a:ext cx="8286750" cy="609599"/>
          </a:xfrm>
        </p:spPr>
        <p:txBody>
          <a:bodyPr>
            <a:normAutofit/>
          </a:bodyPr>
          <a:lstStyle/>
          <a:p>
            <a:pPr marL="291600" indent="-291600">
              <a:spcBef>
                <a:spcPts val="1000"/>
              </a:spcBef>
            </a:pPr>
            <a:r>
              <a:rPr lang="en-US" dirty="0"/>
              <a:t>Listing of the bag interface, as defined in the class </a:t>
            </a:r>
            <a:r>
              <a:rPr lang="en-US" b="1" dirty="0">
                <a:latin typeface="Courier New" panose="02070309020205020404" pitchFamily="49" charset="0"/>
                <a:cs typeface="Courier New" panose="02070309020205020404" pitchFamily="49" charset="0"/>
              </a:rPr>
              <a:t>BagInterface</a:t>
            </a:r>
            <a:r>
              <a:rPr lang="en-US" dirty="0"/>
              <a:t> (continued</a:t>
            </a:r>
            <a:r>
              <a:rPr lang="en-US" dirty="0" smtClean="0"/>
              <a:t>):</a:t>
            </a:r>
            <a:endParaRPr lang="en-US" dirty="0"/>
          </a:p>
        </p:txBody>
      </p:sp>
      <p:sp>
        <p:nvSpPr>
          <p:cNvPr id="5" name="Content Placeholder 4"/>
          <p:cNvSpPr>
            <a:spLocks noGrp="1"/>
          </p:cNvSpPr>
          <p:nvPr>
            <p:ph sz="quarter" idx="12"/>
          </p:nvPr>
        </p:nvSpPr>
        <p:spPr>
          <a:xfrm>
            <a:off x="423272" y="2106440"/>
            <a:ext cx="7219950" cy="3971454"/>
          </a:xfrm>
        </p:spPr>
        <p:txBody>
          <a:bodyPr>
            <a:normAutofit fontScale="70000" lnSpcReduction="20000"/>
          </a:bodyPr>
          <a:lstStyle/>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__add__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new</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bag</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containing</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contents</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and</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other."""</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endParaRPr lang="en-US" sz="1300" dirty="0">
              <a:solidFill>
                <a:srgbClr val="8A3800"/>
              </a:solidFill>
              <a:latin typeface="Bank Gothic Bold"/>
              <a:ea typeface="MS Mincho"/>
              <a:cs typeface="Bank Gothic Bold"/>
            </a:endParaRPr>
          </a:p>
          <a:p>
            <a:pPr marL="531495"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eq</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True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equals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other,</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or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False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otherwise."""</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False</a:t>
            </a:r>
            <a:endParaRPr lang="en-US" sz="1300" dirty="0">
              <a:solidFill>
                <a:srgbClr val="8A3800"/>
              </a:solidFill>
              <a:latin typeface="Bank Gothic Bold"/>
              <a:ea typeface="MS Mincho"/>
              <a:cs typeface="Bank Gothic Bold"/>
            </a:endParaRPr>
          </a:p>
          <a:p>
            <a:pPr marL="531495"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count</a:t>
            </a:r>
            <a:r>
              <a:rPr lang="en-US" b="1" dirty="0">
                <a:latin typeface="Courier New Bold" panose="02070609020205020404" pitchFamily="49" charset="0"/>
                <a:ea typeface="MS Mincho"/>
                <a:cs typeface="Courier New" panose="02070309020205020404" pitchFamily="49" charset="0"/>
              </a:rPr>
              <a:t>(self, item):</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number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instances of 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0</a:t>
            </a:r>
            <a:endParaRPr lang="en-US" sz="1300" dirty="0">
              <a:latin typeface="Bank Gothic Bold"/>
              <a:ea typeface="MS Mincho"/>
              <a:cs typeface="Bank Gothic Bold"/>
            </a:endParaRPr>
          </a:p>
          <a:p>
            <a:pPr marL="531495"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53149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Bold" panose="02070609020205020404" pitchFamily="49" charset="0"/>
                <a:ea typeface="MS Mincho"/>
                <a:cs typeface="Courier New" panose="02070309020205020404" pitchFamily="49" charset="0"/>
              </a:rPr>
              <a:t>Mutator</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methods</a:t>
            </a:r>
            <a:endParaRPr lang="en-US" sz="1300" dirty="0">
              <a:solidFill>
                <a:srgbClr val="C00000"/>
              </a:solidFill>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clear</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"""Makes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become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empty."""</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pass</a:t>
            </a:r>
            <a:endParaRPr lang="en-US" sz="1300" dirty="0">
              <a:solidFill>
                <a:srgbClr val="8A3800"/>
              </a:solidFill>
              <a:latin typeface="Bank Gothic Bold"/>
              <a:ea typeface="MS Mincho"/>
              <a:cs typeface="Bank Gothic Bold"/>
            </a:endParaRPr>
          </a:p>
          <a:p>
            <a:pPr marL="531495"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add</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"""Adds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to</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pass</a:t>
            </a:r>
            <a:endParaRPr lang="en-US" sz="1300" dirty="0">
              <a:solidFill>
                <a:srgbClr val="8A3800"/>
              </a:solidFill>
              <a:latin typeface="Bank Gothic Bold"/>
              <a:ea typeface="MS Mincho"/>
              <a:cs typeface="Bank Gothic Bold"/>
            </a:endParaRPr>
          </a:p>
          <a:p>
            <a:pPr marL="531495"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remove</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"""Precondition: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Raises:</a:t>
            </a:r>
            <a:r>
              <a:rPr lang="en-US" dirty="0">
                <a:solidFill>
                  <a:srgbClr val="006800"/>
                </a:solidFill>
                <a:latin typeface="Times" panose="02020603050405020304" pitchFamily="18" charset="0"/>
                <a:ea typeface="MS Mincho"/>
                <a:cs typeface="Bank Gothic Bold"/>
              </a:rPr>
              <a:t> </a:t>
            </a:r>
            <a:r>
              <a:rPr lang="en-US" b="1" dirty="0" err="1">
                <a:solidFill>
                  <a:srgbClr val="006800"/>
                </a:solidFill>
                <a:latin typeface="Courier New Bold" panose="02070609020205020404" pitchFamily="49" charset="0"/>
                <a:ea typeface="MS Mincho"/>
                <a:cs typeface="Courier New" panose="02070309020205020404" pitchFamily="49" charset="0"/>
              </a:rPr>
              <a:t>KeyError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not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err="1">
                <a:solidFill>
                  <a:srgbClr val="006800"/>
                </a:solidFill>
                <a:latin typeface="Courier New Bold" panose="02070609020205020404" pitchFamily="49" charset="0"/>
                <a:ea typeface="MS Mincho"/>
                <a:cs typeface="Courier New" panose="02070309020205020404" pitchFamily="49" charset="0"/>
              </a:rPr>
              <a:t>Postcondition</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removed</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from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342900" lvl="1" indent="0">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  </a:t>
            </a:r>
            <a:r>
              <a:rPr lang="en-US" b="1" dirty="0" smtClean="0">
                <a:solidFill>
                  <a:srgbClr val="8A3800"/>
                </a:solidFill>
                <a:latin typeface="Courier New Bold" panose="02070609020205020404" pitchFamily="49" charset="0"/>
                <a:ea typeface="MS Mincho"/>
                <a:cs typeface="Courier New" panose="02070309020205020404" pitchFamily="49" charset="0"/>
              </a:rPr>
              <a:t>Pass</a:t>
            </a:r>
            <a:endParaRPr lang="en-IN" dirty="0">
              <a:solidFill>
                <a:srgbClr val="8A3800"/>
              </a:solidFill>
            </a:endParaRP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516382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Developing an Array-Based Implementation</a:t>
            </a:r>
          </a:p>
        </p:txBody>
      </p:sp>
      <p:sp>
        <p:nvSpPr>
          <p:cNvPr id="3" name="Content Placeholder 2"/>
          <p:cNvSpPr>
            <a:spLocks noGrp="1"/>
          </p:cNvSpPr>
          <p:nvPr>
            <p:ph idx="1"/>
          </p:nvPr>
        </p:nvSpPr>
        <p:spPr>
          <a:xfrm>
            <a:off x="628650" y="1825625"/>
            <a:ext cx="7886700" cy="3279775"/>
          </a:xfrm>
        </p:spPr>
        <p:txBody>
          <a:bodyPr/>
          <a:lstStyle/>
          <a:p>
            <a:pPr marL="291600" indent="-291600">
              <a:spcBef>
                <a:spcPts val="1000"/>
              </a:spcBef>
            </a:pPr>
            <a:r>
              <a:rPr lang="en-US" dirty="0"/>
              <a:t>This section covers developing an array-based implementation of the bag interface, called </a:t>
            </a:r>
            <a:r>
              <a:rPr lang="en-US" b="1" dirty="0">
                <a:latin typeface="Courier New" panose="02070309020205020404" pitchFamily="49" charset="0"/>
                <a:cs typeface="Courier New" panose="02070309020205020404" pitchFamily="49" charset="0"/>
              </a:rPr>
              <a:t>ArrayBag</a:t>
            </a:r>
          </a:p>
          <a:p>
            <a:pPr marL="291600" indent="-291600">
              <a:spcBef>
                <a:spcPts val="1000"/>
              </a:spcBef>
            </a:pPr>
            <a:r>
              <a:rPr lang="en-US" dirty="0"/>
              <a:t>The design and implementation of the class consists of two steps:</a:t>
            </a:r>
          </a:p>
          <a:p>
            <a:pPr lvl="1">
              <a:spcBef>
                <a:spcPts val="1000"/>
              </a:spcBef>
            </a:pPr>
            <a:r>
              <a:rPr lang="en-US" dirty="0"/>
              <a:t>Choose an appropriate data structure to contain the collection’s items and determine any other data that might be needed to represent the state of the collection (these data are assigned to instance variables in the </a:t>
            </a:r>
            <a:r>
              <a:rPr lang="en-US" b="1" dirty="0">
                <a:latin typeface="Courier New" panose="02070309020205020404" pitchFamily="49" charset="0"/>
                <a:cs typeface="Courier New" panose="02070309020205020404" pitchFamily="49" charset="0"/>
              </a:rPr>
              <a:t>_init_ method</a:t>
            </a:r>
            <a:r>
              <a:rPr lang="en-US" dirty="0"/>
              <a:t>)</a:t>
            </a:r>
          </a:p>
          <a:p>
            <a:pPr lvl="1">
              <a:spcBef>
                <a:spcPts val="1000"/>
              </a:spcBef>
            </a:pPr>
            <a:r>
              <a:rPr lang="en-US" dirty="0"/>
              <a:t>Complete the code for the methods specified in the interface</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941709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Choose and Initialize the Data Structures </a:t>
            </a:r>
            <a:r>
              <a:rPr lang="en-US" sz="2000" dirty="0"/>
              <a:t>(1 of 3)</a:t>
            </a:r>
          </a:p>
        </p:txBody>
      </p:sp>
      <p:sp>
        <p:nvSpPr>
          <p:cNvPr id="3" name="Content Placeholder 2"/>
          <p:cNvSpPr>
            <a:spLocks noGrp="1"/>
          </p:cNvSpPr>
          <p:nvPr>
            <p:ph idx="1"/>
          </p:nvPr>
        </p:nvSpPr>
        <p:spPr>
          <a:xfrm>
            <a:off x="628650" y="1825625"/>
            <a:ext cx="7886700" cy="3203575"/>
          </a:xfrm>
        </p:spPr>
        <p:txBody>
          <a:bodyPr/>
          <a:lstStyle/>
          <a:p>
            <a:pPr marL="291600" indent="-291600">
              <a:spcBef>
                <a:spcPts val="1000"/>
              </a:spcBef>
            </a:pPr>
            <a:r>
              <a:rPr lang="en-US" dirty="0"/>
              <a:t>An array-based implementation</a:t>
            </a:r>
          </a:p>
          <a:p>
            <a:pPr lvl="1">
              <a:spcBef>
                <a:spcPts val="1000"/>
              </a:spcBef>
            </a:pPr>
            <a:r>
              <a:rPr lang="en-US" dirty="0"/>
              <a:t>Each object of type </a:t>
            </a:r>
            <a:r>
              <a:rPr lang="en-US" b="1" dirty="0">
                <a:latin typeface="Courier New" panose="02070309020205020404" pitchFamily="49" charset="0"/>
                <a:cs typeface="Courier New" panose="02070309020205020404" pitchFamily="49" charset="0"/>
              </a:rPr>
              <a:t>ArrayBag</a:t>
            </a:r>
            <a:r>
              <a:rPr lang="en-US" dirty="0"/>
              <a:t> contains an array of the items in the bag</a:t>
            </a:r>
          </a:p>
          <a:p>
            <a:pPr lvl="1">
              <a:spcBef>
                <a:spcPts val="1000"/>
              </a:spcBef>
            </a:pPr>
            <a:r>
              <a:rPr lang="en-US" dirty="0"/>
              <a:t>Can be an instance of the </a:t>
            </a:r>
            <a:r>
              <a:rPr lang="en-US" b="1" dirty="0">
                <a:latin typeface="Courier New" panose="02070309020205020404" pitchFamily="49" charset="0"/>
                <a:cs typeface="Courier New" panose="02070309020205020404" pitchFamily="49" charset="0"/>
              </a:rPr>
              <a:t>Array</a:t>
            </a:r>
            <a:r>
              <a:rPr lang="en-US" dirty="0"/>
              <a:t> class or another array-based collection, such as Python’s </a:t>
            </a:r>
            <a:r>
              <a:rPr lang="en-US" b="1" dirty="0">
                <a:latin typeface="Courier New" panose="02070309020205020404" pitchFamily="49" charset="0"/>
                <a:cs typeface="Courier New" panose="02070309020205020404" pitchFamily="49" charset="0"/>
              </a:rPr>
              <a:t>list</a:t>
            </a:r>
            <a:r>
              <a:rPr lang="en-US" dirty="0"/>
              <a:t> type</a:t>
            </a:r>
          </a:p>
          <a:p>
            <a:pPr marL="291600" indent="-291600">
              <a:spcBef>
                <a:spcPts val="1000"/>
              </a:spcBef>
            </a:pPr>
            <a:r>
              <a:rPr lang="en-US" dirty="0"/>
              <a:t>After initializing the two instance variables, the </a:t>
            </a:r>
            <a:r>
              <a:rPr lang="en-US" b="1" dirty="0">
                <a:latin typeface="Courier New" panose="02070309020205020404" pitchFamily="49" charset="0"/>
                <a:cs typeface="Courier New" panose="02070309020205020404" pitchFamily="49" charset="0"/>
              </a:rPr>
              <a:t>__init__</a:t>
            </a:r>
            <a:r>
              <a:rPr lang="en-US" dirty="0">
                <a:latin typeface="Courier New" panose="02070309020205020404" pitchFamily="49" charset="0"/>
                <a:cs typeface="Courier New" panose="02070309020205020404" pitchFamily="49" charset="0"/>
              </a:rPr>
              <a:t> </a:t>
            </a:r>
            <a:r>
              <a:rPr lang="en-US" dirty="0"/>
              <a:t>method must deal with the possibility that its caller has provided a source collection parameter:</a:t>
            </a:r>
          </a:p>
          <a:p>
            <a:pPr lvl="1">
              <a:spcBef>
                <a:spcPts val="1000"/>
              </a:spcBef>
            </a:pPr>
            <a:r>
              <a:rPr lang="en-US" dirty="0"/>
              <a:t>If that is the case, all the data in the source collection must be added to the new </a:t>
            </a:r>
            <a:r>
              <a:rPr lang="en-US" sz="2100" b="1" dirty="0">
                <a:latin typeface="Courier New" panose="02070309020205020404" pitchFamily="49" charset="0"/>
                <a:cs typeface="Courier New" panose="02070309020205020404" pitchFamily="49" charset="0"/>
              </a:rPr>
              <a:t>ArrayBag</a:t>
            </a:r>
            <a:r>
              <a:rPr lang="en-US" dirty="0"/>
              <a:t> object</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742391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Choose and Initialize the Data Structures </a:t>
            </a:r>
            <a:r>
              <a:rPr lang="en-US" sz="2000" dirty="0"/>
              <a:t>(2 of 3)</a:t>
            </a:r>
          </a:p>
        </p:txBody>
      </p:sp>
      <p:sp>
        <p:nvSpPr>
          <p:cNvPr id="3" name="Content Placeholder 2"/>
          <p:cNvSpPr>
            <a:spLocks noGrp="1"/>
          </p:cNvSpPr>
          <p:nvPr>
            <p:ph idx="1"/>
          </p:nvPr>
        </p:nvSpPr>
        <p:spPr>
          <a:xfrm>
            <a:off x="628650" y="1825625"/>
            <a:ext cx="7886700" cy="2060575"/>
          </a:xfrm>
        </p:spPr>
        <p:txBody>
          <a:bodyPr/>
          <a:lstStyle/>
          <a:p>
            <a:pPr marL="291600" indent="-291600">
              <a:spcBef>
                <a:spcPts val="1000"/>
              </a:spcBef>
            </a:pPr>
            <a:r>
              <a:rPr lang="en-US" dirty="0"/>
              <a:t>The code for this part of the design is easy to create</a:t>
            </a:r>
          </a:p>
          <a:p>
            <a:pPr marL="291600" indent="-291600">
              <a:spcBef>
                <a:spcPts val="1000"/>
              </a:spcBef>
            </a:pPr>
            <a:r>
              <a:rPr lang="en-US" dirty="0"/>
              <a:t>You just make a copy of the bag interface file, </a:t>
            </a:r>
            <a:r>
              <a:rPr lang="en-US" b="1" dirty="0">
                <a:latin typeface="Courier New" panose="02070309020205020404" pitchFamily="49" charset="0"/>
                <a:cs typeface="Courier New" panose="02070309020205020404" pitchFamily="49" charset="0"/>
              </a:rPr>
              <a:t>baginterface.py</a:t>
            </a:r>
            <a:r>
              <a:rPr lang="en-US" dirty="0"/>
              <a:t>, and rename it to </a:t>
            </a:r>
            <a:r>
              <a:rPr lang="en-US" b="1" dirty="0">
                <a:latin typeface="Courier New" panose="02070309020205020404" pitchFamily="49" charset="0"/>
                <a:cs typeface="Courier New" panose="02070309020205020404" pitchFamily="49" charset="0"/>
              </a:rPr>
              <a:t>arraybag.py</a:t>
            </a:r>
          </a:p>
          <a:p>
            <a:pPr marL="291600" indent="-291600">
              <a:spcBef>
                <a:spcPts val="1000"/>
              </a:spcBef>
            </a:pPr>
            <a:r>
              <a:rPr lang="en-US" dirty="0"/>
              <a:t>You then add an </a:t>
            </a:r>
            <a:r>
              <a:rPr lang="en-US" b="1" dirty="0">
                <a:latin typeface="Courier New" panose="02070309020205020404" pitchFamily="49" charset="0"/>
                <a:cs typeface="Courier New" panose="02070309020205020404" pitchFamily="49" charset="0"/>
              </a:rPr>
              <a:t>import</a:t>
            </a:r>
            <a:r>
              <a:rPr lang="en-US" dirty="0"/>
              <a:t> statement for the array, rename the class to </a:t>
            </a:r>
            <a:r>
              <a:rPr lang="en-US" b="1" dirty="0">
                <a:latin typeface="Courier New" panose="02070309020205020404" pitchFamily="49" charset="0"/>
                <a:cs typeface="Courier New" panose="02070309020205020404" pitchFamily="49" charset="0"/>
              </a:rPr>
              <a:t>ArrayBag</a:t>
            </a:r>
            <a:r>
              <a:rPr lang="en-US" dirty="0"/>
              <a:t>, add a class variable for the default capacity, and complete the </a:t>
            </a:r>
            <a:r>
              <a:rPr lang="en-US" b="1" dirty="0">
                <a:latin typeface="Courier New" panose="02070309020205020404" pitchFamily="49" charset="0"/>
                <a:cs typeface="Courier New" panose="02070309020205020404" pitchFamily="49" charset="0"/>
              </a:rPr>
              <a:t>__init__</a:t>
            </a:r>
            <a:r>
              <a:rPr lang="en-US" dirty="0">
                <a:latin typeface="Courier New" panose="02070309020205020404" pitchFamily="49" charset="0"/>
                <a:cs typeface="Courier New" panose="02070309020205020404" pitchFamily="49" charset="0"/>
              </a:rPr>
              <a:t> </a:t>
            </a:r>
            <a:r>
              <a:rPr lang="en-US" dirty="0"/>
              <a:t>method</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835867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Choose and Initialize the Data Structures </a:t>
            </a:r>
            <a:r>
              <a:rPr lang="en-US" sz="2000" dirty="0"/>
              <a:t>(3 of 3)</a:t>
            </a:r>
          </a:p>
        </p:txBody>
      </p:sp>
      <p:sp>
        <p:nvSpPr>
          <p:cNvPr id="3" name="Content Placeholder 2"/>
          <p:cNvSpPr>
            <a:spLocks noGrp="1"/>
          </p:cNvSpPr>
          <p:nvPr>
            <p:ph idx="1"/>
          </p:nvPr>
        </p:nvSpPr>
        <p:spPr>
          <a:xfrm>
            <a:off x="628650" y="1825625"/>
            <a:ext cx="7886700" cy="4117975"/>
          </a:xfrm>
        </p:spPr>
        <p:txBody>
          <a:bodyPr>
            <a:normAutofit fontScale="92500" lnSpcReduction="2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arraybag.py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Ken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arrays</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Array</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ArrayBag</a:t>
            </a:r>
            <a:r>
              <a:rPr lang="en-US" b="1" dirty="0">
                <a:latin typeface="Courier New Bold" panose="02070609020205020404" pitchFamily="49" charset="0"/>
                <a:ea typeface="MS Mincho"/>
                <a:cs typeface="Courier New" panose="02070309020205020404" pitchFamily="49" charset="0"/>
              </a:rPr>
              <a:t>(</a:t>
            </a:r>
            <a:r>
              <a:rPr lang="en-US" b="1" dirty="0">
                <a:solidFill>
                  <a:srgbClr val="660066"/>
                </a:solidFill>
                <a:latin typeface="Courier New Bold" panose="02070609020205020404" pitchFamily="49" charset="0"/>
                <a:ea typeface="MS Mincho"/>
                <a:cs typeface="Courier New" panose="02070309020205020404" pitchFamily="49" charset="0"/>
              </a:rPr>
              <a:t>object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array-based</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bag</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implementation."""</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endParaRPr lang="en-US" sz="1300" dirty="0">
              <a:solidFill>
                <a:srgbClr val="C00000"/>
              </a:solidFill>
              <a:latin typeface="Bank Gothic Bold"/>
              <a:ea typeface="MS Mincho"/>
              <a:cs typeface="Bank Gothic Bold"/>
            </a:endParaRPr>
          </a:p>
          <a:p>
            <a:pPr marL="53149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Class</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variable</a:t>
            </a:r>
            <a:endParaRPr lang="en-US" sz="1300" dirty="0">
              <a:solidFill>
                <a:srgbClr val="C00000"/>
              </a:solidFill>
              <a:latin typeface="Bank Gothic Bold"/>
              <a:ea typeface="MS Mincho"/>
              <a:cs typeface="Bank Gothic Bold"/>
            </a:endParaRPr>
          </a:p>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DEFAULT_CAPACITY</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10</a:t>
            </a:r>
            <a:endParaRPr lang="en-US" sz="1300" dirty="0">
              <a:latin typeface="Bank Gothic Bold"/>
              <a:ea typeface="MS Mincho"/>
              <a:cs typeface="Bank Gothic Bold"/>
            </a:endParaRPr>
          </a:p>
          <a:p>
            <a:pPr marL="531495"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53149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Constructor</a:t>
            </a:r>
            <a:endParaRPr lang="en-US" sz="1300" dirty="0">
              <a:solidFill>
                <a:srgbClr val="C00000"/>
              </a:solidFill>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__init__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sourceCollection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"""Sets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initial</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state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which</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includes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contents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sourceCollection,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a:t>
            </a:r>
            <a:r>
              <a:rPr lang="en-US" dirty="0">
                <a:solidFill>
                  <a:srgbClr val="006800"/>
                </a:solidFill>
                <a:latin typeface="Times" panose="02020603050405020304" pitchFamily="18"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present."""</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latin typeface="Courier New Bold" panose="02070609020205020404" pitchFamily="49" charset="0"/>
                <a:ea typeface="MS Mincho"/>
                <a:cs typeface="Courier New" panose="02070309020205020404" pitchFamily="49" charset="0"/>
              </a:rPr>
              <a:t>self.items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Array(ArrayBag.DEFAULT_CAPACITY)</a:t>
            </a:r>
            <a:endParaRPr lang="en-US" sz="1300" dirty="0">
              <a:latin typeface="Bank Gothic Bold"/>
              <a:ea typeface="MS Mincho"/>
              <a:cs typeface="Bank Gothic Bold"/>
            </a:endParaRPr>
          </a:p>
          <a:p>
            <a:pPr marL="897255" lvl="1" indent="0">
              <a:spcBef>
                <a:spcPts val="0"/>
              </a:spcBef>
              <a:buNone/>
            </a:pPr>
            <a:r>
              <a:rPr lang="en-US" b="1" dirty="0">
                <a:latin typeface="Courier New Bold" panose="02070609020205020404" pitchFamily="49" charset="0"/>
                <a:ea typeface="MS Mincho"/>
                <a:cs typeface="Courier New" panose="02070309020205020404" pitchFamily="49" charset="0"/>
              </a:rPr>
              <a:t>self.size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0</a:t>
            </a:r>
            <a:endParaRPr lang="en-US" sz="1300" dirty="0">
              <a:latin typeface="Bank Gothic Bold"/>
              <a:ea typeface="MS Mincho"/>
              <a:cs typeface="Bank Gothic Bold"/>
            </a:endParaRPr>
          </a:p>
          <a:p>
            <a:pPr marL="8972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sourceCollection:</a:t>
            </a:r>
            <a:endParaRPr lang="en-US" sz="1300" dirty="0">
              <a:latin typeface="Bank Gothic Bold"/>
              <a:ea typeface="MS Mincho"/>
              <a:cs typeface="Bank Gothic Bold"/>
            </a:endParaRPr>
          </a:p>
          <a:p>
            <a:pPr marL="125730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sourceCollection:</a:t>
            </a:r>
            <a:endParaRPr lang="en-US" sz="1300"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		   self.add(item)</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551098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01674"/>
          </a:xfrm>
        </p:spPr>
        <p:txBody>
          <a:bodyPr/>
          <a:lstStyle/>
          <a:p>
            <a:r>
              <a:rPr lang="en-US" b="1" dirty="0"/>
              <a:t>Complete the Easy Methods First </a:t>
            </a:r>
            <a:r>
              <a:rPr lang="en-US" sz="2000" dirty="0"/>
              <a:t>(1 of 2)</a:t>
            </a:r>
          </a:p>
        </p:txBody>
      </p:sp>
      <p:sp>
        <p:nvSpPr>
          <p:cNvPr id="3" name="Content Placeholder 2"/>
          <p:cNvSpPr>
            <a:spLocks noGrp="1"/>
          </p:cNvSpPr>
          <p:nvPr>
            <p:ph idx="1"/>
          </p:nvPr>
        </p:nvSpPr>
        <p:spPr>
          <a:xfrm>
            <a:off x="628650" y="1752600"/>
            <a:ext cx="7886700" cy="990599"/>
          </a:xfrm>
        </p:spPr>
        <p:txBody>
          <a:bodyPr>
            <a:normAutofit lnSpcReduction="10000"/>
          </a:bodyPr>
          <a:lstStyle/>
          <a:p>
            <a:pPr marL="291600" indent="-291600">
              <a:spcBef>
                <a:spcPts val="1000"/>
              </a:spcBef>
            </a:pPr>
            <a:r>
              <a:rPr lang="en-US" dirty="0"/>
              <a:t>Simplest methods in this interface:</a:t>
            </a:r>
          </a:p>
          <a:p>
            <a:pPr lvl="1">
              <a:spcBef>
                <a:spcPts val="1000"/>
              </a:spcBef>
            </a:pPr>
            <a:r>
              <a:rPr lang="en-US" b="1" dirty="0">
                <a:latin typeface="Courier New" panose="02070309020205020404" pitchFamily="49" charset="0"/>
                <a:cs typeface="Courier New" panose="02070309020205020404" pitchFamily="49" charset="0"/>
              </a:rPr>
              <a:t>IsEmpty</a:t>
            </a:r>
            <a:r>
              <a:rPr lang="en-US" dirty="0"/>
              <a:t>, </a:t>
            </a:r>
            <a:r>
              <a:rPr lang="en-US" b="1" dirty="0">
                <a:latin typeface="Courier New" panose="02070309020205020404" pitchFamily="49" charset="0"/>
                <a:cs typeface="Courier New" panose="02070309020205020404" pitchFamily="49" charset="0"/>
              </a:rPr>
              <a:t>_len_,</a:t>
            </a:r>
            <a:r>
              <a:rPr lang="en-US" dirty="0"/>
              <a:t> </a:t>
            </a:r>
            <a:r>
              <a:rPr lang="en-US" b="1" dirty="0">
                <a:latin typeface="Courier New" panose="02070309020205020404" pitchFamily="49" charset="0"/>
                <a:cs typeface="Courier New" panose="02070309020205020404" pitchFamily="49" charset="0"/>
              </a:rPr>
              <a:t>clear, and add</a:t>
            </a:r>
          </a:p>
          <a:p>
            <a:pPr marL="291600" indent="-291600">
              <a:spcBef>
                <a:spcPts val="1000"/>
              </a:spcBef>
            </a:pPr>
            <a:r>
              <a:rPr lang="en-US" dirty="0"/>
              <a:t>Code for these four </a:t>
            </a:r>
            <a:r>
              <a:rPr lang="en-US" dirty="0" smtClean="0"/>
              <a:t>methods:</a:t>
            </a:r>
            <a:endParaRPr lang="en-US" dirty="0"/>
          </a:p>
        </p:txBody>
      </p:sp>
      <p:sp>
        <p:nvSpPr>
          <p:cNvPr id="5" name="Content Placeholder 4"/>
          <p:cNvSpPr>
            <a:spLocks noGrp="1"/>
          </p:cNvSpPr>
          <p:nvPr>
            <p:ph sz="quarter" idx="12"/>
          </p:nvPr>
        </p:nvSpPr>
        <p:spPr>
          <a:xfrm>
            <a:off x="789159" y="2819400"/>
            <a:ext cx="7391400" cy="3276600"/>
          </a:xfrm>
        </p:spPr>
        <p:txBody>
          <a:bodyPr>
            <a:normAutofit fontScale="77500" lnSpcReduction="20000"/>
          </a:bodyPr>
          <a:lstStyle/>
          <a:p>
            <a:pPr marL="171450" lvl="1" indent="0">
              <a:spcBef>
                <a:spcPts val="0"/>
              </a:spcBef>
              <a:buNone/>
            </a:pPr>
            <a:endParaRPr lang="en-US" b="1" dirty="0">
              <a:solidFill>
                <a:srgbClr val="FF0000"/>
              </a:solidFill>
              <a:latin typeface="Courier New Bold" panose="02070609020205020404" pitchFamily="49" charset="0"/>
              <a:ea typeface="MS Mincho"/>
              <a:cs typeface="Courier New" panose="02070309020205020404" pitchFamily="49" charset="0"/>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Bold" panose="02070609020205020404" pitchFamily="49" charset="0"/>
                <a:ea typeface="MS Mincho"/>
                <a:cs typeface="Courier New" panose="02070309020205020404" pitchFamily="49" charset="0"/>
              </a:rPr>
              <a:t>Accessor</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methods</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err="1">
                <a:solidFill>
                  <a:srgbClr val="0000FF"/>
                </a:solidFill>
                <a:latin typeface="Courier New Bold" panose="02070609020205020404" pitchFamily="49" charset="0"/>
                <a:ea typeface="MS Mincho"/>
                <a:cs typeface="Courier New" panose="02070309020205020404" pitchFamily="49" charset="0"/>
              </a:rPr>
              <a:t>isEmpty</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True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if</a:t>
            </a:r>
            <a:r>
              <a:rPr lang="en-US" dirty="0">
                <a:solidFill>
                  <a:srgbClr val="006800"/>
                </a:solidFill>
                <a:latin typeface="Times" panose="02020603050405020304" pitchFamily="18" charset="0"/>
                <a:ea typeface="MS Mincho"/>
                <a:cs typeface="Bank Gothic Bold"/>
              </a:rPr>
              <a:t> </a:t>
            </a:r>
            <a:r>
              <a:rPr lang="en-US" b="1" dirty="0" err="1">
                <a:solidFill>
                  <a:srgbClr val="006800"/>
                </a:solidFill>
                <a:latin typeface="Courier New Bold" panose="02070609020205020404" pitchFamily="49" charset="0"/>
                <a:ea typeface="MS Mincho"/>
                <a:cs typeface="Courier New" panose="02070309020205020404" pitchFamily="49" charset="0"/>
              </a:rPr>
              <a:t>len</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0,</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False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otherwise."""</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0</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len</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number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self.size</a:t>
            </a:r>
            <a:endParaRPr lang="en-US" sz="1300" dirty="0">
              <a:latin typeface="Bank Gothic Bold"/>
              <a:ea typeface="MS Mincho"/>
              <a:cs typeface="Bank Gothic Bold"/>
            </a:endParaRPr>
          </a:p>
          <a:p>
            <a:pPr marL="171450" lvl="1" indent="0">
              <a:spcBef>
                <a:spcPts val="0"/>
              </a:spcBef>
              <a:buNone/>
            </a:pPr>
            <a:r>
              <a:rPr lang="en-US" b="1" dirty="0">
                <a:solidFill>
                  <a:srgbClr val="FF0000"/>
                </a:solidFill>
                <a:latin typeface="Courier New Bold" panose="02070609020205020404" pitchFamily="49" charset="0"/>
                <a:ea typeface="MS Mincho"/>
                <a:cs typeface="Courier New" panose="02070309020205020404" pitchFamily="49" charset="0"/>
              </a:rPr>
              <a:t> </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Bold" panose="02070609020205020404" pitchFamily="49" charset="0"/>
                <a:ea typeface="MS Mincho"/>
                <a:cs typeface="Courier New" panose="02070309020205020404" pitchFamily="49" charset="0"/>
              </a:rPr>
              <a:t>Mutator</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methods</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clear</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"""Makes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become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empty."""</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self.size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0</a:t>
            </a:r>
            <a:endParaRPr lang="en-US" sz="1300" dirty="0">
              <a:latin typeface="Bank Gothic Bold"/>
              <a:ea typeface="MS Mincho"/>
              <a:cs typeface="Bank Gothic Bold"/>
            </a:endParaRPr>
          </a:p>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self.items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Array(</a:t>
            </a:r>
            <a:r>
              <a:rPr lang="en-US" b="1" dirty="0" err="1">
                <a:latin typeface="Courier New Bold" panose="02070609020205020404" pitchFamily="49" charset="0"/>
                <a:ea typeface="MS Mincho"/>
                <a:cs typeface="Courier New" panose="02070309020205020404" pitchFamily="49" charset="0"/>
              </a:rPr>
              <a:t>ArrayBag.DEFAULT_CAPACITY</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add</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"""Adds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to</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Check</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array</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memory</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here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and</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increase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if</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necessary</a:t>
            </a:r>
            <a:endParaRPr lang="en-US" sz="1300" dirty="0">
              <a:solidFill>
                <a:srgbClr val="C00000"/>
              </a:solidFill>
              <a:latin typeface="Bank Gothic Bold"/>
              <a:ea typeface="MS Mincho"/>
              <a:cs typeface="Bank Gothic Bold"/>
            </a:endParaRPr>
          </a:p>
          <a:p>
            <a:pPr marL="531495" lvl="1" indent="0">
              <a:spcBef>
                <a:spcPts val="0"/>
              </a:spcBef>
              <a:buNone/>
            </a:pPr>
            <a:r>
              <a:rPr lang="en-US" b="1" dirty="0" err="1">
                <a:latin typeface="Courier New Bold" panose="02070609020205020404" pitchFamily="49" charset="0"/>
                <a:ea typeface="MS Mincho"/>
                <a:cs typeface="Courier New" panose="02070309020205020404" pitchFamily="49" charset="0"/>
              </a:rPr>
              <a:t>self.items</a:t>
            </a:r>
            <a:r>
              <a:rPr lang="en-US" b="1" dirty="0">
                <a:latin typeface="Courier New Bold" panose="02070609020205020404" pitchFamily="49" charset="0"/>
                <a:ea typeface="MS Mincho"/>
                <a:cs typeface="Courier New" panose="02070309020205020404" pitchFamily="49" charset="0"/>
              </a:rPr>
              <a:t>[</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  self.size</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1</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143726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3"/>
          </a:xfrm>
        </p:spPr>
        <p:txBody>
          <a:bodyPr/>
          <a:lstStyle/>
          <a:p>
            <a:r>
              <a:rPr lang="en-US" b="1" dirty="0"/>
              <a:t>Complete the Easy Methods </a:t>
            </a:r>
            <a:r>
              <a:rPr lang="en-US" b="1" dirty="0" smtClean="0"/>
              <a:t>First </a:t>
            </a:r>
            <a:r>
              <a:rPr lang="en-US" sz="2000" dirty="0" smtClean="0"/>
              <a:t>(2 of 2)</a:t>
            </a:r>
            <a:endParaRPr lang="en-US" sz="2000" dirty="0"/>
          </a:p>
        </p:txBody>
      </p:sp>
      <p:sp>
        <p:nvSpPr>
          <p:cNvPr id="3" name="Content Placeholder 2"/>
          <p:cNvSpPr>
            <a:spLocks noGrp="1"/>
          </p:cNvSpPr>
          <p:nvPr>
            <p:ph idx="1"/>
          </p:nvPr>
        </p:nvSpPr>
        <p:spPr>
          <a:xfrm>
            <a:off x="628650" y="1743547"/>
            <a:ext cx="7886700" cy="3810000"/>
          </a:xfrm>
        </p:spPr>
        <p:txBody>
          <a:bodyPr>
            <a:normAutofit/>
          </a:bodyPr>
          <a:lstStyle/>
          <a:p>
            <a:pPr marL="291600" indent="-291600">
              <a:spcBef>
                <a:spcPts val="1000"/>
              </a:spcBef>
            </a:pPr>
            <a:r>
              <a:rPr lang="en-US" sz="2000" dirty="0"/>
              <a:t>You should call a method or function on </a:t>
            </a:r>
            <a:r>
              <a:rPr lang="en-US" sz="2000" b="1" dirty="0">
                <a:latin typeface="Courier New" panose="02070309020205020404" pitchFamily="49" charset="0"/>
                <a:cs typeface="Courier New" panose="02070309020205020404" pitchFamily="49" charset="0"/>
              </a:rPr>
              <a:t>self</a:t>
            </a:r>
            <a:r>
              <a:rPr lang="en-US" sz="2000" dirty="0">
                <a:latin typeface="Courier New" panose="02070309020205020404" pitchFamily="49" charset="0"/>
                <a:cs typeface="Courier New" panose="02070309020205020404" pitchFamily="49" charset="0"/>
              </a:rPr>
              <a:t> </a:t>
            </a:r>
            <a:r>
              <a:rPr lang="en-US" sz="2000" dirty="0"/>
              <a:t>to get something done within a class definition, whenever possible</a:t>
            </a:r>
          </a:p>
          <a:p>
            <a:pPr marL="291600" indent="-291600">
              <a:spcBef>
                <a:spcPts val="1000"/>
              </a:spcBef>
            </a:pPr>
            <a:r>
              <a:rPr lang="en-US" sz="2000" dirty="0"/>
              <a:t>For example,</a:t>
            </a:r>
          </a:p>
          <a:p>
            <a:pPr lvl="1">
              <a:spcBef>
                <a:spcPts val="1000"/>
              </a:spcBef>
            </a:pPr>
            <a:r>
              <a:rPr lang="en-US" sz="1700" dirty="0"/>
              <a:t>Whenever you need to use the logical size of the bag within a class definition, run </a:t>
            </a:r>
            <a:r>
              <a:rPr lang="en-US" sz="1700" b="1" dirty="0">
                <a:latin typeface="Courier New" panose="02070309020205020404" pitchFamily="49" charset="0"/>
                <a:cs typeface="Courier New" panose="02070309020205020404" pitchFamily="49" charset="0"/>
              </a:rPr>
              <a:t>len(self)</a:t>
            </a:r>
            <a:r>
              <a:rPr lang="en-US" sz="1700" dirty="0"/>
              <a:t> instead of referring directly to the instance variable </a:t>
            </a:r>
            <a:r>
              <a:rPr lang="en-US" b="1" dirty="0">
                <a:latin typeface="Courier New" panose="02070309020205020404" pitchFamily="49" charset="0"/>
                <a:cs typeface="Courier New" panose="02070309020205020404" pitchFamily="49" charset="0"/>
              </a:rPr>
              <a:t>self.size</a:t>
            </a:r>
          </a:p>
          <a:p>
            <a:pPr marL="291600" indent="-291600">
              <a:spcBef>
                <a:spcPts val="1000"/>
              </a:spcBef>
            </a:pPr>
            <a:r>
              <a:rPr lang="en-US" dirty="0"/>
              <a:t>The increment of </a:t>
            </a:r>
            <a:r>
              <a:rPr lang="en-US" b="1" dirty="0">
                <a:latin typeface="Courier New" panose="02070309020205020404" pitchFamily="49" charset="0"/>
                <a:cs typeface="Courier New" panose="02070309020205020404" pitchFamily="49" charset="0"/>
              </a:rPr>
              <a:t>size</a:t>
            </a:r>
            <a:r>
              <a:rPr lang="en-US" dirty="0"/>
              <a:t> in the </a:t>
            </a:r>
            <a:r>
              <a:rPr lang="en-US" b="1" dirty="0">
                <a:latin typeface="Courier New" panose="02070309020205020404" pitchFamily="49" charset="0"/>
                <a:cs typeface="Courier New" panose="02070309020205020404" pitchFamily="49" charset="0"/>
              </a:rPr>
              <a:t>add</a:t>
            </a:r>
            <a:r>
              <a:rPr lang="en-US" dirty="0"/>
              <a:t> method</a:t>
            </a:r>
          </a:p>
          <a:p>
            <a:pPr lvl="1">
              <a:spcBef>
                <a:spcPts val="1000"/>
              </a:spcBef>
            </a:pPr>
            <a:r>
              <a:rPr lang="en-US" dirty="0"/>
              <a:t>Requires you to make the variable the target of the assignment; so you cannot avoid referring to it at that point</a:t>
            </a:r>
          </a:p>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add</a:t>
            </a:r>
            <a:r>
              <a:rPr lang="en-US" dirty="0"/>
              <a:t> method places the new item at the logical end of the array</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78870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Complete the Iterator </a:t>
            </a:r>
            <a:r>
              <a:rPr lang="en-US" sz="2000" dirty="0"/>
              <a:t>(1 of 2)</a:t>
            </a:r>
          </a:p>
        </p:txBody>
      </p:sp>
      <p:sp>
        <p:nvSpPr>
          <p:cNvPr id="3" name="Content Placeholder 2"/>
          <p:cNvSpPr>
            <a:spLocks noGrp="1"/>
          </p:cNvSpPr>
          <p:nvPr>
            <p:ph idx="1"/>
          </p:nvPr>
        </p:nvSpPr>
        <p:spPr>
          <a:xfrm>
            <a:off x="628650" y="1743547"/>
            <a:ext cx="7886700" cy="3276600"/>
          </a:xfrm>
        </p:spPr>
        <p:txBody>
          <a:bodyPr/>
          <a:lstStyle/>
          <a:p>
            <a:pPr marL="291600" indent="-291600">
              <a:spcBef>
                <a:spcPts val="1000"/>
              </a:spcBef>
            </a:pPr>
            <a:r>
              <a:rPr lang="en-US" dirty="0"/>
              <a:t>The new </a:t>
            </a:r>
            <a:r>
              <a:rPr lang="en-US" b="1" dirty="0">
                <a:latin typeface="Courier New" panose="02070309020205020404" pitchFamily="49" charset="0"/>
                <a:cs typeface="Courier New" panose="02070309020205020404" pitchFamily="49" charset="0"/>
              </a:rPr>
              <a:t>__iter__</a:t>
            </a:r>
            <a:r>
              <a:rPr lang="en-US" dirty="0">
                <a:latin typeface="Courier New" panose="02070309020205020404" pitchFamily="49" charset="0"/>
                <a:cs typeface="Courier New" panose="02070309020205020404" pitchFamily="49" charset="0"/>
              </a:rPr>
              <a:t> </a:t>
            </a:r>
            <a:r>
              <a:rPr lang="en-US" dirty="0"/>
              <a:t>method maintains a cursor that allows it to navigate through a sequence of objects:</a:t>
            </a:r>
          </a:p>
          <a:p>
            <a:pPr lvl="1">
              <a:spcBef>
                <a:spcPts val="1000"/>
              </a:spcBef>
            </a:pPr>
            <a:r>
              <a:rPr lang="en-US" dirty="0"/>
              <a:t>The caller’s </a:t>
            </a:r>
            <a:r>
              <a:rPr lang="en-US" b="1" dirty="0">
                <a:latin typeface="Courier New" panose="02070309020205020404" pitchFamily="49" charset="0"/>
                <a:cs typeface="Courier New" panose="02070309020205020404" pitchFamily="49" charset="0"/>
              </a:rPr>
              <a:t>for</a:t>
            </a:r>
            <a:r>
              <a:rPr lang="en-US" dirty="0"/>
              <a:t> loop drives this process</a:t>
            </a:r>
          </a:p>
          <a:p>
            <a:pPr marL="291600" indent="-291600">
              <a:spcBef>
                <a:spcPts val="1000"/>
              </a:spcBef>
            </a:pPr>
            <a:r>
              <a:rPr lang="en-US" dirty="0"/>
              <a:t>On each pass through the calling </a:t>
            </a:r>
            <a:r>
              <a:rPr lang="en-US" b="1" dirty="0">
                <a:latin typeface="Courier New" panose="02070309020205020404" pitchFamily="49" charset="0"/>
                <a:cs typeface="Courier New" panose="02070309020205020404" pitchFamily="49" charset="0"/>
              </a:rPr>
              <a:t>for</a:t>
            </a:r>
            <a:r>
              <a:rPr lang="en-US" dirty="0"/>
              <a:t> loop,</a:t>
            </a:r>
          </a:p>
          <a:p>
            <a:pPr lvl="1">
              <a:spcBef>
                <a:spcPts val="1000"/>
              </a:spcBef>
            </a:pPr>
            <a:r>
              <a:rPr lang="en-US" dirty="0"/>
              <a:t>The item at the cursor is yielded to the caller, and then the cursor is advanced to the next object in the sequence</a:t>
            </a:r>
          </a:p>
          <a:p>
            <a:pPr lvl="1">
              <a:spcBef>
                <a:spcPts val="1000"/>
              </a:spcBef>
            </a:pPr>
            <a:r>
              <a:rPr lang="en-US" dirty="0"/>
              <a:t>When the cursor reaches the length of the bag, the </a:t>
            </a:r>
            <a:r>
              <a:rPr lang="en-US" b="1" dirty="0">
                <a:latin typeface="Courier New" panose="02070309020205020404" pitchFamily="49" charset="0"/>
                <a:cs typeface="Courier New" panose="02070309020205020404" pitchFamily="49" charset="0"/>
              </a:rPr>
              <a:t>__iter__</a:t>
            </a:r>
            <a:r>
              <a:rPr lang="en-US" dirty="0">
                <a:latin typeface="Courier New" panose="02070309020205020404" pitchFamily="49" charset="0"/>
                <a:cs typeface="Courier New" panose="02070309020205020404" pitchFamily="49" charset="0"/>
              </a:rPr>
              <a:t> </a:t>
            </a:r>
            <a:r>
              <a:rPr lang="en-US" dirty="0"/>
              <a:t>method’s </a:t>
            </a:r>
            <a:r>
              <a:rPr lang="en-US" b="1" dirty="0">
                <a:latin typeface="Courier New" panose="02070309020205020404" pitchFamily="49" charset="0"/>
                <a:cs typeface="Courier New" panose="02070309020205020404" pitchFamily="49" charset="0"/>
              </a:rPr>
              <a:t>while</a:t>
            </a:r>
            <a:r>
              <a:rPr lang="en-US" dirty="0"/>
              <a:t> loop terminates</a:t>
            </a:r>
          </a:p>
          <a:p>
            <a:pPr lvl="1">
              <a:spcBef>
                <a:spcPts val="1000"/>
              </a:spcBef>
            </a:pPr>
            <a:r>
              <a:rPr lang="en-US" dirty="0"/>
              <a:t>Which in turn terminates the calling </a:t>
            </a:r>
            <a:r>
              <a:rPr lang="en-US" b="1" dirty="0">
                <a:latin typeface="Courier New" panose="02070309020205020404" pitchFamily="49" charset="0"/>
                <a:cs typeface="Courier New" panose="02070309020205020404" pitchFamily="49" charset="0"/>
              </a:rPr>
              <a:t>for</a:t>
            </a:r>
            <a:r>
              <a:rPr lang="en-US" dirty="0"/>
              <a:t> loop</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130330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Complete the </a:t>
            </a:r>
            <a:r>
              <a:rPr lang="en-US" b="1" dirty="0" smtClean="0"/>
              <a:t>Iterator </a:t>
            </a:r>
            <a:r>
              <a:rPr lang="en-US" sz="2000" dirty="0" smtClean="0"/>
              <a:t>(2 of 2)</a:t>
            </a:r>
            <a:endParaRPr lang="en-US" sz="2000" dirty="0"/>
          </a:p>
        </p:txBody>
      </p:sp>
      <p:sp>
        <p:nvSpPr>
          <p:cNvPr id="3" name="Content Placeholder 2"/>
          <p:cNvSpPr>
            <a:spLocks noGrp="1"/>
          </p:cNvSpPr>
          <p:nvPr>
            <p:ph idx="1"/>
          </p:nvPr>
        </p:nvSpPr>
        <p:spPr>
          <a:xfrm>
            <a:off x="628650" y="1744148"/>
            <a:ext cx="7886700" cy="384175"/>
          </a:xfrm>
        </p:spPr>
        <p:txBody>
          <a:bodyPr/>
          <a:lstStyle/>
          <a:p>
            <a:pPr marL="291600" indent="-291600">
              <a:spcBef>
                <a:spcPts val="1000"/>
              </a:spcBef>
            </a:pPr>
            <a:r>
              <a:rPr lang="en-US" dirty="0"/>
              <a:t>Code for the </a:t>
            </a:r>
            <a:r>
              <a:rPr lang="en-US" b="1" dirty="0">
                <a:latin typeface="Courier New" panose="02070309020205020404" pitchFamily="49" charset="0"/>
                <a:cs typeface="Courier New" panose="02070309020205020404" pitchFamily="49" charset="0"/>
              </a:rPr>
              <a:t>_iter_ </a:t>
            </a:r>
            <a:r>
              <a:rPr lang="en-US" dirty="0"/>
              <a:t>method</a:t>
            </a:r>
            <a:r>
              <a:rPr lang="en-US" dirty="0" smtClean="0"/>
              <a:t>:</a:t>
            </a:r>
            <a:endParaRPr lang="en-US" dirty="0"/>
          </a:p>
        </p:txBody>
      </p:sp>
      <p:sp>
        <p:nvSpPr>
          <p:cNvPr id="5" name="Content Placeholder 4"/>
          <p:cNvSpPr>
            <a:spLocks noGrp="1"/>
          </p:cNvSpPr>
          <p:nvPr>
            <p:ph sz="quarter" idx="12"/>
          </p:nvPr>
        </p:nvSpPr>
        <p:spPr>
          <a:xfrm>
            <a:off x="762000" y="2193959"/>
            <a:ext cx="7467600" cy="1752600"/>
          </a:xfrm>
        </p:spPr>
        <p:txBody>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20"/>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iter</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endParaRPr lang="en-US" dirty="0">
              <a:latin typeface="20"/>
              <a:ea typeface="MS Mincho"/>
              <a:cs typeface="20"/>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"""Supports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iteration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over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view</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cursor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0</a:t>
            </a:r>
            <a:endParaRPr lang="en-US" sz="1300" dirty="0">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while</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cursor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&lt;</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8972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yield</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self.items</a:t>
            </a:r>
            <a:r>
              <a:rPr lang="en-US" b="1" dirty="0">
                <a:latin typeface="Courier New Bold" panose="02070609020205020404" pitchFamily="49" charset="0"/>
                <a:ea typeface="MS Mincho"/>
                <a:cs typeface="Courier New" panose="02070309020205020404" pitchFamily="49" charset="0"/>
              </a:rPr>
              <a:t>[cursor]</a:t>
            </a:r>
            <a:endParaRPr lang="en-US" sz="1300"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	 cursor</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1</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8426526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Complete the Methods That Use the Iterator </a:t>
            </a:r>
            <a:r>
              <a:rPr lang="en-US" sz="2000" dirty="0"/>
              <a:t>(1 of 2)</a:t>
            </a:r>
          </a:p>
        </p:txBody>
      </p:sp>
      <p:sp>
        <p:nvSpPr>
          <p:cNvPr id="3" name="Content Placeholder 2"/>
          <p:cNvSpPr>
            <a:spLocks noGrp="1"/>
          </p:cNvSpPr>
          <p:nvPr>
            <p:ph idx="1"/>
          </p:nvPr>
        </p:nvSpPr>
        <p:spPr>
          <a:xfrm>
            <a:off x="628650" y="1825625"/>
            <a:ext cx="7886700" cy="2517775"/>
          </a:xfrm>
        </p:spPr>
        <p:txBody>
          <a:bodyPr/>
          <a:lstStyle/>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__eq__</a:t>
            </a:r>
            <a:r>
              <a:rPr lang="en-US" dirty="0">
                <a:latin typeface="Courier New" panose="02070309020205020404" pitchFamily="49" charset="0"/>
                <a:cs typeface="Courier New" panose="02070309020205020404" pitchFamily="49" charset="0"/>
              </a:rPr>
              <a:t> </a:t>
            </a:r>
            <a:r>
              <a:rPr lang="en-US" dirty="0"/>
              <a:t>method follows the rules for the equality test discussed in Chapter 2</a:t>
            </a:r>
          </a:p>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__add__</a:t>
            </a:r>
            <a:r>
              <a:rPr lang="en-US" dirty="0">
                <a:latin typeface="Courier New" panose="02070309020205020404" pitchFamily="49" charset="0"/>
                <a:cs typeface="Courier New" panose="02070309020205020404" pitchFamily="49" charset="0"/>
              </a:rPr>
              <a:t> </a:t>
            </a:r>
            <a:r>
              <a:rPr lang="en-US" dirty="0"/>
              <a:t>method follows the rules for the concatenation of two collections discussed in Chapter 2</a:t>
            </a:r>
          </a:p>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__str__</a:t>
            </a:r>
            <a:r>
              <a:rPr lang="en-US" dirty="0">
                <a:latin typeface="Courier New" panose="02070309020205020404" pitchFamily="49" charset="0"/>
                <a:cs typeface="Courier New" panose="02070309020205020404" pitchFamily="49" charset="0"/>
              </a:rPr>
              <a:t> </a:t>
            </a:r>
            <a:r>
              <a:rPr lang="en-US" dirty="0"/>
              <a:t>method uses the </a:t>
            </a:r>
            <a:r>
              <a:rPr lang="en-US" b="1" dirty="0" smtClean="0">
                <a:latin typeface="Courier New" panose="02070309020205020404" pitchFamily="49" charset="0"/>
                <a:cs typeface="Courier New" panose="02070309020205020404" pitchFamily="49" charset="0"/>
              </a:rPr>
              <a:t>map</a:t>
            </a:r>
            <a:r>
              <a:rPr lang="en-US" dirty="0">
                <a:latin typeface="Courier New" panose="02070309020205020404" pitchFamily="49" charset="0"/>
                <a:cs typeface="Courier New" panose="02070309020205020404" pitchFamily="49" charset="0"/>
              </a:rPr>
              <a:t> </a:t>
            </a:r>
            <a:r>
              <a:rPr lang="en-US" dirty="0" smtClean="0"/>
              <a:t>and </a:t>
            </a:r>
            <a:r>
              <a:rPr lang="en-US" b="1" dirty="0">
                <a:latin typeface="Courier New" panose="02070309020205020404" pitchFamily="49" charset="0"/>
                <a:cs typeface="Courier New" panose="02070309020205020404" pitchFamily="49" charset="0"/>
              </a:rPr>
              <a:t>join</a:t>
            </a:r>
            <a:r>
              <a:rPr lang="en-US" dirty="0"/>
              <a:t> operations to build a string containing the string representations of the bag’s items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9933286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Complete the Methods That Use the Iterator </a:t>
            </a:r>
            <a:r>
              <a:rPr lang="en-US" sz="2000" dirty="0"/>
              <a:t>(2 of 2)</a:t>
            </a:r>
          </a:p>
        </p:txBody>
      </p:sp>
      <p:sp>
        <p:nvSpPr>
          <p:cNvPr id="3" name="Content Placeholder 2"/>
          <p:cNvSpPr>
            <a:spLocks noGrp="1"/>
          </p:cNvSpPr>
          <p:nvPr>
            <p:ph idx="1"/>
          </p:nvPr>
        </p:nvSpPr>
        <p:spPr>
          <a:xfrm>
            <a:off x="628650" y="1816572"/>
            <a:ext cx="7886700" cy="307975"/>
          </a:xfrm>
        </p:spPr>
        <p:txBody>
          <a:bodyPr>
            <a:normAutofit/>
          </a:bodyPr>
          <a:lstStyle/>
          <a:p>
            <a:pPr marL="291600" indent="-291600">
              <a:spcBef>
                <a:spcPts val="1000"/>
              </a:spcBef>
            </a:pPr>
            <a:r>
              <a:rPr lang="en-US" dirty="0"/>
              <a:t>Code for these methods</a:t>
            </a:r>
            <a:r>
              <a:rPr lang="en-US" dirty="0" smtClean="0"/>
              <a:t>:</a:t>
            </a:r>
            <a:endParaRPr lang="en-US" dirty="0"/>
          </a:p>
        </p:txBody>
      </p:sp>
      <p:sp>
        <p:nvSpPr>
          <p:cNvPr id="5" name="Content Placeholder 4"/>
          <p:cNvSpPr>
            <a:spLocks noGrp="1"/>
          </p:cNvSpPr>
          <p:nvPr>
            <p:ph sz="quarter" idx="12"/>
          </p:nvPr>
        </p:nvSpPr>
        <p:spPr>
          <a:xfrm>
            <a:off x="762000" y="2244507"/>
            <a:ext cx="8153400" cy="3748133"/>
          </a:xfrm>
        </p:spPr>
        <p:txBody>
          <a:bodyPr>
            <a:normAutofit fontScale="85000" lnSpcReduction="20000"/>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str</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string</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representation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a:t>
            </a:r>
            <a:r>
              <a:rPr lang="en-US" b="1" dirty="0">
                <a:latin typeface="Courier New Bold" panose="02070609020205020404" pitchFamily="49" charset="0"/>
                <a:ea typeface="MS Mincho"/>
                <a:cs typeface="Courier New" panose="02070309020205020404" pitchFamily="49" charset="0"/>
              </a:rPr>
              <a:t>.join(</a:t>
            </a:r>
            <a:r>
              <a:rPr lang="en-US" b="1" dirty="0">
                <a:solidFill>
                  <a:srgbClr val="660066"/>
                </a:solidFill>
                <a:latin typeface="Courier New Bold" panose="02070609020205020404" pitchFamily="49" charset="0"/>
                <a:ea typeface="MS Mincho"/>
                <a:cs typeface="Courier New" panose="02070309020205020404" pitchFamily="49" charset="0"/>
              </a:rPr>
              <a:t>map</a:t>
            </a:r>
            <a:r>
              <a:rPr lang="en-US" b="1" dirty="0">
                <a:latin typeface="Courier New Bold" panose="02070609020205020404" pitchFamily="49" charset="0"/>
                <a:ea typeface="MS Mincho"/>
                <a:cs typeface="Courier New" panose="02070309020205020404" pitchFamily="49" charset="0"/>
              </a:rPr>
              <a:t>(</a:t>
            </a:r>
            <a:r>
              <a:rPr lang="en-US" b="1" dirty="0" err="1">
                <a:solidFill>
                  <a:srgbClr val="660066"/>
                </a:solidFill>
                <a:latin typeface="Courier New Bold" panose="02070609020205020404" pitchFamily="49" charset="0"/>
                <a:ea typeface="MS Mincho"/>
                <a:cs typeface="Courier New" panose="02070309020205020404" pitchFamily="49" charset="0"/>
              </a:rPr>
              <a:t>str</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__add__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new</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bag</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containing</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contents</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and</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other."""</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result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ArrayBag</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897255" lvl="1" indent="0">
              <a:spcBef>
                <a:spcPts val="0"/>
              </a:spcBef>
              <a:buNone/>
            </a:pPr>
            <a:r>
              <a:rPr lang="en-US" b="1" dirty="0" err="1">
                <a:latin typeface="Courier New Bold" panose="02070609020205020404" pitchFamily="49" charset="0"/>
                <a:ea typeface="MS Mincho"/>
                <a:cs typeface="Courier New" panose="02070309020205020404" pitchFamily="49" charset="0"/>
              </a:rPr>
              <a:t>result.add</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result</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eq</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True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equals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other,</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or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False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otherwise."""</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other:</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True</a:t>
            </a:r>
            <a:endParaRPr lang="en-US" sz="1300" dirty="0">
              <a:solidFill>
                <a:srgbClr val="8A3800"/>
              </a:solidFill>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type</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type</a:t>
            </a:r>
            <a:r>
              <a:rPr lang="en-US" b="1" dirty="0">
                <a:latin typeface="Courier New Bold" panose="02070609020205020404" pitchFamily="49" charset="0"/>
                <a:ea typeface="MS Mincho"/>
                <a:cs typeface="Courier New" panose="02070309020205020404" pitchFamily="49" charset="0"/>
              </a:rPr>
              <a:t>(other)</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897255" lvl="1" indent="0">
              <a:spcBef>
                <a:spcPts val="0"/>
              </a:spcBef>
              <a:buNone/>
            </a:pP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(other):</a:t>
            </a:r>
            <a:endParaRPr lang="en-US" sz="1300" dirty="0">
              <a:latin typeface="Bank Gothic Bold"/>
              <a:ea typeface="MS Mincho"/>
              <a:cs typeface="Bank Gothic Bold"/>
            </a:endParaRPr>
          </a:p>
          <a:p>
            <a:pPr marL="8972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False</a:t>
            </a:r>
            <a:endParaRPr lang="en-US" sz="1300" dirty="0">
              <a:solidFill>
                <a:srgbClr val="8A3800"/>
              </a:solidFill>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8972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self.count</a:t>
            </a:r>
            <a:r>
              <a:rPr lang="en-US" b="1" dirty="0">
                <a:latin typeface="Courier New Bold" panose="02070609020205020404" pitchFamily="49" charset="0"/>
                <a:ea typeface="MS Mincho"/>
                <a:cs typeface="Courier New" panose="02070309020205020404" pitchFamily="49" charset="0"/>
              </a:rPr>
              <a:t>(item) != other.count(item):</a:t>
            </a:r>
            <a:endParaRPr lang="en-US" sz="1300" dirty="0">
              <a:latin typeface="Bank Gothic Bold"/>
              <a:ea typeface="MS Mincho"/>
              <a:cs typeface="Bank Gothic Bold"/>
            </a:endParaRPr>
          </a:p>
          <a:p>
            <a:pPr marL="125730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False</a:t>
            </a:r>
            <a:endParaRPr lang="en-US" sz="1300" dirty="0">
              <a:solidFill>
                <a:srgbClr val="8A3800"/>
              </a:solidFill>
              <a:latin typeface="Bank Gothic Bold"/>
              <a:ea typeface="MS Mincho"/>
              <a:cs typeface="Bank Gothic Bold"/>
            </a:endParaRPr>
          </a:p>
          <a:p>
            <a:pPr marL="342900" lvl="1" indent="0">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solidFill>
                  <a:srgbClr val="8A3800"/>
                </a:solidFill>
                <a:latin typeface="Times" panose="02020603050405020304" pitchFamily="18" charset="0"/>
                <a:ea typeface="MS Mincho"/>
              </a:rPr>
              <a:t> </a:t>
            </a:r>
            <a:r>
              <a:rPr lang="en-US" b="1" dirty="0">
                <a:solidFill>
                  <a:srgbClr val="8A3800"/>
                </a:solidFill>
                <a:latin typeface="Courier New Bold" panose="02070609020205020404" pitchFamily="49" charset="0"/>
                <a:ea typeface="MS Mincho"/>
                <a:cs typeface="Courier New" panose="02070309020205020404" pitchFamily="49" charset="0"/>
              </a:rPr>
              <a:t>True</a:t>
            </a:r>
            <a:endParaRPr lang="en-IN" dirty="0">
              <a:solidFill>
                <a:srgbClr val="8A3800"/>
              </a:solidFill>
            </a:endParaRP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983369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The </a:t>
            </a:r>
            <a:r>
              <a:rPr lang="en-US" b="1" dirty="0">
                <a:latin typeface="Courier New" panose="02070309020205020404" pitchFamily="49" charset="0"/>
                <a:cs typeface="Courier New" panose="02070309020205020404" pitchFamily="49" charset="0"/>
              </a:rPr>
              <a:t>in</a:t>
            </a:r>
            <a:r>
              <a:rPr lang="en-US" b="1" dirty="0"/>
              <a:t> Operator and the </a:t>
            </a:r>
            <a:r>
              <a:rPr lang="en-US" b="1" dirty="0">
                <a:latin typeface="Courier New" panose="02070309020205020404" pitchFamily="49" charset="0"/>
                <a:cs typeface="Courier New" panose="02070309020205020404" pitchFamily="49" charset="0"/>
              </a:rPr>
              <a:t>_contains_ </a:t>
            </a:r>
            <a:r>
              <a:rPr lang="en-US" b="1" dirty="0"/>
              <a:t>Method</a:t>
            </a:r>
          </a:p>
        </p:txBody>
      </p:sp>
      <p:sp>
        <p:nvSpPr>
          <p:cNvPr id="3" name="Content Placeholder 2"/>
          <p:cNvSpPr>
            <a:spLocks noGrp="1"/>
          </p:cNvSpPr>
          <p:nvPr>
            <p:ph idx="1"/>
          </p:nvPr>
        </p:nvSpPr>
        <p:spPr>
          <a:xfrm>
            <a:off x="628650" y="1825625"/>
            <a:ext cx="7886700" cy="3889375"/>
          </a:xfrm>
        </p:spPr>
        <p:txBody>
          <a:bodyPr/>
          <a:lstStyle/>
          <a:p>
            <a:pPr marL="291600" indent="-291600">
              <a:spcBef>
                <a:spcPts val="1000"/>
              </a:spcBef>
            </a:pPr>
            <a:r>
              <a:rPr lang="en-US" dirty="0"/>
              <a:t>When Python sees the </a:t>
            </a:r>
            <a:r>
              <a:rPr lang="en-US" b="1" dirty="0">
                <a:latin typeface="Courier New" panose="02070309020205020404" pitchFamily="49" charset="0"/>
                <a:cs typeface="Courier New" panose="02070309020205020404" pitchFamily="49" charset="0"/>
              </a:rPr>
              <a:t>in</a:t>
            </a:r>
            <a:r>
              <a:rPr lang="en-US" dirty="0"/>
              <a:t> operator used with a collection,</a:t>
            </a:r>
          </a:p>
          <a:p>
            <a:pPr lvl="1">
              <a:spcBef>
                <a:spcPts val="1000"/>
              </a:spcBef>
            </a:pPr>
            <a:r>
              <a:rPr lang="en-US" dirty="0"/>
              <a:t>It runs the </a:t>
            </a:r>
            <a:r>
              <a:rPr lang="en-US" b="1" dirty="0">
                <a:latin typeface="Courier New" panose="02070309020205020404" pitchFamily="49" charset="0"/>
                <a:cs typeface="Courier New" panose="02070309020205020404" pitchFamily="49" charset="0"/>
              </a:rPr>
              <a:t>__contains__ </a:t>
            </a:r>
            <a:r>
              <a:rPr lang="en-US" dirty="0"/>
              <a:t>method in the collection’s class</a:t>
            </a:r>
          </a:p>
          <a:p>
            <a:pPr marL="291600" indent="-291600">
              <a:spcBef>
                <a:spcPts val="1000"/>
              </a:spcBef>
            </a:pPr>
            <a:r>
              <a:rPr lang="en-US" dirty="0"/>
              <a:t>However, if the author of this class does not include such a method,</a:t>
            </a:r>
          </a:p>
          <a:p>
            <a:pPr lvl="1">
              <a:spcBef>
                <a:spcPts val="1000"/>
              </a:spcBef>
            </a:pPr>
            <a:r>
              <a:rPr lang="en-US" dirty="0"/>
              <a:t>Python automatically generates a default method</a:t>
            </a:r>
          </a:p>
          <a:p>
            <a:pPr lvl="1">
              <a:spcBef>
                <a:spcPts val="1000"/>
              </a:spcBef>
            </a:pPr>
            <a:r>
              <a:rPr lang="en-US" dirty="0"/>
              <a:t>This method performs a simple sequential search for the target item, using a </a:t>
            </a:r>
            <a:r>
              <a:rPr lang="en-US" b="1" dirty="0">
                <a:latin typeface="Courier New" panose="02070309020205020404" pitchFamily="49" charset="0"/>
                <a:cs typeface="Courier New" panose="02070309020205020404" pitchFamily="49" charset="0"/>
              </a:rPr>
              <a:t>for</a:t>
            </a:r>
            <a:r>
              <a:rPr lang="en-US" dirty="0"/>
              <a:t> loop on </a:t>
            </a:r>
            <a:r>
              <a:rPr lang="en-US" b="1" dirty="0">
                <a:latin typeface="Courier New" panose="02070309020205020404" pitchFamily="49" charset="0"/>
                <a:cs typeface="Courier New" panose="02070309020205020404" pitchFamily="49" charset="0"/>
              </a:rPr>
              <a:t>self</a:t>
            </a:r>
          </a:p>
          <a:p>
            <a:pPr marL="291600" indent="-291600">
              <a:spcBef>
                <a:spcPts val="1000"/>
              </a:spcBef>
            </a:pPr>
            <a:r>
              <a:rPr lang="en-US" dirty="0"/>
              <a:t>Because the search of a bag can be no better than linear on the average,</a:t>
            </a:r>
          </a:p>
          <a:p>
            <a:pPr lvl="1">
              <a:spcBef>
                <a:spcPts val="1000"/>
              </a:spcBef>
            </a:pPr>
            <a:r>
              <a:rPr lang="en-US" dirty="0"/>
              <a:t>You rely on the default implementation of </a:t>
            </a:r>
            <a:r>
              <a:rPr lang="en-US" b="1" dirty="0">
                <a:latin typeface="Courier New" panose="02070309020205020404" pitchFamily="49" charset="0"/>
                <a:cs typeface="Courier New" panose="02070309020205020404" pitchFamily="49" charset="0"/>
              </a:rPr>
              <a:t>__contains__</a:t>
            </a:r>
          </a:p>
          <a:p>
            <a:pPr lvl="1">
              <a:spcBef>
                <a:spcPts val="1000"/>
              </a:spcBef>
            </a:pPr>
            <a:r>
              <a:rPr lang="en-US" dirty="0"/>
              <a:t>Omitting the method for it in the </a:t>
            </a:r>
            <a:r>
              <a:rPr lang="en-US" b="1" dirty="0">
                <a:latin typeface="Courier New" panose="02070309020205020404" pitchFamily="49" charset="0"/>
                <a:cs typeface="Courier New" panose="02070309020205020404" pitchFamily="49" charset="0"/>
              </a:rPr>
              <a:t>ArrayBag</a:t>
            </a:r>
            <a:r>
              <a:rPr lang="en-US" dirty="0"/>
              <a:t> class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989719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Complete the </a:t>
            </a:r>
            <a:r>
              <a:rPr lang="en-US" b="1" dirty="0">
                <a:latin typeface="Courier New" panose="02070309020205020404" pitchFamily="49" charset="0"/>
                <a:cs typeface="Courier New" panose="02070309020205020404" pitchFamily="49" charset="0"/>
              </a:rPr>
              <a:t>remove</a:t>
            </a:r>
            <a:r>
              <a:rPr lang="en-US" b="1" dirty="0"/>
              <a:t> Method </a:t>
            </a:r>
            <a:r>
              <a:rPr lang="en-US" sz="2000" dirty="0"/>
              <a:t>(1 of 2)</a:t>
            </a:r>
          </a:p>
        </p:txBody>
      </p:sp>
      <p:sp>
        <p:nvSpPr>
          <p:cNvPr id="3" name="Content Placeholder 2"/>
          <p:cNvSpPr>
            <a:spLocks noGrp="1"/>
          </p:cNvSpPr>
          <p:nvPr>
            <p:ph idx="1"/>
          </p:nvPr>
        </p:nvSpPr>
        <p:spPr>
          <a:xfrm>
            <a:off x="628650" y="1825625"/>
            <a:ext cx="7886700" cy="3355975"/>
          </a:xfrm>
        </p:spPr>
        <p:txBody>
          <a:bodyPr/>
          <a:lstStyle/>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remove</a:t>
            </a:r>
            <a:r>
              <a:rPr lang="en-US" dirty="0"/>
              <a:t> method is the most challenging method to complete in the bag implementation</a:t>
            </a:r>
          </a:p>
          <a:p>
            <a:pPr marL="291600" indent="-291600">
              <a:spcBef>
                <a:spcPts val="1000"/>
              </a:spcBef>
            </a:pPr>
            <a:r>
              <a:rPr lang="en-US" dirty="0"/>
              <a:t>To begin with, you must check the precondition and raise an exception if it is violated</a:t>
            </a:r>
          </a:p>
          <a:p>
            <a:pPr marL="291600" indent="-291600">
              <a:spcBef>
                <a:spcPts val="1000"/>
              </a:spcBef>
            </a:pPr>
            <a:r>
              <a:rPr lang="en-US" dirty="0"/>
              <a:t>Then you must search the underlying array for the target item</a:t>
            </a:r>
          </a:p>
          <a:p>
            <a:pPr marL="291600" indent="-291600">
              <a:spcBef>
                <a:spcPts val="1000"/>
              </a:spcBef>
            </a:pPr>
            <a:r>
              <a:rPr lang="en-US" dirty="0"/>
              <a:t>Finally, you must shift the items in the array to the left to close the hole left by the removed item:</a:t>
            </a:r>
          </a:p>
          <a:p>
            <a:pPr lvl="1">
              <a:spcBef>
                <a:spcPts val="1000"/>
              </a:spcBef>
            </a:pPr>
            <a:r>
              <a:rPr lang="en-US" dirty="0"/>
              <a:t>Decrement the bag’s size by one</a:t>
            </a:r>
          </a:p>
          <a:p>
            <a:pPr lvl="1">
              <a:spcBef>
                <a:spcPts val="1000"/>
              </a:spcBef>
            </a:pPr>
            <a:r>
              <a:rPr lang="en-US" dirty="0"/>
              <a:t>Resize the array if necessary</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0349558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Complete the </a:t>
            </a:r>
            <a:r>
              <a:rPr lang="en-US" b="1" dirty="0">
                <a:latin typeface="Courier New" panose="02070309020205020404" pitchFamily="49" charset="0"/>
                <a:cs typeface="Courier New" panose="02070309020205020404" pitchFamily="49" charset="0"/>
              </a:rPr>
              <a:t>remove</a:t>
            </a:r>
            <a:r>
              <a:rPr lang="en-US" b="1" dirty="0"/>
              <a:t> </a:t>
            </a:r>
            <a:r>
              <a:rPr lang="en-US" b="1" dirty="0" smtClean="0"/>
              <a:t>Method </a:t>
            </a:r>
            <a:r>
              <a:rPr lang="en-US" sz="2000" dirty="0" smtClean="0"/>
              <a:t>(2 of 2)</a:t>
            </a:r>
            <a:endParaRPr lang="en-US" sz="2000" dirty="0"/>
          </a:p>
        </p:txBody>
      </p:sp>
      <p:sp>
        <p:nvSpPr>
          <p:cNvPr id="3" name="Content Placeholder 2"/>
          <p:cNvSpPr>
            <a:spLocks noGrp="1"/>
          </p:cNvSpPr>
          <p:nvPr>
            <p:ph idx="1"/>
          </p:nvPr>
        </p:nvSpPr>
        <p:spPr>
          <a:xfrm>
            <a:off x="628650" y="1825625"/>
            <a:ext cx="7886700" cy="384175"/>
          </a:xfrm>
        </p:spPr>
        <p:txBody>
          <a:bodyPr>
            <a:normAutofit/>
          </a:bodyPr>
          <a:lstStyle/>
          <a:p>
            <a:pPr marL="291600" indent="-291600">
              <a:spcBef>
                <a:spcPts val="1000"/>
              </a:spcBef>
            </a:pPr>
            <a:r>
              <a:rPr lang="en-US" sz="2300" dirty="0"/>
              <a:t>Code for the </a:t>
            </a:r>
            <a:r>
              <a:rPr lang="en-US" sz="2300" b="1" dirty="0">
                <a:latin typeface="Courier New" panose="02070309020205020404" pitchFamily="49" charset="0"/>
                <a:cs typeface="Courier New" panose="02070309020205020404" pitchFamily="49" charset="0"/>
              </a:rPr>
              <a:t>remove</a:t>
            </a:r>
            <a:r>
              <a:rPr lang="en-US" sz="2300" dirty="0"/>
              <a:t> method</a:t>
            </a:r>
            <a:r>
              <a:rPr lang="en-US" sz="2300" dirty="0" smtClean="0"/>
              <a:t>:</a:t>
            </a:r>
            <a:endParaRPr lang="en-US" dirty="0"/>
          </a:p>
        </p:txBody>
      </p:sp>
      <p:sp>
        <p:nvSpPr>
          <p:cNvPr id="5" name="Content Placeholder 4"/>
          <p:cNvSpPr>
            <a:spLocks noGrp="1"/>
          </p:cNvSpPr>
          <p:nvPr>
            <p:ph sz="quarter" idx="12"/>
          </p:nvPr>
        </p:nvSpPr>
        <p:spPr>
          <a:xfrm>
            <a:off x="771053" y="2299470"/>
            <a:ext cx="7010400" cy="3675064"/>
          </a:xfrm>
        </p:spPr>
        <p:txBody>
          <a:bodyPr>
            <a:normAutofit fontScale="85000" lnSpcReduction="10000"/>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remove</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"""Precondition: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Raises:</a:t>
            </a:r>
            <a:r>
              <a:rPr lang="en-US" dirty="0">
                <a:solidFill>
                  <a:srgbClr val="006800"/>
                </a:solidFill>
                <a:latin typeface="Times" panose="02020603050405020304" pitchFamily="18" charset="0"/>
                <a:ea typeface="MS Mincho"/>
                <a:cs typeface="Bank Gothic Bold"/>
              </a:rPr>
              <a:t> </a:t>
            </a:r>
            <a:r>
              <a:rPr lang="en-US" b="1" dirty="0" err="1">
                <a:solidFill>
                  <a:srgbClr val="006800"/>
                </a:solidFill>
                <a:latin typeface="Courier New Bold" panose="02070609020205020404" pitchFamily="49" charset="0"/>
                <a:ea typeface="MS Mincho"/>
                <a:cs typeface="Courier New" panose="02070309020205020404" pitchFamily="49" charset="0"/>
              </a:rPr>
              <a:t>KeyError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not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err="1">
                <a:solidFill>
                  <a:srgbClr val="006800"/>
                </a:solidFill>
                <a:latin typeface="Courier New Bold" panose="02070609020205020404" pitchFamily="49" charset="0"/>
                <a:ea typeface="MS Mincho"/>
                <a:cs typeface="Courier New" panose="02070309020205020404" pitchFamily="49" charset="0"/>
              </a:rPr>
              <a:t>postcondition</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removed</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from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1. check</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precondition</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and</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raise an exception</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if</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necessary</a:t>
            </a:r>
            <a:endParaRPr lang="en-US" sz="1300" dirty="0">
              <a:solidFill>
                <a:srgbClr val="C00000"/>
              </a:solidFill>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not</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8972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KeyError</a:t>
            </a:r>
            <a:r>
              <a:rPr lang="en-US" b="1" dirty="0">
                <a:latin typeface="Courier New Bold" panose="02070609020205020404" pitchFamily="49" charset="0"/>
                <a:ea typeface="MS Mincho"/>
                <a:cs typeface="Courier New" panose="02070309020205020404" pitchFamily="49" charset="0"/>
              </a:rPr>
              <a:t>(</a:t>
            </a:r>
            <a:r>
              <a:rPr lang="en-US" b="1" dirty="0" err="1">
                <a:solidFill>
                  <a:srgbClr val="660066"/>
                </a:solidFill>
                <a:latin typeface="Courier New Bold" panose="02070609020205020404" pitchFamily="49" charset="0"/>
                <a:ea typeface="MS Mincho"/>
                <a:cs typeface="Courier New" panose="02070309020205020404" pitchFamily="49" charset="0"/>
              </a:rPr>
              <a:t>str</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not</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in</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bag"</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53149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2. Search</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for</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index</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of</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target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item</a:t>
            </a:r>
            <a:endParaRPr lang="en-US" sz="1300" dirty="0">
              <a:solidFill>
                <a:srgbClr val="C00000"/>
              </a:solidFill>
              <a:latin typeface="Bank Gothic Bold"/>
              <a:ea typeface="MS Mincho"/>
              <a:cs typeface="Bank Gothic Bold"/>
            </a:endParaRPr>
          </a:p>
          <a:p>
            <a:pPr marL="531495" lvl="1" indent="0">
              <a:spcBef>
                <a:spcPts val="0"/>
              </a:spcBef>
              <a:buNone/>
            </a:pPr>
            <a:r>
              <a:rPr lang="en-US" b="1" dirty="0" err="1">
                <a:latin typeface="Courier New Bold" panose="02070609020205020404" pitchFamily="49" charset="0"/>
                <a:ea typeface="MS Mincho"/>
                <a:cs typeface="Courier New" panose="02070309020205020404" pitchFamily="49" charset="0"/>
              </a:rPr>
              <a:t>targetIndex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0</a:t>
            </a:r>
            <a:endParaRPr lang="en-US" sz="1300" dirty="0">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targetItem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8972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targetItem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27444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break</a:t>
            </a:r>
            <a:endParaRPr lang="en-US" sz="1300" dirty="0">
              <a:solidFill>
                <a:srgbClr val="8A3800"/>
              </a:solidFill>
              <a:latin typeface="Bank Gothic Bold"/>
              <a:ea typeface="MS Mincho"/>
              <a:cs typeface="Bank Gothic Bold"/>
            </a:endParaRPr>
          </a:p>
          <a:p>
            <a:pPr marL="897255" lvl="1" indent="0">
              <a:spcBef>
                <a:spcPts val="0"/>
              </a:spcBef>
              <a:buNone/>
            </a:pPr>
            <a:r>
              <a:rPr lang="en-US" b="1" dirty="0" err="1">
                <a:latin typeface="Courier New Bold" panose="02070609020205020404" pitchFamily="49" charset="0"/>
                <a:ea typeface="MS Mincho"/>
                <a:cs typeface="Courier New" panose="02070309020205020404" pitchFamily="49" charset="0"/>
              </a:rPr>
              <a:t>targetIndex</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53149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3. Shift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items</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to</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the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right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of</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target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left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by</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one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position</a:t>
            </a:r>
            <a:endParaRPr lang="en-US" sz="1300" dirty="0">
              <a:solidFill>
                <a:srgbClr val="C00000"/>
              </a:solidFill>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i</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solidFill>
                  <a:srgbClr val="8A3800"/>
                </a:solidFill>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range</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targetIndex</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897255" lvl="1" indent="0">
              <a:spcBef>
                <a:spcPts val="0"/>
              </a:spcBef>
              <a:buNone/>
            </a:pPr>
            <a:r>
              <a:rPr lang="en-US" b="1" dirty="0" err="1">
                <a:latin typeface="Courier New Bold" panose="02070609020205020404" pitchFamily="49" charset="0"/>
                <a:ea typeface="MS Mincho"/>
                <a:cs typeface="Courier New" panose="02070309020205020404" pitchFamily="49" charset="0"/>
              </a:rPr>
              <a:t>self.items</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i</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self.items</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i</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53149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4. Decrement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logical</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size</a:t>
            </a:r>
            <a:endParaRPr lang="en-US" sz="1300" dirty="0">
              <a:solidFill>
                <a:srgbClr val="C00000"/>
              </a:solidFill>
              <a:latin typeface="Bank Gothic Bold"/>
              <a:ea typeface="MS Mincho"/>
              <a:cs typeface="Bank Gothic Bold"/>
            </a:endParaRPr>
          </a:p>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self.size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dirty="0">
              <a:latin typeface="Bank Gothic Bold"/>
              <a:ea typeface="MS Mincho"/>
              <a:cs typeface="Bank Gothic Bold"/>
            </a:endParaRPr>
          </a:p>
          <a:p>
            <a:pPr marL="342900" lvl="1" indent="0">
              <a:buNone/>
            </a:pPr>
            <a:r>
              <a:rPr lang="en-US" b="1" dirty="0">
                <a:solidFill>
                  <a:srgbClr val="C00000"/>
                </a:solidFill>
                <a:latin typeface="Courier New Bold" panose="02070609020205020404" pitchFamily="49" charset="0"/>
                <a:ea typeface="MS Mincho"/>
                <a:cs typeface="Courier New" panose="02070309020205020404" pitchFamily="49" charset="0"/>
              </a:rPr>
              <a:t> #</a:t>
            </a:r>
            <a:r>
              <a:rPr lang="en-US" dirty="0">
                <a:solidFill>
                  <a:srgbClr val="C00000"/>
                </a:solidFill>
                <a:latin typeface="Times" panose="02020603050405020304" pitchFamily="18" charset="0"/>
                <a:ea typeface="MS Mincho"/>
              </a:rPr>
              <a:t> </a:t>
            </a:r>
            <a:r>
              <a:rPr lang="en-US" b="1" dirty="0">
                <a:solidFill>
                  <a:srgbClr val="C00000"/>
                </a:solidFill>
                <a:latin typeface="Courier New Bold" panose="02070609020205020404" pitchFamily="49" charset="0"/>
                <a:ea typeface="MS Mincho"/>
                <a:cs typeface="Courier New" panose="02070309020205020404" pitchFamily="49" charset="0"/>
              </a:rPr>
              <a:t>5. Check</a:t>
            </a:r>
            <a:r>
              <a:rPr lang="en-US" dirty="0">
                <a:solidFill>
                  <a:srgbClr val="C00000"/>
                </a:solidFill>
                <a:latin typeface="Times" panose="02020603050405020304" pitchFamily="18" charset="0"/>
                <a:ea typeface="MS Mincho"/>
              </a:rPr>
              <a:t> </a:t>
            </a:r>
            <a:r>
              <a:rPr lang="en-US" b="1" dirty="0">
                <a:solidFill>
                  <a:srgbClr val="C00000"/>
                </a:solidFill>
                <a:latin typeface="Courier New Bold" panose="02070609020205020404" pitchFamily="49" charset="0"/>
                <a:ea typeface="MS Mincho"/>
                <a:cs typeface="Courier New" panose="02070309020205020404" pitchFamily="49" charset="0"/>
              </a:rPr>
              <a:t>array</a:t>
            </a:r>
            <a:r>
              <a:rPr lang="en-US" dirty="0">
                <a:solidFill>
                  <a:srgbClr val="C00000"/>
                </a:solidFill>
                <a:latin typeface="Times" panose="02020603050405020304" pitchFamily="18" charset="0"/>
                <a:ea typeface="MS Mincho"/>
              </a:rPr>
              <a:t> </a:t>
            </a:r>
            <a:r>
              <a:rPr lang="en-US" b="1" dirty="0">
                <a:solidFill>
                  <a:srgbClr val="C00000"/>
                </a:solidFill>
                <a:latin typeface="Courier New Bold" panose="02070609020205020404" pitchFamily="49" charset="0"/>
                <a:ea typeface="MS Mincho"/>
                <a:cs typeface="Courier New" panose="02070309020205020404" pitchFamily="49" charset="0"/>
              </a:rPr>
              <a:t>memory</a:t>
            </a:r>
            <a:r>
              <a:rPr lang="en-US" dirty="0">
                <a:solidFill>
                  <a:srgbClr val="C00000"/>
                </a:solidFill>
                <a:latin typeface="Times" panose="02020603050405020304" pitchFamily="18" charset="0"/>
                <a:ea typeface="MS Mincho"/>
              </a:rPr>
              <a:t> </a:t>
            </a:r>
            <a:r>
              <a:rPr lang="en-US" b="1" dirty="0">
                <a:solidFill>
                  <a:srgbClr val="C00000"/>
                </a:solidFill>
                <a:latin typeface="Courier New Bold" panose="02070609020205020404" pitchFamily="49" charset="0"/>
                <a:ea typeface="MS Mincho"/>
                <a:cs typeface="Courier New" panose="02070309020205020404" pitchFamily="49" charset="0"/>
              </a:rPr>
              <a:t>here</a:t>
            </a:r>
            <a:r>
              <a:rPr lang="en-US" dirty="0">
                <a:solidFill>
                  <a:srgbClr val="C00000"/>
                </a:solidFill>
                <a:latin typeface="Times" panose="02020603050405020304" pitchFamily="18" charset="0"/>
                <a:ea typeface="MS Mincho"/>
              </a:rPr>
              <a:t> </a:t>
            </a:r>
            <a:r>
              <a:rPr lang="en-US" b="1" dirty="0">
                <a:solidFill>
                  <a:srgbClr val="C00000"/>
                </a:solidFill>
                <a:latin typeface="Courier New Bold" panose="02070609020205020404" pitchFamily="49" charset="0"/>
                <a:ea typeface="MS Mincho"/>
                <a:cs typeface="Courier New" panose="02070309020205020404" pitchFamily="49" charset="0"/>
              </a:rPr>
              <a:t>and</a:t>
            </a:r>
            <a:r>
              <a:rPr lang="en-US" dirty="0">
                <a:solidFill>
                  <a:srgbClr val="C00000"/>
                </a:solidFill>
                <a:latin typeface="Times" panose="02020603050405020304" pitchFamily="18" charset="0"/>
                <a:ea typeface="MS Mincho"/>
              </a:rPr>
              <a:t> </a:t>
            </a:r>
            <a:r>
              <a:rPr lang="en-US" b="1" dirty="0">
                <a:solidFill>
                  <a:srgbClr val="C00000"/>
                </a:solidFill>
                <a:latin typeface="Courier New Bold" panose="02070609020205020404" pitchFamily="49" charset="0"/>
                <a:ea typeface="MS Mincho"/>
                <a:cs typeface="Courier New" panose="02070309020205020404" pitchFamily="49" charset="0"/>
              </a:rPr>
              <a:t>decrease</a:t>
            </a:r>
            <a:r>
              <a:rPr lang="en-US" dirty="0">
                <a:solidFill>
                  <a:srgbClr val="C00000"/>
                </a:solidFill>
                <a:latin typeface="Times" panose="02020603050405020304" pitchFamily="18" charset="0"/>
                <a:ea typeface="MS Mincho"/>
              </a:rPr>
              <a:t> </a:t>
            </a:r>
            <a:r>
              <a:rPr lang="en-US" b="1" dirty="0">
                <a:solidFill>
                  <a:srgbClr val="C00000"/>
                </a:solidFill>
                <a:latin typeface="Courier New Bold" panose="02070609020205020404" pitchFamily="49" charset="0"/>
                <a:ea typeface="MS Mincho"/>
                <a:cs typeface="Courier New" panose="02070309020205020404" pitchFamily="49" charset="0"/>
              </a:rPr>
              <a:t>it</a:t>
            </a:r>
            <a:r>
              <a:rPr lang="en-US" dirty="0">
                <a:solidFill>
                  <a:srgbClr val="C00000"/>
                </a:solidFill>
                <a:latin typeface="Times" panose="02020603050405020304" pitchFamily="18" charset="0"/>
                <a:ea typeface="MS Mincho"/>
              </a:rPr>
              <a:t> </a:t>
            </a:r>
            <a:r>
              <a:rPr lang="en-US" b="1" dirty="0">
                <a:solidFill>
                  <a:srgbClr val="C00000"/>
                </a:solidFill>
                <a:latin typeface="Courier New Bold" panose="02070609020205020404" pitchFamily="49" charset="0"/>
                <a:ea typeface="MS Mincho"/>
                <a:cs typeface="Courier New" panose="02070309020205020404" pitchFamily="49" charset="0"/>
              </a:rPr>
              <a:t>if</a:t>
            </a:r>
            <a:r>
              <a:rPr lang="en-US" dirty="0">
                <a:solidFill>
                  <a:srgbClr val="C00000"/>
                </a:solidFill>
                <a:latin typeface="Times" panose="02020603050405020304" pitchFamily="18" charset="0"/>
                <a:ea typeface="MS Mincho"/>
              </a:rPr>
              <a:t> </a:t>
            </a:r>
            <a:r>
              <a:rPr lang="en-US" b="1" dirty="0">
                <a:solidFill>
                  <a:srgbClr val="C00000"/>
                </a:solidFill>
                <a:latin typeface="Courier New Bold" panose="02070609020205020404" pitchFamily="49" charset="0"/>
                <a:ea typeface="MS Mincho"/>
                <a:cs typeface="Courier New" panose="02070309020205020404" pitchFamily="49" charset="0"/>
              </a:rPr>
              <a:t>necessary</a:t>
            </a:r>
            <a:endParaRPr lang="en-IN" dirty="0">
              <a:solidFill>
                <a:srgbClr val="C00000"/>
              </a:solidFill>
            </a:endParaRP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2217488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Developing a Link-Based Implementation </a:t>
            </a:r>
            <a:r>
              <a:rPr lang="en-US" sz="2000" dirty="0"/>
              <a:t>(1 of 2)</a:t>
            </a:r>
          </a:p>
        </p:txBody>
      </p:sp>
      <p:sp>
        <p:nvSpPr>
          <p:cNvPr id="3" name="Content Placeholder 2"/>
          <p:cNvSpPr>
            <a:spLocks noGrp="1"/>
          </p:cNvSpPr>
          <p:nvPr>
            <p:ph idx="1"/>
          </p:nvPr>
        </p:nvSpPr>
        <p:spPr>
          <a:xfrm>
            <a:off x="628650" y="1825625"/>
            <a:ext cx="7886700" cy="3584575"/>
          </a:xfrm>
        </p:spPr>
        <p:txBody>
          <a:bodyPr/>
          <a:lstStyle/>
          <a:p>
            <a:pPr marL="291600" indent="-291600">
              <a:spcBef>
                <a:spcPts val="1000"/>
              </a:spcBef>
            </a:pPr>
            <a:r>
              <a:rPr lang="en-US" dirty="0"/>
              <a:t>To develop a link-based implementation of a bag collection, focus on two things:</a:t>
            </a:r>
          </a:p>
          <a:p>
            <a:pPr lvl="1">
              <a:spcBef>
                <a:spcPts val="1000"/>
              </a:spcBef>
            </a:pPr>
            <a:r>
              <a:rPr lang="en-US" dirty="0"/>
              <a:t>You’re using the same interface as before, with all the methods specified in the file </a:t>
            </a:r>
            <a:r>
              <a:rPr lang="en-US" b="1" dirty="0">
                <a:latin typeface="Courier New" panose="02070309020205020404" pitchFamily="49" charset="0"/>
                <a:cs typeface="Courier New" panose="02070309020205020404" pitchFamily="49" charset="0"/>
              </a:rPr>
              <a:t>baginterface.py</a:t>
            </a:r>
          </a:p>
          <a:p>
            <a:pPr lvl="1">
              <a:spcBef>
                <a:spcPts val="1000"/>
              </a:spcBef>
            </a:pPr>
            <a:r>
              <a:rPr lang="en-US" dirty="0"/>
              <a:t>You need to shift your way of thinking from arrays to linked structures to represent the bag’s data</a:t>
            </a:r>
          </a:p>
          <a:p>
            <a:pPr marL="291600" indent="-291600">
              <a:spcBef>
                <a:spcPts val="1000"/>
              </a:spcBef>
            </a:pPr>
            <a:r>
              <a:rPr lang="en-US" dirty="0"/>
              <a:t>If a method does not access the array variable, it does not have to access the linked structure variable either</a:t>
            </a:r>
          </a:p>
          <a:p>
            <a:pPr marL="291600" indent="-291600">
              <a:spcBef>
                <a:spcPts val="1000"/>
              </a:spcBef>
            </a:pPr>
            <a:r>
              <a:rPr lang="en-US" dirty="0"/>
              <a:t>Therefore, you can copy several completed methods from the </a:t>
            </a:r>
            <a:r>
              <a:rPr lang="en-US" b="1" dirty="0">
                <a:latin typeface="Courier New" panose="02070309020205020404" pitchFamily="49" charset="0"/>
                <a:cs typeface="Courier New" panose="02070309020205020404" pitchFamily="49" charset="0"/>
              </a:rPr>
              <a:t>ArrayBag</a:t>
            </a:r>
            <a:r>
              <a:rPr lang="en-US" dirty="0">
                <a:latin typeface="Courier New" panose="02070309020205020404" pitchFamily="49" charset="0"/>
                <a:cs typeface="Courier New" panose="02070309020205020404" pitchFamily="49" charset="0"/>
              </a:rPr>
              <a:t> </a:t>
            </a:r>
            <a:r>
              <a:rPr lang="en-US" dirty="0"/>
              <a:t>class, without changes to the </a:t>
            </a:r>
            <a:r>
              <a:rPr lang="en-US" b="1" dirty="0">
                <a:latin typeface="Courier New" panose="02070309020205020404" pitchFamily="49" charset="0"/>
                <a:cs typeface="Courier New" panose="02070309020205020404" pitchFamily="49" charset="0"/>
              </a:rPr>
              <a:t>LinkedBag</a:t>
            </a:r>
            <a:r>
              <a:rPr lang="en-US" dirty="0"/>
              <a:t> class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6926887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Developing a Link-Based </a:t>
            </a:r>
            <a:r>
              <a:rPr lang="en-US" b="1" dirty="0" smtClean="0"/>
              <a:t>Implementation </a:t>
            </a:r>
            <a:r>
              <a:rPr lang="en-US" sz="2000" dirty="0" smtClean="0"/>
              <a:t>(2 of 2)</a:t>
            </a:r>
            <a:endParaRPr lang="en-US" sz="2000" dirty="0"/>
          </a:p>
        </p:txBody>
      </p:sp>
      <p:sp>
        <p:nvSpPr>
          <p:cNvPr id="3" name="Content Placeholder 2"/>
          <p:cNvSpPr>
            <a:spLocks noGrp="1"/>
          </p:cNvSpPr>
          <p:nvPr>
            <p:ph idx="1"/>
          </p:nvPr>
        </p:nvSpPr>
        <p:spPr>
          <a:xfrm>
            <a:off x="628650" y="1825625"/>
            <a:ext cx="7886700" cy="3127375"/>
          </a:xfrm>
        </p:spPr>
        <p:txBody>
          <a:bodyPr/>
          <a:lstStyle/>
          <a:p>
            <a:pPr marL="291600" indent="-291600">
              <a:spcBef>
                <a:spcPts val="1000"/>
              </a:spcBef>
            </a:pPr>
            <a:r>
              <a:rPr lang="en-US" dirty="0"/>
              <a:t>The only methods that will have different implementations in the </a:t>
            </a:r>
            <a:r>
              <a:rPr lang="en-US" b="1" dirty="0">
                <a:latin typeface="Courier New" panose="02070309020205020404" pitchFamily="49" charset="0"/>
                <a:cs typeface="Courier New" panose="02070309020205020404" pitchFamily="49" charset="0"/>
              </a:rPr>
              <a:t>LinkedBag</a:t>
            </a:r>
            <a:r>
              <a:rPr lang="en-US" dirty="0"/>
              <a:t> class are those that cannot avoid this direct access to data: </a:t>
            </a:r>
          </a:p>
          <a:p>
            <a:pPr lvl="1">
              <a:spcBef>
                <a:spcPts val="1000"/>
              </a:spcBef>
            </a:pPr>
            <a:r>
              <a:rPr lang="en-US" b="1" dirty="0">
                <a:latin typeface="Courier New" panose="02070309020205020404" pitchFamily="49" charset="0"/>
                <a:cs typeface="Courier New" panose="02070309020205020404" pitchFamily="49" charset="0"/>
              </a:rPr>
              <a:t>__init__</a:t>
            </a:r>
          </a:p>
          <a:p>
            <a:pPr lvl="1">
              <a:spcBef>
                <a:spcPts val="1000"/>
              </a:spcBef>
            </a:pPr>
            <a:r>
              <a:rPr lang="en-US" b="1" dirty="0">
                <a:latin typeface="Courier New" panose="02070309020205020404" pitchFamily="49" charset="0"/>
                <a:cs typeface="Courier New" panose="02070309020205020404" pitchFamily="49" charset="0"/>
              </a:rPr>
              <a:t>__iter__</a:t>
            </a:r>
          </a:p>
          <a:p>
            <a:pPr lvl="1">
              <a:spcBef>
                <a:spcPts val="1000"/>
              </a:spcBef>
            </a:pPr>
            <a:r>
              <a:rPr lang="en-US" b="1" dirty="0">
                <a:latin typeface="Courier New" panose="02070309020205020404" pitchFamily="49" charset="0"/>
                <a:cs typeface="Courier New" panose="02070309020205020404" pitchFamily="49" charset="0"/>
              </a:rPr>
              <a:t>clear</a:t>
            </a:r>
          </a:p>
          <a:p>
            <a:pPr lvl="1">
              <a:spcBef>
                <a:spcPts val="1000"/>
              </a:spcBef>
            </a:pPr>
            <a:r>
              <a:rPr lang="en-US" b="1" dirty="0">
                <a:latin typeface="Courier New" panose="02070309020205020404" pitchFamily="49" charset="0"/>
                <a:cs typeface="Courier New" panose="02070309020205020404" pitchFamily="49" charset="0"/>
              </a:rPr>
              <a:t>add</a:t>
            </a:r>
          </a:p>
          <a:p>
            <a:pPr lvl="1">
              <a:spcBef>
                <a:spcPts val="1000"/>
              </a:spcBef>
            </a:pPr>
            <a:r>
              <a:rPr lang="en-US" b="1" dirty="0">
                <a:latin typeface="Courier New" panose="02070309020205020404" pitchFamily="49" charset="0"/>
                <a:cs typeface="Courier New" panose="02070309020205020404" pitchFamily="49" charset="0"/>
              </a:rPr>
              <a:t>remove</a:t>
            </a:r>
            <a:endParaRPr lang="en-US"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3250711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61779"/>
          </a:xfrm>
        </p:spPr>
        <p:txBody>
          <a:bodyPr/>
          <a:lstStyle/>
          <a:p>
            <a:r>
              <a:rPr lang="en-US" b="1" dirty="0"/>
              <a:t>Initialize the Data Structures </a:t>
            </a:r>
            <a:r>
              <a:rPr lang="en-US" sz="2000" dirty="0"/>
              <a:t>(1 of 2)</a:t>
            </a:r>
          </a:p>
        </p:txBody>
      </p:sp>
      <p:sp>
        <p:nvSpPr>
          <p:cNvPr id="3" name="Content Placeholder 2"/>
          <p:cNvSpPr>
            <a:spLocks noGrp="1"/>
          </p:cNvSpPr>
          <p:nvPr>
            <p:ph idx="1"/>
          </p:nvPr>
        </p:nvSpPr>
        <p:spPr>
          <a:xfrm>
            <a:off x="628650" y="1825625"/>
            <a:ext cx="7886700" cy="3965575"/>
          </a:xfrm>
        </p:spPr>
        <p:txBody>
          <a:bodyPr/>
          <a:lstStyle/>
          <a:p>
            <a:pPr marL="291600" indent="-291600">
              <a:spcBef>
                <a:spcPts val="1000"/>
              </a:spcBef>
            </a:pPr>
            <a:r>
              <a:rPr lang="en-US" dirty="0"/>
              <a:t>The role of the </a:t>
            </a:r>
            <a:r>
              <a:rPr lang="en-US" b="1" dirty="0">
                <a:latin typeface="Courier New" panose="02070309020205020404" pitchFamily="49" charset="0"/>
                <a:cs typeface="Courier New" panose="02070309020205020404" pitchFamily="49" charset="0"/>
              </a:rPr>
              <a:t>__init__</a:t>
            </a:r>
            <a:r>
              <a:rPr lang="en-US" dirty="0">
                <a:latin typeface="Courier New" panose="02070309020205020404" pitchFamily="49" charset="0"/>
                <a:cs typeface="Courier New" panose="02070309020205020404" pitchFamily="49" charset="0"/>
              </a:rPr>
              <a:t> </a:t>
            </a:r>
            <a:r>
              <a:rPr lang="en-US" dirty="0"/>
              <a:t>method in </a:t>
            </a:r>
            <a:r>
              <a:rPr lang="en-US" b="1" dirty="0">
                <a:latin typeface="Courier New" panose="02070309020205020404" pitchFamily="49" charset="0"/>
                <a:cs typeface="Courier New" panose="02070309020205020404" pitchFamily="49" charset="0"/>
              </a:rPr>
              <a:t>LinkedBag</a:t>
            </a:r>
            <a:r>
              <a:rPr lang="en-US" dirty="0"/>
              <a:t> is to create the instance variables and give them initial values</a:t>
            </a:r>
          </a:p>
          <a:p>
            <a:pPr marL="291600" indent="-291600">
              <a:spcBef>
                <a:spcPts val="1000"/>
              </a:spcBef>
            </a:pPr>
            <a:r>
              <a:rPr lang="en-US" dirty="0"/>
              <a:t>In this case, instead of an array and a logical size, the two pieces of data are a linked structure and a logical size</a:t>
            </a:r>
          </a:p>
          <a:p>
            <a:pPr marL="291600" indent="-291600">
              <a:spcBef>
                <a:spcPts val="1000"/>
              </a:spcBef>
            </a:pPr>
            <a:r>
              <a:rPr lang="en-US" dirty="0"/>
              <a:t>To maintain consistency, you can use the same variable names as before:</a:t>
            </a:r>
          </a:p>
          <a:p>
            <a:pPr lvl="1">
              <a:spcBef>
                <a:spcPts val="1000"/>
              </a:spcBef>
            </a:pPr>
            <a:r>
              <a:rPr lang="en-US" dirty="0"/>
              <a:t>However, </a:t>
            </a:r>
            <a:r>
              <a:rPr lang="en-US" b="1" dirty="0">
                <a:latin typeface="Courier New" panose="02070309020205020404" pitchFamily="49" charset="0"/>
                <a:cs typeface="Courier New" panose="02070309020205020404" pitchFamily="49" charset="0"/>
              </a:rPr>
              <a:t>self.items</a:t>
            </a:r>
            <a:r>
              <a:rPr lang="en-US" dirty="0"/>
              <a:t> is now an external pointer instead of an array</a:t>
            </a:r>
          </a:p>
          <a:p>
            <a:pPr lvl="1">
              <a:spcBef>
                <a:spcPts val="1000"/>
              </a:spcBef>
            </a:pPr>
            <a:r>
              <a:rPr lang="en-US" dirty="0"/>
              <a:t>This pointer is initially set to </a:t>
            </a:r>
            <a:r>
              <a:rPr lang="en-US" b="1" dirty="0">
                <a:latin typeface="Courier New" panose="02070309020205020404" pitchFamily="49" charset="0"/>
                <a:cs typeface="Courier New" panose="02070309020205020404" pitchFamily="49" charset="0"/>
              </a:rPr>
              <a:t>None</a:t>
            </a:r>
            <a:r>
              <a:rPr lang="en-US" dirty="0"/>
              <a:t>, the state of an empty linked structure</a:t>
            </a:r>
          </a:p>
          <a:p>
            <a:pPr lvl="1">
              <a:spcBef>
                <a:spcPts val="1000"/>
              </a:spcBef>
            </a:pPr>
            <a:r>
              <a:rPr lang="en-US" dirty="0"/>
              <a:t>When the structure is not empty, </a:t>
            </a:r>
            <a:r>
              <a:rPr lang="en-US" b="1" dirty="0">
                <a:latin typeface="Courier New" panose="02070309020205020404" pitchFamily="49" charset="0"/>
                <a:cs typeface="Courier New" panose="02070309020205020404" pitchFamily="49" charset="0"/>
              </a:rPr>
              <a:t>self.items</a:t>
            </a:r>
            <a:r>
              <a:rPr lang="en-US" dirty="0"/>
              <a:t> refers to the first node in the linked structure</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9792243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Initialize the Data Structures</a:t>
            </a:r>
            <a:r>
              <a:rPr lang="en-US" dirty="0"/>
              <a:t> </a:t>
            </a:r>
            <a:r>
              <a:rPr lang="en-US" sz="2000" dirty="0"/>
              <a:t>(2 of 2)</a:t>
            </a:r>
          </a:p>
        </p:txBody>
      </p:sp>
      <p:sp>
        <p:nvSpPr>
          <p:cNvPr id="3" name="Content Placeholder 2"/>
          <p:cNvSpPr>
            <a:spLocks noGrp="1"/>
          </p:cNvSpPr>
          <p:nvPr>
            <p:ph idx="1"/>
          </p:nvPr>
        </p:nvSpPr>
        <p:spPr>
          <a:xfrm>
            <a:off x="628650" y="1816572"/>
            <a:ext cx="1428750" cy="356259"/>
          </a:xfrm>
        </p:spPr>
        <p:txBody>
          <a:bodyPr>
            <a:normAutofit/>
          </a:bodyPr>
          <a:lstStyle/>
          <a:p>
            <a:pPr marL="291600" indent="-291600">
              <a:spcBef>
                <a:spcPts val="1000"/>
              </a:spcBef>
            </a:pPr>
            <a:r>
              <a:rPr lang="en-US" dirty="0"/>
              <a:t>Code</a:t>
            </a:r>
            <a:r>
              <a:rPr lang="en-US" dirty="0" smtClean="0"/>
              <a:t>:</a:t>
            </a:r>
            <a:endParaRPr lang="en-US" dirty="0"/>
          </a:p>
        </p:txBody>
      </p:sp>
      <p:sp>
        <p:nvSpPr>
          <p:cNvPr id="5" name="Content Placeholder 4"/>
          <p:cNvSpPr>
            <a:spLocks noGrp="1"/>
          </p:cNvSpPr>
          <p:nvPr>
            <p:ph sz="quarter" idx="12"/>
          </p:nvPr>
        </p:nvSpPr>
        <p:spPr>
          <a:xfrm>
            <a:off x="789158" y="2285135"/>
            <a:ext cx="7726191" cy="3618477"/>
          </a:xfrm>
        </p:spPr>
        <p:txBody>
          <a:bodyPr>
            <a:normAutofit fontScale="92500" lnSpcReduction="2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linkedbag.py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Ken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err="1">
                <a:solidFill>
                  <a:srgbClr val="0000FF"/>
                </a:solidFill>
                <a:latin typeface="Courier New Bold" panose="02070609020205020404" pitchFamily="49" charset="0"/>
                <a:ea typeface="MS Mincho"/>
                <a:cs typeface="Courier New" panose="02070309020205020404" pitchFamily="49" charset="0"/>
              </a:rPr>
              <a:t>LinkedBag</a:t>
            </a:r>
            <a:r>
              <a:rPr lang="en-US" b="1" dirty="0">
                <a:latin typeface="Courier New Bold" panose="02070609020205020404" pitchFamily="49" charset="0"/>
                <a:ea typeface="MS Mincho"/>
                <a:cs typeface="Courier New" panose="02070309020205020404" pitchFamily="49" charset="0"/>
              </a:rPr>
              <a:t>(</a:t>
            </a:r>
            <a:r>
              <a:rPr lang="en-US" b="1" dirty="0">
                <a:solidFill>
                  <a:srgbClr val="660066"/>
                </a:solidFill>
                <a:latin typeface="Courier New Bold" panose="02070609020205020404" pitchFamily="49" charset="0"/>
                <a:ea typeface="MS Mincho"/>
                <a:cs typeface="Courier New" panose="02070309020205020404" pitchFamily="49" charset="0"/>
              </a:rPr>
              <a:t>object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link-based</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bag</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implementation."""</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endParaRPr lang="en-US" dirty="0">
              <a:solidFill>
                <a:srgbClr val="C00000"/>
              </a:solidFill>
              <a:latin typeface="Bank Gothic Bold"/>
              <a:ea typeface="MS Mincho"/>
              <a:cs typeface="Bank Gothic Bold"/>
            </a:endParaRPr>
          </a:p>
          <a:p>
            <a:pPr marL="53149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Constructor</a:t>
            </a:r>
            <a:endParaRPr lang="en-US" sz="1300" dirty="0">
              <a:solidFill>
                <a:srgbClr val="C00000"/>
              </a:solidFill>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init</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sourceCollection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"""Sets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initial</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state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which</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includes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contents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err="1">
                <a:solidFill>
                  <a:srgbClr val="006800"/>
                </a:solidFill>
                <a:latin typeface="Courier New Bold" panose="02070609020205020404" pitchFamily="49" charset="0"/>
                <a:ea typeface="MS Mincho"/>
                <a:cs typeface="Courier New" panose="02070309020205020404" pitchFamily="49" charset="0"/>
              </a:rPr>
              <a:t>sourceCollection</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a:t>
            </a:r>
            <a:r>
              <a:rPr lang="en-US" dirty="0">
                <a:solidFill>
                  <a:srgbClr val="006800"/>
                </a:solidFill>
                <a:latin typeface="Times" panose="02020603050405020304" pitchFamily="18"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present."""</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latin typeface="Courier New Bold" panose="02070609020205020404" pitchFamily="49" charset="0"/>
                <a:ea typeface="MS Mincho"/>
                <a:cs typeface="Courier New" panose="02070309020205020404" pitchFamily="49" charset="0"/>
              </a:rPr>
              <a:t>self.items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endParaRPr lang="en-US" sz="1300" dirty="0">
              <a:solidFill>
                <a:srgbClr val="8A3800"/>
              </a:solidFill>
              <a:latin typeface="Bank Gothic Bold"/>
              <a:ea typeface="MS Mincho"/>
              <a:cs typeface="Bank Gothic Bold"/>
            </a:endParaRPr>
          </a:p>
          <a:p>
            <a:pPr marL="897255" lvl="1" indent="0">
              <a:spcBef>
                <a:spcPts val="0"/>
              </a:spcBef>
              <a:buNone/>
            </a:pPr>
            <a:r>
              <a:rPr lang="en-US" b="1" dirty="0">
                <a:latin typeface="Courier New Bold" panose="02070609020205020404" pitchFamily="49" charset="0"/>
                <a:ea typeface="MS Mincho"/>
                <a:cs typeface="Courier New" panose="02070309020205020404" pitchFamily="49" charset="0"/>
              </a:rPr>
              <a:t>self.size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0</a:t>
            </a:r>
            <a:endParaRPr lang="en-US" sz="1300" dirty="0">
              <a:latin typeface="Bank Gothic Bold"/>
              <a:ea typeface="MS Mincho"/>
              <a:cs typeface="Bank Gothic Bold"/>
            </a:endParaRPr>
          </a:p>
          <a:p>
            <a:pPr marL="8972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sourceCollection</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25730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sourceCollection</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           </a:t>
            </a:r>
            <a:r>
              <a:rPr lang="en-US" b="1" dirty="0" err="1">
                <a:latin typeface="Courier New Bold" panose="02070609020205020404" pitchFamily="49" charset="0"/>
                <a:ea typeface="MS Mincho"/>
                <a:cs typeface="Courier New" panose="02070309020205020404" pitchFamily="49" charset="0"/>
              </a:rPr>
              <a:t>self.add</a:t>
            </a:r>
            <a:r>
              <a:rPr lang="en-US" b="1" dirty="0">
                <a:latin typeface="Courier New Bold" panose="02070609020205020404" pitchFamily="49" charset="0"/>
                <a:ea typeface="MS Mincho"/>
                <a:cs typeface="Courier New" panose="02070309020205020404" pitchFamily="49" charset="0"/>
              </a:rPr>
              <a:t>(item)</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00085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Complete the Iterator</a:t>
            </a:r>
          </a:p>
        </p:txBody>
      </p:sp>
      <p:sp>
        <p:nvSpPr>
          <p:cNvPr id="3" name="Content Placeholder 2"/>
          <p:cNvSpPr>
            <a:spLocks noGrp="1"/>
          </p:cNvSpPr>
          <p:nvPr>
            <p:ph idx="1"/>
          </p:nvPr>
        </p:nvSpPr>
        <p:spPr>
          <a:xfrm>
            <a:off x="628650" y="1825625"/>
            <a:ext cx="7886700" cy="1450975"/>
          </a:xfrm>
        </p:spPr>
        <p:txBody>
          <a:bodyPr/>
          <a:lstStyle/>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__iter__</a:t>
            </a:r>
            <a:r>
              <a:rPr lang="en-US" dirty="0">
                <a:latin typeface="Courier New" panose="02070309020205020404" pitchFamily="49" charset="0"/>
                <a:cs typeface="Courier New" panose="02070309020205020404" pitchFamily="49" charset="0"/>
              </a:rPr>
              <a:t> </a:t>
            </a:r>
            <a:r>
              <a:rPr lang="en-US" dirty="0"/>
              <a:t>method for </a:t>
            </a:r>
            <a:r>
              <a:rPr lang="en-US" b="1" dirty="0">
                <a:latin typeface="Courier New" panose="02070309020205020404" pitchFamily="49" charset="0"/>
                <a:cs typeface="Courier New" panose="02070309020205020404" pitchFamily="49" charset="0"/>
              </a:rPr>
              <a:t>LinkedBag</a:t>
            </a:r>
            <a:r>
              <a:rPr lang="en-US" dirty="0"/>
              <a:t> supports the same kind of traversal as it does in </a:t>
            </a:r>
            <a:r>
              <a:rPr lang="en-US" b="1" dirty="0">
                <a:latin typeface="Courier New" panose="02070309020205020404" pitchFamily="49" charset="0"/>
                <a:cs typeface="Courier New" panose="02070309020205020404" pitchFamily="49" charset="0"/>
              </a:rPr>
              <a:t>ArrayBag</a:t>
            </a:r>
            <a:r>
              <a:rPr lang="en-US" sz="1800" dirty="0"/>
              <a:t>:</a:t>
            </a:r>
          </a:p>
          <a:p>
            <a:pPr lvl="1">
              <a:spcBef>
                <a:spcPts val="1000"/>
              </a:spcBef>
            </a:pPr>
            <a:r>
              <a:rPr lang="en-US" dirty="0"/>
              <a:t>The logical structure of the two methods is quite similar</a:t>
            </a:r>
          </a:p>
          <a:p>
            <a:pPr marL="291600" indent="-291600">
              <a:spcBef>
                <a:spcPts val="1000"/>
              </a:spcBef>
            </a:pPr>
            <a:r>
              <a:rPr lang="en-US" dirty="0"/>
              <a:t>Code</a:t>
            </a:r>
            <a:r>
              <a:rPr lang="en-US" dirty="0" smtClean="0"/>
              <a:t>:</a:t>
            </a:r>
            <a:endParaRPr lang="en-US" dirty="0"/>
          </a:p>
        </p:txBody>
      </p:sp>
      <p:sp>
        <p:nvSpPr>
          <p:cNvPr id="5" name="Content Placeholder 4"/>
          <p:cNvSpPr>
            <a:spLocks noGrp="1"/>
          </p:cNvSpPr>
          <p:nvPr>
            <p:ph sz="quarter" idx="12"/>
          </p:nvPr>
        </p:nvSpPr>
        <p:spPr>
          <a:xfrm>
            <a:off x="762000" y="3352800"/>
            <a:ext cx="7543800" cy="1676400"/>
          </a:xfrm>
        </p:spPr>
        <p:txBody>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err="1">
                <a:solidFill>
                  <a:srgbClr val="0000FF"/>
                </a:solidFill>
                <a:latin typeface="Courier New Bold" panose="02070609020205020404" pitchFamily="49" charset="0"/>
                <a:ea typeface="MS Mincho"/>
                <a:cs typeface="Courier New" panose="02070309020205020404" pitchFamily="49" charset="0"/>
              </a:rPr>
              <a:t>iter</a:t>
            </a:r>
            <a:r>
              <a:rPr lang="en-US" b="1" dirty="0">
                <a:solidFill>
                  <a:srgbClr val="0000FF"/>
                </a:solidFill>
                <a:latin typeface="Courier New Bold" panose="02070609020205020404" pitchFamily="49" charset="0"/>
                <a:ea typeface="MS Mincho"/>
                <a:cs typeface="Courier New" panose="02070309020205020404" pitchFamily="49" charset="0"/>
              </a:rPr>
              <a:t>__</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"""Supports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iteration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over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view</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cursor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a:t>
            </a:r>
            <a:endParaRPr lang="en-US" sz="1300" dirty="0">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while</a:t>
            </a:r>
            <a:r>
              <a:rPr lang="en-US" dirty="0">
                <a:solidFill>
                  <a:srgbClr val="FF66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cursor !=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8972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yield</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cursor.data</a:t>
            </a:r>
            <a:endParaRPr lang="en-US" sz="1300"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	  cursor</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rPr>
              <a:t> </a:t>
            </a:r>
            <a:r>
              <a:rPr lang="en-US" b="1" dirty="0" err="1">
                <a:latin typeface="Courier New Bold" panose="02070609020205020404" pitchFamily="49" charset="0"/>
                <a:ea typeface="MS Mincho"/>
                <a:cs typeface="Courier New" panose="02070309020205020404" pitchFamily="49" charset="0"/>
              </a:rPr>
              <a:t>cursor.next</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836883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74180"/>
            <a:ext cx="7886700" cy="396874"/>
          </a:xfrm>
        </p:spPr>
        <p:txBody>
          <a:bodyPr/>
          <a:lstStyle/>
          <a:p>
            <a:r>
              <a:rPr lang="en-US" b="1" dirty="0"/>
              <a:t>Complete the Methods </a:t>
            </a:r>
            <a:r>
              <a:rPr lang="en-US" b="1" dirty="0">
                <a:latin typeface="Courier New" panose="02070309020205020404" pitchFamily="49" charset="0"/>
                <a:cs typeface="Courier New" panose="02070309020205020404" pitchFamily="49" charset="0"/>
              </a:rPr>
              <a:t>clear </a:t>
            </a:r>
            <a:r>
              <a:rPr lang="en-US" b="1" dirty="0"/>
              <a:t>and </a:t>
            </a:r>
            <a:r>
              <a:rPr lang="en-US" b="1" dirty="0">
                <a:latin typeface="Courier New" panose="02070309020205020404" pitchFamily="49" charset="0"/>
                <a:cs typeface="Courier New" panose="02070309020205020404" pitchFamily="49" charset="0"/>
              </a:rPr>
              <a:t>add</a:t>
            </a:r>
          </a:p>
        </p:txBody>
      </p:sp>
      <p:sp>
        <p:nvSpPr>
          <p:cNvPr id="3" name="Content Placeholder 2"/>
          <p:cNvSpPr>
            <a:spLocks noGrp="1"/>
          </p:cNvSpPr>
          <p:nvPr>
            <p:ph idx="1"/>
          </p:nvPr>
        </p:nvSpPr>
        <p:spPr>
          <a:xfrm>
            <a:off x="628650" y="1825625"/>
            <a:ext cx="7886700" cy="1603375"/>
          </a:xfrm>
        </p:spPr>
        <p:txBody>
          <a:bodyPr>
            <a:normAutofit lnSpcReduction="10000"/>
          </a:bodyPr>
          <a:lstStyle/>
          <a:p>
            <a:pPr marL="291600" indent="-291600">
              <a:spcBef>
                <a:spcPts val="1000"/>
              </a:spcBef>
            </a:pPr>
            <a:r>
              <a:rPr lang="en-US" dirty="0"/>
              <a:t>The method </a:t>
            </a:r>
            <a:r>
              <a:rPr lang="en-US" b="1" dirty="0">
                <a:latin typeface="Courier New" panose="02070309020205020404" pitchFamily="49" charset="0"/>
                <a:cs typeface="Courier New" panose="02070309020205020404" pitchFamily="49" charset="0"/>
              </a:rPr>
              <a:t>clear</a:t>
            </a:r>
            <a:r>
              <a:rPr lang="en-US" dirty="0"/>
              <a:t> in </a:t>
            </a:r>
            <a:r>
              <a:rPr lang="en-US" b="1" dirty="0">
                <a:latin typeface="Courier New" panose="02070309020205020404" pitchFamily="49" charset="0"/>
                <a:cs typeface="Courier New" panose="02070309020205020404" pitchFamily="49" charset="0"/>
              </a:rPr>
              <a:t>LinkedBag</a:t>
            </a:r>
            <a:r>
              <a:rPr lang="en-US" dirty="0"/>
              <a:t> is quite similar to its sister method in </a:t>
            </a:r>
            <a:r>
              <a:rPr lang="en-US" b="1" dirty="0">
                <a:latin typeface="Courier New" panose="02070309020205020404" pitchFamily="49" charset="0"/>
                <a:cs typeface="Courier New" panose="02070309020205020404" pitchFamily="49" charset="0"/>
              </a:rPr>
              <a:t>ArrayBag</a:t>
            </a:r>
          </a:p>
          <a:p>
            <a:pPr marL="291600" indent="-291600">
              <a:spcBef>
                <a:spcPts val="1000"/>
              </a:spcBef>
            </a:pPr>
            <a:r>
              <a:rPr lang="en-US" dirty="0"/>
              <a:t>The method </a:t>
            </a:r>
            <a:r>
              <a:rPr lang="en-US" b="1" dirty="0">
                <a:latin typeface="Courier New" panose="02070309020205020404" pitchFamily="49" charset="0"/>
                <a:cs typeface="Courier New" panose="02070309020205020404" pitchFamily="49" charset="0"/>
              </a:rPr>
              <a:t>add</a:t>
            </a:r>
            <a:r>
              <a:rPr lang="en-US" dirty="0"/>
              <a:t> in </a:t>
            </a:r>
            <a:r>
              <a:rPr lang="en-US" b="1" dirty="0">
                <a:latin typeface="Courier New" panose="02070309020205020404" pitchFamily="49" charset="0"/>
                <a:cs typeface="Courier New" panose="02070309020205020404" pitchFamily="49" charset="0"/>
              </a:rPr>
              <a:t>LinkedBag</a:t>
            </a:r>
            <a:r>
              <a:rPr lang="en-US" dirty="0"/>
              <a:t> leverages constant-time access by placing the new item at the head of the linked structure</a:t>
            </a:r>
          </a:p>
          <a:p>
            <a:pPr marL="291600" indent="-291600">
              <a:spcBef>
                <a:spcPts val="1000"/>
              </a:spcBef>
            </a:pPr>
            <a:r>
              <a:rPr lang="en-US" dirty="0"/>
              <a:t>Code</a:t>
            </a:r>
            <a:r>
              <a:rPr lang="en-US" dirty="0" smtClean="0"/>
              <a:t>:</a:t>
            </a:r>
            <a:endParaRPr lang="en-US" dirty="0"/>
          </a:p>
        </p:txBody>
      </p:sp>
      <p:sp>
        <p:nvSpPr>
          <p:cNvPr id="5" name="Content Placeholder 4"/>
          <p:cNvSpPr>
            <a:spLocks noGrp="1"/>
          </p:cNvSpPr>
          <p:nvPr>
            <p:ph sz="quarter" idx="12"/>
          </p:nvPr>
        </p:nvSpPr>
        <p:spPr>
          <a:xfrm>
            <a:off x="746339" y="3525572"/>
            <a:ext cx="7372350" cy="1066801"/>
          </a:xfrm>
        </p:spPr>
        <p:txBody>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add</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"""Adds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to</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self.items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a:t>
            </a:r>
            <a:endParaRPr lang="en-US" sz="1300"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  self.size</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1</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3148400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smtClean="0"/>
              <a:t>Complete the Method </a:t>
            </a:r>
            <a:r>
              <a:rPr lang="en-US" b="1" dirty="0" smtClean="0">
                <a:latin typeface="Courier New" panose="02070309020205020404" pitchFamily="49" charset="0"/>
                <a:cs typeface="Courier New" panose="02070309020205020404" pitchFamily="49" charset="0"/>
              </a:rPr>
              <a:t>remove </a:t>
            </a:r>
            <a:r>
              <a:rPr lang="en-US" sz="2000" dirty="0" smtClean="0">
                <a:latin typeface="Open Sans" panose="020B0606030504020204"/>
                <a:cs typeface="Courier New" panose="02070309020205020404" pitchFamily="49" charset="0"/>
              </a:rPr>
              <a:t>(1 of 2)</a:t>
            </a:r>
            <a:endParaRPr lang="en-US" sz="2000" dirty="0">
              <a:latin typeface="Open Sans" panose="020B0606030504020204"/>
              <a:cs typeface="Courier New" panose="02070309020205020404" pitchFamily="49" charset="0"/>
            </a:endParaRPr>
          </a:p>
        </p:txBody>
      </p:sp>
      <p:sp>
        <p:nvSpPr>
          <p:cNvPr id="3" name="Content Placeholder 2"/>
          <p:cNvSpPr>
            <a:spLocks noGrp="1"/>
          </p:cNvSpPr>
          <p:nvPr>
            <p:ph idx="1"/>
          </p:nvPr>
        </p:nvSpPr>
        <p:spPr>
          <a:xfrm>
            <a:off x="628650" y="1825625"/>
            <a:ext cx="7886700" cy="2746375"/>
          </a:xfrm>
        </p:spPr>
        <p:txBody>
          <a:bodyPr/>
          <a:lstStyle/>
          <a:p>
            <a:pPr marL="291600" indent="-291600">
              <a:spcBef>
                <a:spcPts val="1000"/>
              </a:spcBef>
            </a:pPr>
            <a:r>
              <a:rPr lang="en-US" dirty="0"/>
              <a:t>The method </a:t>
            </a:r>
            <a:r>
              <a:rPr lang="en-US" b="1" dirty="0">
                <a:latin typeface="Courier New" panose="02070309020205020404" pitchFamily="49" charset="0"/>
                <a:cs typeface="Courier New" panose="02070309020205020404" pitchFamily="49" charset="0"/>
              </a:rPr>
              <a:t>remove</a:t>
            </a:r>
            <a:r>
              <a:rPr lang="en-US" dirty="0"/>
              <a:t> in </a:t>
            </a:r>
            <a:r>
              <a:rPr lang="en-US" b="1" dirty="0">
                <a:latin typeface="Courier New" panose="02070309020205020404" pitchFamily="49" charset="0"/>
                <a:cs typeface="Courier New" panose="02070309020205020404" pitchFamily="49" charset="0"/>
              </a:rPr>
              <a:t>LinkedBag</a:t>
            </a:r>
            <a:r>
              <a:rPr lang="en-US" dirty="0"/>
              <a:t> must first handle the precondition and then do a sequential search for the target item</a:t>
            </a:r>
          </a:p>
          <a:p>
            <a:pPr marL="291600" indent="-291600">
              <a:spcBef>
                <a:spcPts val="1000"/>
              </a:spcBef>
            </a:pPr>
            <a:r>
              <a:rPr lang="en-US" dirty="0"/>
              <a:t>When the node containing the target item is found, there are two cases to consider:</a:t>
            </a:r>
          </a:p>
          <a:p>
            <a:pPr lvl="1">
              <a:spcBef>
                <a:spcPts val="1000"/>
              </a:spcBef>
            </a:pPr>
            <a:r>
              <a:rPr lang="en-US" dirty="0"/>
              <a:t>The target node is at the head of the linked structure, in which case, you must reset variable </a:t>
            </a:r>
            <a:r>
              <a:rPr lang="en-US" b="1" dirty="0">
                <a:latin typeface="Courier New" panose="02070309020205020404" pitchFamily="49" charset="0"/>
                <a:cs typeface="Courier New" panose="02070309020205020404" pitchFamily="49" charset="0"/>
              </a:rPr>
              <a:t>self.items</a:t>
            </a:r>
            <a:r>
              <a:rPr lang="en-US" dirty="0"/>
              <a:t> to this node’s next link</a:t>
            </a:r>
          </a:p>
          <a:p>
            <a:pPr lvl="1">
              <a:spcBef>
                <a:spcPts val="1000"/>
              </a:spcBef>
            </a:pPr>
            <a:r>
              <a:rPr lang="en-US" dirty="0"/>
              <a:t>The target node is some node after the first one; in which case, the next link of the node before it must be reset to the next link of the target node</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4776971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Complete the Method </a:t>
            </a:r>
            <a:r>
              <a:rPr lang="en-US" b="1" dirty="0">
                <a:latin typeface="Courier New" panose="02070309020205020404" pitchFamily="49" charset="0"/>
                <a:cs typeface="Courier New" panose="02070309020205020404" pitchFamily="49" charset="0"/>
              </a:rPr>
              <a:t>remove </a:t>
            </a:r>
            <a:r>
              <a:rPr lang="en-US" sz="2000" dirty="0">
                <a:latin typeface="Open Sans"/>
                <a:cs typeface="Courier New" panose="02070309020205020404" pitchFamily="49" charset="0"/>
              </a:rPr>
              <a:t>(2 of 2)</a:t>
            </a:r>
          </a:p>
        </p:txBody>
      </p:sp>
      <p:sp>
        <p:nvSpPr>
          <p:cNvPr id="3" name="Content Placeholder 2"/>
          <p:cNvSpPr>
            <a:spLocks noGrp="1"/>
          </p:cNvSpPr>
          <p:nvPr>
            <p:ph idx="1"/>
          </p:nvPr>
        </p:nvSpPr>
        <p:spPr>
          <a:xfrm>
            <a:off x="628650" y="1825625"/>
            <a:ext cx="7886700" cy="4194175"/>
          </a:xfrm>
        </p:spPr>
        <p:txBody>
          <a:bodyPr>
            <a:normAutofit fontScale="85000" lnSpcReduction="20000"/>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remove</a:t>
            </a:r>
            <a:r>
              <a:rPr lang="en-US" b="1" dirty="0">
                <a:latin typeface="Courier New Bold" panose="02070609020205020404" pitchFamily="49" charset="0"/>
                <a:ea typeface="MS Mincho"/>
                <a:cs typeface="Courier New" panose="02070309020205020404" pitchFamily="49" charset="0"/>
              </a:rPr>
              <a:t>(self,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"""Precondition: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Raises: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KeyError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not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Postcondition: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removed</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from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dirty="0">
              <a:solidFill>
                <a:srgbClr val="006800"/>
              </a:solidFill>
              <a:latin typeface="Bank Gothic Bold"/>
              <a:ea typeface="MS Mincho"/>
              <a:cs typeface="Bank Gothic Bold"/>
            </a:endParaRPr>
          </a:p>
          <a:p>
            <a:pPr marL="53149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Check</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precondition</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and</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raise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an exception if</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necessary</a:t>
            </a:r>
            <a:endParaRPr lang="en-US" sz="1300" dirty="0">
              <a:solidFill>
                <a:srgbClr val="C00000"/>
              </a:solidFill>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not</a:t>
            </a:r>
            <a:r>
              <a:rPr lang="en-US" dirty="0">
                <a:solidFill>
                  <a:srgbClr val="8A38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8972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KeyError</a:t>
            </a:r>
            <a:r>
              <a:rPr lang="en-US" b="1" dirty="0">
                <a:latin typeface="Courier New Bold" panose="02070609020205020404" pitchFamily="49" charset="0"/>
                <a:ea typeface="MS Mincho"/>
                <a:cs typeface="Courier New" panose="02070309020205020404" pitchFamily="49" charset="0"/>
              </a:rPr>
              <a:t>(</a:t>
            </a:r>
            <a:r>
              <a:rPr lang="en-US" b="1" dirty="0">
                <a:solidFill>
                  <a:srgbClr val="660066"/>
                </a:solidFill>
                <a:latin typeface="Courier New Bold" panose="02070609020205020404" pitchFamily="49" charset="0"/>
                <a:ea typeface="MS Mincho"/>
                <a:cs typeface="Courier New" panose="02070309020205020404" pitchFamily="49" charset="0"/>
              </a:rPr>
              <a:t>str</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not</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in</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bag"</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53149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Search</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for</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the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node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containing</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the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target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item</a:t>
            </a:r>
            <a:endParaRPr lang="en-US" sz="1300" dirty="0">
              <a:solidFill>
                <a:srgbClr val="C00000"/>
              </a:solidFill>
              <a:latin typeface="Bank Gothic Bold"/>
              <a:ea typeface="MS Mincho"/>
              <a:cs typeface="Bank Gothic Bold"/>
            </a:endParaRPr>
          </a:p>
          <a:p>
            <a:pPr marL="53149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probe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will</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point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to</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the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target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node,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and</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trailer</a:t>
            </a:r>
            <a:endParaRPr lang="en-US" sz="1300" dirty="0">
              <a:solidFill>
                <a:srgbClr val="C00000"/>
              </a:solidFill>
              <a:latin typeface="Bank Gothic Bold"/>
              <a:ea typeface="MS Mincho"/>
              <a:cs typeface="Bank Gothic Bold"/>
            </a:endParaRPr>
          </a:p>
          <a:p>
            <a:pPr marL="53149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will</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point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to</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the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node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before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if</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it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exists</a:t>
            </a:r>
            <a:endParaRPr lang="en-US" sz="1300" dirty="0">
              <a:solidFill>
                <a:srgbClr val="C00000"/>
              </a:solidFill>
              <a:latin typeface="Bank Gothic Bold"/>
              <a:ea typeface="MS Mincho"/>
              <a:cs typeface="Bank Gothic Bold"/>
            </a:endParaRPr>
          </a:p>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probe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a:t>
            </a:r>
            <a:endParaRPr lang="en-US" sz="1300" dirty="0">
              <a:latin typeface="Bank Gothic Bold"/>
              <a:ea typeface="MS Mincho"/>
              <a:cs typeface="Bank Gothic Bold"/>
            </a:endParaRPr>
          </a:p>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trailer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endParaRPr lang="en-US" sz="1300" dirty="0">
              <a:solidFill>
                <a:srgbClr val="8A3800"/>
              </a:solidFill>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targetItem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a:t>
            </a:r>
            <a:endParaRPr lang="en-US" sz="1300" dirty="0">
              <a:latin typeface="Bank Gothic Bold"/>
              <a:ea typeface="MS Mincho"/>
              <a:cs typeface="Bank Gothic Bold"/>
            </a:endParaRPr>
          </a:p>
          <a:p>
            <a:pPr marL="8972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targetItem</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dirty="0">
              <a:latin typeface="Bank Gothic Bold"/>
              <a:ea typeface="MS Mincho"/>
              <a:cs typeface="Bank Gothic Bold"/>
            </a:endParaRPr>
          </a:p>
          <a:p>
            <a:pPr marL="125730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break</a:t>
            </a:r>
            <a:endParaRPr lang="en-US" sz="1300" dirty="0">
              <a:solidFill>
                <a:srgbClr val="8A3800"/>
              </a:solidFill>
              <a:latin typeface="Bank Gothic Bold"/>
              <a:ea typeface="MS Mincho"/>
              <a:cs typeface="Bank Gothic Bold"/>
            </a:endParaRPr>
          </a:p>
          <a:p>
            <a:pPr marL="897255" lvl="1" indent="0">
              <a:spcBef>
                <a:spcPts val="0"/>
              </a:spcBef>
              <a:buNone/>
            </a:pPr>
            <a:r>
              <a:rPr lang="en-US" b="1" dirty="0">
                <a:latin typeface="Courier New Bold" panose="02070609020205020404" pitchFamily="49" charset="0"/>
                <a:ea typeface="MS Mincho"/>
                <a:cs typeface="Courier New" panose="02070309020205020404" pitchFamily="49" charset="0"/>
              </a:rPr>
              <a:t>trailer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probe</a:t>
            </a:r>
            <a:endParaRPr lang="en-US" sz="1300" dirty="0">
              <a:latin typeface="Bank Gothic Bold"/>
              <a:ea typeface="MS Mincho"/>
              <a:cs typeface="Bank Gothic Bold"/>
            </a:endParaRPr>
          </a:p>
          <a:p>
            <a:pPr marL="897255" lvl="1" indent="0">
              <a:spcBef>
                <a:spcPts val="0"/>
              </a:spcBef>
              <a:buNone/>
            </a:pPr>
            <a:r>
              <a:rPr lang="en-US" b="1" dirty="0">
                <a:latin typeface="Courier New Bold" panose="02070609020205020404" pitchFamily="49" charset="0"/>
                <a:ea typeface="MS Mincho"/>
                <a:cs typeface="Courier New" panose="02070309020205020404" pitchFamily="49" charset="0"/>
              </a:rPr>
              <a:t>probe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probe.next</a:t>
            </a:r>
            <a:endParaRPr lang="en-US" sz="1300" dirty="0">
              <a:latin typeface="Bank Gothic Bold"/>
              <a:ea typeface="MS Mincho"/>
              <a:cs typeface="Bank Gothic Bold"/>
            </a:endParaRPr>
          </a:p>
          <a:p>
            <a:pPr marL="53149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Unhook</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the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node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to</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be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deleted,</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either</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the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first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one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or</a:t>
            </a:r>
            <a:r>
              <a:rPr lang="en-US" dirty="0">
                <a:solidFill>
                  <a:srgbClr val="C00000"/>
                </a:solidFill>
                <a:latin typeface="Times" panose="02020603050405020304" pitchFamily="18" charset="0"/>
                <a:ea typeface="MS Mincho"/>
                <a:cs typeface="Bank Gothic Bold"/>
              </a:rPr>
              <a:t> </a:t>
            </a:r>
            <a:endParaRPr lang="en-US" sz="1300" dirty="0">
              <a:solidFill>
                <a:srgbClr val="C00000"/>
              </a:solidFill>
              <a:latin typeface="Bank Gothic Bold"/>
              <a:ea typeface="MS Mincho"/>
              <a:cs typeface="Bank Gothic Bold"/>
            </a:endParaRPr>
          </a:p>
          <a:p>
            <a:pPr marL="53149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one</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thereafter</a:t>
            </a:r>
            <a:endParaRPr lang="en-US" sz="1300" dirty="0">
              <a:solidFill>
                <a:srgbClr val="C00000"/>
              </a:solidFill>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probe</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a:t>
            </a:r>
            <a:endParaRPr lang="en-US" sz="1300" dirty="0">
              <a:latin typeface="Bank Gothic Bold"/>
              <a:ea typeface="MS Mincho"/>
              <a:cs typeface="Bank Gothic Bold"/>
            </a:endParaRPr>
          </a:p>
          <a:p>
            <a:pPr marL="897255" lvl="1" indent="0">
              <a:spcBef>
                <a:spcPts val="0"/>
              </a:spcBef>
              <a:buNone/>
            </a:pPr>
            <a:r>
              <a:rPr lang="en-US" b="1" dirty="0">
                <a:latin typeface="Courier New Bold" panose="02070609020205020404" pitchFamily="49" charset="0"/>
                <a:ea typeface="MS Mincho"/>
                <a:cs typeface="Courier New" panose="02070309020205020404" pitchFamily="49" charset="0"/>
              </a:rPr>
              <a:t>self.items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self.items.next</a:t>
            </a:r>
            <a:endParaRPr lang="en-US" sz="1300" dirty="0">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897255" lvl="1" indent="0">
              <a:spcBef>
                <a:spcPts val="0"/>
              </a:spcBef>
              <a:buNone/>
            </a:pPr>
            <a:r>
              <a:rPr lang="en-US" b="1" dirty="0">
                <a:latin typeface="Courier New Bold" panose="02070609020205020404" pitchFamily="49" charset="0"/>
                <a:ea typeface="MS Mincho"/>
                <a:cs typeface="Courier New" panose="02070309020205020404" pitchFamily="49" charset="0"/>
              </a:rPr>
              <a:t>trailer.next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probe.next</a:t>
            </a:r>
            <a:endParaRPr lang="en-US" sz="1300" dirty="0">
              <a:latin typeface="Bank Gothic Bold"/>
              <a:ea typeface="MS Mincho"/>
              <a:cs typeface="Bank Gothic Bold"/>
            </a:endParaRPr>
          </a:p>
          <a:p>
            <a:pPr marL="52832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Decrement</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logical</a:t>
            </a:r>
            <a:r>
              <a:rPr lang="en-US"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size</a:t>
            </a:r>
            <a:endParaRPr lang="en-US" sz="1300" dirty="0">
              <a:solidFill>
                <a:srgbClr val="C00000"/>
              </a:solidFill>
              <a:latin typeface="Bank Gothic Bold"/>
              <a:ea typeface="MS Mincho"/>
              <a:cs typeface="Bank Gothic Bold"/>
            </a:endParaRPr>
          </a:p>
          <a:p>
            <a:pPr marL="342900" lvl="1" indent="0">
              <a:buNone/>
            </a:pPr>
            <a:r>
              <a:rPr lang="pt-BR" b="1" dirty="0">
                <a:latin typeface="Courier New Bold" panose="02070609020205020404" pitchFamily="49" charset="0"/>
                <a:ea typeface="MS Mincho"/>
                <a:cs typeface="Courier New" panose="02070309020205020404" pitchFamily="49" charset="0"/>
              </a:rPr>
              <a:t>  self.size</a:t>
            </a:r>
            <a:r>
              <a:rPr lang="pt-BR" dirty="0">
                <a:latin typeface="Times" panose="02020603050405020304" pitchFamily="18" charset="0"/>
                <a:ea typeface="MS Mincho"/>
              </a:rPr>
              <a:t> </a:t>
            </a:r>
            <a:r>
              <a:rPr lang="pt-BR" b="1" dirty="0">
                <a:latin typeface="Courier New Bold" panose="02070609020205020404" pitchFamily="49" charset="0"/>
                <a:ea typeface="MS Mincho"/>
                <a:cs typeface="Courier New" panose="02070309020205020404" pitchFamily="49" charset="0"/>
              </a:rPr>
              <a:t>-=</a:t>
            </a:r>
            <a:r>
              <a:rPr lang="pt-BR" dirty="0">
                <a:latin typeface="Times" panose="02020603050405020304" pitchFamily="18" charset="0"/>
                <a:ea typeface="MS Mincho"/>
              </a:rPr>
              <a:t> </a:t>
            </a:r>
            <a:r>
              <a:rPr lang="pt-BR" b="1" dirty="0">
                <a:latin typeface="Courier New Bold" panose="02070609020205020404" pitchFamily="49" charset="0"/>
                <a:ea typeface="MS Mincho"/>
                <a:cs typeface="Courier New" panose="02070309020205020404" pitchFamily="49" charset="0"/>
              </a:rPr>
              <a:t>1</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0032026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3"/>
          </a:xfrm>
        </p:spPr>
        <p:txBody>
          <a:bodyPr/>
          <a:lstStyle/>
          <a:p>
            <a:r>
              <a:rPr lang="en-US" b="1" dirty="0"/>
              <a:t>Run-Time Performance of the Two Bag Implementations </a:t>
            </a:r>
            <a:r>
              <a:rPr lang="en-US" sz="2000" dirty="0" smtClean="0"/>
              <a:t>(</a:t>
            </a:r>
            <a:r>
              <a:rPr lang="en-US" sz="2000" dirty="0"/>
              <a:t>1 of 2)</a:t>
            </a:r>
          </a:p>
        </p:txBody>
      </p:sp>
      <p:sp>
        <p:nvSpPr>
          <p:cNvPr id="3" name="Content Placeholder 2"/>
          <p:cNvSpPr>
            <a:spLocks noGrp="1"/>
          </p:cNvSpPr>
          <p:nvPr>
            <p:ph idx="1"/>
          </p:nvPr>
        </p:nvSpPr>
        <p:spPr>
          <a:xfrm>
            <a:off x="628650" y="1825625"/>
            <a:ext cx="8058150" cy="4270375"/>
          </a:xfrm>
        </p:spPr>
        <p:txBody>
          <a:bodyPr>
            <a:normAutofit/>
          </a:bodyPr>
          <a:lstStyle/>
          <a:p>
            <a:pPr marL="291600" indent="-291600">
              <a:spcBef>
                <a:spcPts val="1000"/>
              </a:spcBef>
            </a:pPr>
            <a:r>
              <a:rPr lang="en-US" dirty="0"/>
              <a:t>The running times of the operations on the two implementations of bags are quite similar:</a:t>
            </a:r>
          </a:p>
          <a:p>
            <a:pPr lvl="1">
              <a:spcBef>
                <a:spcPts val="1000"/>
              </a:spcBef>
            </a:pPr>
            <a:r>
              <a:rPr lang="en-US" dirty="0"/>
              <a:t>The </a:t>
            </a:r>
            <a:r>
              <a:rPr lang="en-US" b="1" dirty="0">
                <a:latin typeface="Courier New" panose="02070309020205020404" pitchFamily="49" charset="0"/>
                <a:cs typeface="Courier New" panose="02070309020205020404" pitchFamily="49" charset="0"/>
              </a:rPr>
              <a:t>in</a:t>
            </a:r>
            <a:r>
              <a:rPr lang="en-US" dirty="0"/>
              <a:t> and </a:t>
            </a:r>
            <a:r>
              <a:rPr lang="en-US" b="1" dirty="0">
                <a:latin typeface="Courier New" panose="02070309020205020404" pitchFamily="49" charset="0"/>
                <a:cs typeface="Courier New" panose="02070309020205020404" pitchFamily="49" charset="0"/>
              </a:rPr>
              <a:t>remove</a:t>
            </a:r>
            <a:r>
              <a:rPr lang="en-US" dirty="0"/>
              <a:t> operations take linear time in both implementations, because they incorporate a sequential search</a:t>
            </a:r>
          </a:p>
          <a:p>
            <a:pPr lvl="1">
              <a:spcBef>
                <a:spcPts val="1000"/>
              </a:spcBef>
            </a:pPr>
            <a:r>
              <a:rPr lang="en-US" dirty="0"/>
              <a:t>The </a:t>
            </a:r>
            <a:r>
              <a:rPr lang="en-US" b="1" dirty="0">
                <a:latin typeface="Courier New" panose="02070309020205020404" pitchFamily="49" charset="0"/>
                <a:cs typeface="Courier New" panose="02070309020205020404" pitchFamily="49" charset="0"/>
              </a:rPr>
              <a:t>remove</a:t>
            </a:r>
            <a:r>
              <a:rPr lang="en-US" dirty="0"/>
              <a:t> operation in </a:t>
            </a:r>
            <a:r>
              <a:rPr lang="en-US" b="1" dirty="0">
                <a:latin typeface="Courier New" panose="02070309020205020404" pitchFamily="49" charset="0"/>
                <a:cs typeface="Courier New" panose="02070309020205020404" pitchFamily="49" charset="0"/>
              </a:rPr>
              <a:t>ArrayBag</a:t>
            </a:r>
            <a:r>
              <a:rPr lang="en-US" dirty="0"/>
              <a:t> must do the additional work of shifting data items in the array, but the cumulative effect is not worse than linear</a:t>
            </a:r>
          </a:p>
          <a:p>
            <a:pPr lvl="1">
              <a:spcBef>
                <a:spcPts val="1000"/>
              </a:spcBef>
            </a:pPr>
            <a:r>
              <a:rPr lang="en-US" dirty="0"/>
              <a:t>The </a:t>
            </a:r>
            <a:r>
              <a:rPr lang="en-US" b="1" dirty="0">
                <a:latin typeface="Courier New" panose="02070309020205020404" pitchFamily="49" charset="0"/>
                <a:cs typeface="Courier New" panose="02070309020205020404" pitchFamily="49" charset="0"/>
              </a:rPr>
              <a:t>+</a:t>
            </a:r>
            <a:r>
              <a:rPr lang="en-US" dirty="0"/>
              <a:t>, </a:t>
            </a:r>
            <a:r>
              <a:rPr lang="en-US" b="1" dirty="0">
                <a:latin typeface="Courier New" panose="02070309020205020404" pitchFamily="49" charset="0"/>
                <a:cs typeface="Courier New" panose="02070309020205020404" pitchFamily="49" charset="0"/>
              </a:rPr>
              <a:t>str</a:t>
            </a:r>
            <a:r>
              <a:rPr lang="en-US" dirty="0"/>
              <a:t>, and </a:t>
            </a:r>
            <a:r>
              <a:rPr lang="en-US" b="1" dirty="0">
                <a:latin typeface="Courier New" panose="02070309020205020404" pitchFamily="49" charset="0"/>
                <a:cs typeface="Courier New" panose="02070309020205020404" pitchFamily="49" charset="0"/>
              </a:rPr>
              <a:t>iter</a:t>
            </a:r>
            <a:r>
              <a:rPr lang="en-US" dirty="0"/>
              <a:t> operations are linear</a:t>
            </a:r>
          </a:p>
          <a:p>
            <a:pPr marL="291600" indent="-291600">
              <a:spcBef>
                <a:spcPts val="1000"/>
              </a:spcBef>
            </a:pPr>
            <a:r>
              <a:rPr lang="en-US" dirty="0"/>
              <a:t>The running time of the </a:t>
            </a:r>
            <a:r>
              <a:rPr lang="en-US" b="1" dirty="0">
                <a:latin typeface="Courier New" panose="02070309020205020404" pitchFamily="49" charset="0"/>
                <a:cs typeface="Courier New" panose="02070309020205020404" pitchFamily="49" charset="0"/>
              </a:rPr>
              <a:t>==</a:t>
            </a:r>
            <a:r>
              <a:rPr lang="en-US" dirty="0"/>
              <a:t> operation has several cases and is left as an exercise</a:t>
            </a:r>
          </a:p>
          <a:p>
            <a:pPr marL="291600" indent="-291600">
              <a:spcBef>
                <a:spcPts val="1000"/>
              </a:spcBef>
            </a:pPr>
            <a:r>
              <a:rPr lang="en-US" dirty="0"/>
              <a:t>The remaining operations are constant time:</a:t>
            </a:r>
          </a:p>
          <a:p>
            <a:pPr lvl="1">
              <a:spcBef>
                <a:spcPts val="1000"/>
              </a:spcBef>
            </a:pPr>
            <a:r>
              <a:rPr lang="en-US" dirty="0"/>
              <a:t>Although </a:t>
            </a:r>
            <a:r>
              <a:rPr lang="en-US" b="1" dirty="0">
                <a:latin typeface="Courier New" panose="02070309020205020404" pitchFamily="49" charset="0"/>
                <a:cs typeface="Courier New" panose="02070309020205020404" pitchFamily="49" charset="0"/>
              </a:rPr>
              <a:t>ArrayBag</a:t>
            </a:r>
            <a:r>
              <a:rPr lang="en-US" dirty="0"/>
              <a:t>’s </a:t>
            </a:r>
            <a:r>
              <a:rPr lang="en-US" b="1" dirty="0">
                <a:latin typeface="Courier New" panose="02070309020205020404" pitchFamily="49" charset="0"/>
                <a:cs typeface="Courier New" panose="02070309020205020404" pitchFamily="49" charset="0"/>
              </a:rPr>
              <a:t>add</a:t>
            </a:r>
            <a:r>
              <a:rPr lang="en-US" dirty="0"/>
              <a:t> incurs an occasional linear time hit to resize the </a:t>
            </a:r>
            <a:r>
              <a:rPr lang="en-US" dirty="0" smtClean="0"/>
              <a:t>array</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3411941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006474"/>
          </a:xfrm>
        </p:spPr>
        <p:txBody>
          <a:bodyPr/>
          <a:lstStyle/>
          <a:p>
            <a:r>
              <a:rPr lang="en-US" b="1" dirty="0"/>
              <a:t>Run-Time Performance of the Two Bag Implementations </a:t>
            </a:r>
            <a:r>
              <a:rPr lang="en-US" sz="2000" dirty="0" smtClean="0"/>
              <a:t>(</a:t>
            </a:r>
            <a:r>
              <a:rPr lang="en-US" sz="2000" dirty="0"/>
              <a:t>2 of 2)</a:t>
            </a:r>
          </a:p>
        </p:txBody>
      </p:sp>
      <p:sp>
        <p:nvSpPr>
          <p:cNvPr id="3" name="Content Placeholder 2"/>
          <p:cNvSpPr>
            <a:spLocks noGrp="1"/>
          </p:cNvSpPr>
          <p:nvPr>
            <p:ph idx="1"/>
          </p:nvPr>
        </p:nvSpPr>
        <p:spPr>
          <a:xfrm>
            <a:off x="628650" y="1825625"/>
            <a:ext cx="7886700" cy="3051175"/>
          </a:xfrm>
        </p:spPr>
        <p:txBody>
          <a:bodyPr>
            <a:normAutofit/>
          </a:bodyPr>
          <a:lstStyle/>
          <a:p>
            <a:pPr marL="291600" indent="-291600">
              <a:spcBef>
                <a:spcPts val="1000"/>
              </a:spcBef>
            </a:pPr>
            <a:r>
              <a:rPr lang="en-US" dirty="0"/>
              <a:t>The two implementations have the expected memory tradeoffs</a:t>
            </a:r>
          </a:p>
          <a:p>
            <a:pPr marL="291600" indent="-291600">
              <a:spcBef>
                <a:spcPts val="1000"/>
              </a:spcBef>
            </a:pPr>
            <a:r>
              <a:rPr lang="en-US" dirty="0"/>
              <a:t>When the array within an </a:t>
            </a:r>
            <a:r>
              <a:rPr lang="en-US" b="1" dirty="0">
                <a:latin typeface="Courier New" panose="02070309020205020404" pitchFamily="49" charset="0"/>
                <a:cs typeface="Courier New" panose="02070309020205020404" pitchFamily="49" charset="0"/>
              </a:rPr>
              <a:t>ArrayBag</a:t>
            </a:r>
            <a:r>
              <a:rPr lang="en-US" dirty="0"/>
              <a:t> is better than half full,</a:t>
            </a:r>
          </a:p>
          <a:p>
            <a:pPr lvl="1">
              <a:spcBef>
                <a:spcPts val="1000"/>
              </a:spcBef>
            </a:pPr>
            <a:r>
              <a:rPr lang="en-US" dirty="0"/>
              <a:t>It uses less memory than a </a:t>
            </a:r>
            <a:r>
              <a:rPr lang="en-US" b="1" dirty="0">
                <a:latin typeface="Courier New" panose="02070309020205020404" pitchFamily="49" charset="0"/>
                <a:cs typeface="Courier New" panose="02070309020205020404" pitchFamily="49" charset="0"/>
              </a:rPr>
              <a:t>LinkedBag</a:t>
            </a:r>
            <a:r>
              <a:rPr lang="en-US" dirty="0"/>
              <a:t> of the same logical size</a:t>
            </a:r>
          </a:p>
          <a:p>
            <a:pPr marL="291600" indent="-291600">
              <a:spcBef>
                <a:spcPts val="1000"/>
              </a:spcBef>
            </a:pPr>
            <a:r>
              <a:rPr lang="en-US" dirty="0"/>
              <a:t>In the worst case,</a:t>
            </a:r>
          </a:p>
          <a:p>
            <a:pPr lvl="1">
              <a:spcBef>
                <a:spcPts val="1000"/>
              </a:spcBef>
            </a:pPr>
            <a:r>
              <a:rPr lang="en-US" dirty="0"/>
              <a:t>A </a:t>
            </a:r>
            <a:r>
              <a:rPr lang="en-US" b="1" dirty="0">
                <a:latin typeface="Courier New" panose="02070309020205020404" pitchFamily="49" charset="0"/>
                <a:cs typeface="Courier New" panose="02070309020205020404" pitchFamily="49" charset="0"/>
              </a:rPr>
              <a:t>LinkedBag</a:t>
            </a:r>
            <a:r>
              <a:rPr lang="en-US" dirty="0">
                <a:latin typeface="Courier New" panose="02070309020205020404" pitchFamily="49" charset="0"/>
                <a:cs typeface="Courier New" panose="02070309020205020404" pitchFamily="49" charset="0"/>
              </a:rPr>
              <a:t> </a:t>
            </a:r>
            <a:r>
              <a:rPr lang="en-US" dirty="0"/>
              <a:t>uses twice as much memory as an </a:t>
            </a:r>
            <a:r>
              <a:rPr lang="en-US" b="1" dirty="0">
                <a:latin typeface="Courier New" panose="02070309020205020404" pitchFamily="49" charset="0"/>
                <a:cs typeface="Courier New" panose="02070309020205020404" pitchFamily="49" charset="0"/>
              </a:rPr>
              <a:t>ArrayBag</a:t>
            </a:r>
            <a:r>
              <a:rPr lang="en-US" dirty="0"/>
              <a:t> whose array is full</a:t>
            </a:r>
          </a:p>
          <a:p>
            <a:pPr marL="291600" indent="-291600">
              <a:spcBef>
                <a:spcPts val="1000"/>
              </a:spcBef>
            </a:pPr>
            <a:r>
              <a:rPr lang="en-US" dirty="0"/>
              <a:t>Because of these memory tradeoffs, removals from an </a:t>
            </a:r>
            <a:r>
              <a:rPr lang="en-US" b="1" dirty="0">
                <a:latin typeface="Courier New" panose="02070309020205020404" pitchFamily="49" charset="0"/>
                <a:cs typeface="Courier New" panose="02070309020205020404" pitchFamily="49" charset="0"/>
              </a:rPr>
              <a:t>ArrayBag</a:t>
            </a:r>
            <a:r>
              <a:rPr lang="en-US" dirty="0"/>
              <a:t> are generally slower than they are on a </a:t>
            </a:r>
            <a:r>
              <a:rPr lang="en-US" b="1" dirty="0">
                <a:latin typeface="Courier New" panose="02070309020205020404" pitchFamily="49" charset="0"/>
                <a:cs typeface="Courier New" panose="02070309020205020404" pitchFamily="49" charset="0"/>
              </a:rPr>
              <a:t>LinkedBag</a:t>
            </a:r>
            <a:endParaRPr lang="en-US"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pPr>
              <a:defRPr/>
            </a:pPr>
            <a:r>
              <a:rPr lang="en-US" sz="900" dirty="0" smtClean="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endParaRPr lang="en-US" sz="900" dirty="0">
              <a:latin typeface="Open Sans" panose="020B0606030504020204"/>
            </a:endParaRPr>
          </a:p>
        </p:txBody>
      </p:sp>
    </p:spTree>
    <p:extLst>
      <p:ext uri="{BB962C8B-B14F-4D97-AF65-F5344CB8AC3E}">
        <p14:creationId xmlns:p14="http://schemas.microsoft.com/office/powerpoint/2010/main" val="181030959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Testing the Two Bag Implementations </a:t>
            </a:r>
            <a:r>
              <a:rPr lang="en-US" sz="2000" dirty="0"/>
              <a:t>(1 of 3)</a:t>
            </a:r>
          </a:p>
        </p:txBody>
      </p:sp>
      <p:sp>
        <p:nvSpPr>
          <p:cNvPr id="3" name="Content Placeholder 2"/>
          <p:cNvSpPr>
            <a:spLocks noGrp="1"/>
          </p:cNvSpPr>
          <p:nvPr>
            <p:ph idx="1"/>
          </p:nvPr>
        </p:nvSpPr>
        <p:spPr>
          <a:xfrm>
            <a:off x="628650" y="1825625"/>
            <a:ext cx="7886700" cy="2060575"/>
          </a:xfrm>
        </p:spPr>
        <p:txBody>
          <a:bodyPr/>
          <a:lstStyle/>
          <a:p>
            <a:pPr marL="291600" indent="-291600">
              <a:spcBef>
                <a:spcPts val="1000"/>
              </a:spcBef>
            </a:pPr>
            <a:r>
              <a:rPr lang="en-US" dirty="0"/>
              <a:t>The approach used to test these implementations is to include a tester function for each resource that you develop</a:t>
            </a:r>
          </a:p>
          <a:p>
            <a:pPr marL="291600" indent="-291600">
              <a:spcBef>
                <a:spcPts val="1000"/>
              </a:spcBef>
            </a:pPr>
            <a:r>
              <a:rPr lang="en-US" dirty="0"/>
              <a:t>This function both</a:t>
            </a:r>
          </a:p>
          <a:p>
            <a:pPr lvl="1">
              <a:spcBef>
                <a:spcPts val="1000"/>
              </a:spcBef>
            </a:pPr>
            <a:r>
              <a:rPr lang="en-US" dirty="0"/>
              <a:t>Ensures that a new collection class conforms to a collection interface</a:t>
            </a:r>
          </a:p>
          <a:p>
            <a:pPr lvl="1">
              <a:spcBef>
                <a:spcPts val="1000"/>
              </a:spcBef>
            </a:pPr>
            <a:r>
              <a:rPr lang="en-US" dirty="0"/>
              <a:t>Checks to see that these operations do what they are supposed to do</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4864652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Testing the Two Bag Implementations </a:t>
            </a:r>
            <a:r>
              <a:rPr lang="en-US" sz="2000" dirty="0"/>
              <a:t>(2 of 3)</a:t>
            </a:r>
          </a:p>
        </p:txBody>
      </p:sp>
      <p:sp>
        <p:nvSpPr>
          <p:cNvPr id="3" name="Content Placeholder 2"/>
          <p:cNvSpPr>
            <a:spLocks noGrp="1"/>
          </p:cNvSpPr>
          <p:nvPr>
            <p:ph idx="1"/>
          </p:nvPr>
        </p:nvSpPr>
        <p:spPr>
          <a:xfrm>
            <a:off x="628650" y="1726040"/>
            <a:ext cx="7886700" cy="841375"/>
          </a:xfrm>
        </p:spPr>
        <p:txBody>
          <a:bodyPr>
            <a:normAutofit fontScale="77500" lnSpcReduction="20000"/>
          </a:bodyPr>
          <a:lstStyle/>
          <a:p>
            <a:pPr marL="291600" indent="-291600">
              <a:lnSpc>
                <a:spcPct val="110000"/>
              </a:lnSpc>
              <a:spcBef>
                <a:spcPts val="1000"/>
              </a:spcBef>
            </a:pPr>
            <a:r>
              <a:rPr lang="en-US" sz="2500" dirty="0"/>
              <a:t>Code for a standalone application that you can run with any bag class</a:t>
            </a:r>
          </a:p>
          <a:p>
            <a:pPr lvl="1">
              <a:spcBef>
                <a:spcPts val="1000"/>
              </a:spcBef>
            </a:pPr>
            <a:r>
              <a:rPr lang="en-US" sz="2300" dirty="0"/>
              <a:t>The </a:t>
            </a:r>
            <a:r>
              <a:rPr lang="en-US" sz="2300" b="1" dirty="0">
                <a:latin typeface="Courier New" panose="02070309020205020404" pitchFamily="49" charset="0"/>
                <a:cs typeface="Courier New" panose="02070309020205020404" pitchFamily="49" charset="0"/>
              </a:rPr>
              <a:t>main</a:t>
            </a:r>
            <a:r>
              <a:rPr lang="en-US" sz="2300" dirty="0"/>
              <a:t> function expects a type as an argument and runs the tests on objects of that </a:t>
            </a:r>
            <a:r>
              <a:rPr lang="en-US" sz="2300" dirty="0" smtClean="0"/>
              <a:t>type</a:t>
            </a:r>
            <a:endParaRPr lang="en-US" dirty="0"/>
          </a:p>
        </p:txBody>
      </p:sp>
      <p:sp>
        <p:nvSpPr>
          <p:cNvPr id="5" name="Content Placeholder 4"/>
          <p:cNvSpPr>
            <a:spLocks noGrp="1"/>
          </p:cNvSpPr>
          <p:nvPr>
            <p:ph sz="quarter" idx="12"/>
          </p:nvPr>
        </p:nvSpPr>
        <p:spPr>
          <a:xfrm>
            <a:off x="838200" y="2661720"/>
            <a:ext cx="7668279" cy="3449532"/>
          </a:xfrm>
        </p:spPr>
        <p:txBody>
          <a:bodyPr>
            <a:normAutofit fontScale="77500" lnSpcReduction="2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testbag.py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Ken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tester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program</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for</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bag</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implementations.</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arraybag</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ArrayBag</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linkedbag</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LinkedBag</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test</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bagType</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531495" lvl="1" indent="0">
              <a:spcBef>
                <a:spcPts val="0"/>
              </a:spcBef>
              <a:buNone/>
            </a:pPr>
            <a:r>
              <a:rPr lang="en-US" b="1" dirty="0" smtClean="0">
                <a:solidFill>
                  <a:srgbClr val="006800"/>
                </a:solidFill>
                <a:latin typeface="Courier New Bold" panose="02070609020205020404" pitchFamily="49" charset="0"/>
                <a:ea typeface="MS Mincho"/>
                <a:cs typeface="Courier New" panose="02070309020205020404" pitchFamily="49" charset="0"/>
              </a:rPr>
              <a:t>"""Expects</a:t>
            </a:r>
            <a:r>
              <a:rPr lang="en-US" dirty="0" smtClean="0">
                <a:solidFill>
                  <a:srgbClr val="006800"/>
                </a:solidFill>
                <a:latin typeface="Times" panose="02020603050405020304" pitchFamily="18" charset="0"/>
                <a:ea typeface="MS Mincho"/>
                <a:cs typeface="Bank Gothic Bold"/>
              </a:rPr>
              <a:t> </a:t>
            </a:r>
            <a:r>
              <a:rPr lang="en-US" b="1" dirty="0" smtClean="0">
                <a:solidFill>
                  <a:srgbClr val="006800"/>
                </a:solidFill>
                <a:latin typeface="Courier New Bold" panose="02070609020205020404" pitchFamily="49" charset="0"/>
                <a:ea typeface="MS Mincho"/>
                <a:cs typeface="Courier New" panose="02070309020205020404" pitchFamily="49" charset="0"/>
              </a:rPr>
              <a:t>a</a:t>
            </a:r>
            <a:r>
              <a:rPr lang="en-US" dirty="0" smtClean="0">
                <a:solidFill>
                  <a:srgbClr val="006800"/>
                </a:solidFill>
                <a:latin typeface="Times" panose="02020603050405020304" pitchFamily="18" charset="0"/>
                <a:ea typeface="MS Mincho"/>
                <a:cs typeface="Bank Gothic Bold"/>
              </a:rPr>
              <a:t> </a:t>
            </a:r>
            <a:r>
              <a:rPr lang="en-US" b="1" dirty="0" smtClean="0">
                <a:solidFill>
                  <a:srgbClr val="006800"/>
                </a:solidFill>
                <a:latin typeface="Courier New Bold" panose="02070609020205020404" pitchFamily="49" charset="0"/>
                <a:ea typeface="MS Mincho"/>
                <a:cs typeface="Courier New" panose="02070309020205020404" pitchFamily="49" charset="0"/>
              </a:rPr>
              <a:t>bag</a:t>
            </a:r>
            <a:r>
              <a:rPr lang="en-US" dirty="0" smtClean="0">
                <a:solidFill>
                  <a:srgbClr val="006800"/>
                </a:solidFill>
                <a:latin typeface="Times" panose="02020603050405020304" pitchFamily="18" charset="0"/>
                <a:ea typeface="MS Mincho"/>
                <a:cs typeface="Bank Gothic Bold"/>
              </a:rPr>
              <a:t> </a:t>
            </a:r>
            <a:r>
              <a:rPr lang="en-US" b="1" dirty="0" smtClean="0">
                <a:solidFill>
                  <a:srgbClr val="006800"/>
                </a:solidFill>
                <a:latin typeface="Courier New Bold" panose="02070609020205020404" pitchFamily="49" charset="0"/>
                <a:ea typeface="MS Mincho"/>
                <a:cs typeface="Courier New" panose="02070309020205020404" pitchFamily="49" charset="0"/>
              </a:rPr>
              <a:t>type</a:t>
            </a:r>
            <a:r>
              <a:rPr lang="en-US" dirty="0" smtClean="0">
                <a:solidFill>
                  <a:srgbClr val="006800"/>
                </a:solidFill>
                <a:latin typeface="Times" panose="02020603050405020304" pitchFamily="18" charset="0"/>
                <a:ea typeface="MS Mincho"/>
                <a:cs typeface="Bank Gothic Bold"/>
              </a:rPr>
              <a:t> </a:t>
            </a:r>
            <a:r>
              <a:rPr lang="en-US" b="1" dirty="0" smtClean="0">
                <a:solidFill>
                  <a:srgbClr val="006800"/>
                </a:solidFill>
                <a:latin typeface="Courier New Bold" panose="02070609020205020404" pitchFamily="49" charset="0"/>
                <a:ea typeface="MS Mincho"/>
                <a:cs typeface="Courier New" panose="02070309020205020404" pitchFamily="49" charset="0"/>
              </a:rPr>
              <a:t>as</a:t>
            </a:r>
            <a:r>
              <a:rPr lang="en-US" dirty="0" smtClean="0">
                <a:solidFill>
                  <a:srgbClr val="006800"/>
                </a:solidFill>
                <a:latin typeface="Times" panose="02020603050405020304" pitchFamily="18" charset="0"/>
                <a:ea typeface="MS Mincho"/>
                <a:cs typeface="Bank Gothic Bold"/>
              </a:rPr>
              <a:t> </a:t>
            </a:r>
            <a:r>
              <a:rPr lang="en-US" b="1" dirty="0" smtClean="0">
                <a:solidFill>
                  <a:srgbClr val="006800"/>
                </a:solidFill>
                <a:latin typeface="Courier New Bold" panose="02070609020205020404" pitchFamily="49" charset="0"/>
                <a:ea typeface="MS Mincho"/>
                <a:cs typeface="Courier New" panose="02070309020205020404" pitchFamily="49" charset="0"/>
              </a:rPr>
              <a:t>an</a:t>
            </a:r>
            <a:r>
              <a:rPr lang="en-US" dirty="0" smtClean="0">
                <a:solidFill>
                  <a:srgbClr val="006800"/>
                </a:solidFill>
                <a:latin typeface="Times" panose="02020603050405020304" pitchFamily="18" charset="0"/>
                <a:ea typeface="MS Mincho"/>
                <a:cs typeface="Bank Gothic Bold"/>
              </a:rPr>
              <a:t> </a:t>
            </a:r>
            <a:r>
              <a:rPr lang="en-US" b="1" dirty="0" smtClean="0">
                <a:solidFill>
                  <a:srgbClr val="006800"/>
                </a:solidFill>
                <a:latin typeface="Courier New Bold" panose="02070609020205020404" pitchFamily="49" charset="0"/>
                <a:ea typeface="MS Mincho"/>
                <a:cs typeface="Courier New" panose="02070309020205020404" pitchFamily="49" charset="0"/>
              </a:rPr>
              <a:t>argument</a:t>
            </a:r>
            <a:r>
              <a:rPr lang="en-US" dirty="0" smtClean="0">
                <a:solidFill>
                  <a:srgbClr val="006800"/>
                </a:solidFill>
                <a:latin typeface="Times" panose="02020603050405020304" pitchFamily="18" charset="0"/>
                <a:ea typeface="MS Mincho"/>
                <a:cs typeface="Bank Gothic Bold"/>
              </a:rPr>
              <a:t> </a:t>
            </a:r>
            <a:r>
              <a:rPr lang="en-US" b="1" dirty="0" smtClean="0">
                <a:solidFill>
                  <a:srgbClr val="006800"/>
                </a:solidFill>
                <a:latin typeface="Courier New Bold" panose="02070609020205020404" pitchFamily="49" charset="0"/>
                <a:ea typeface="MS Mincho"/>
                <a:cs typeface="Courier New" panose="02070309020205020404" pitchFamily="49" charset="0"/>
              </a:rPr>
              <a:t>and</a:t>
            </a:r>
            <a:r>
              <a:rPr lang="en-US" dirty="0" smtClean="0">
                <a:solidFill>
                  <a:srgbClr val="006800"/>
                </a:solidFill>
                <a:latin typeface="Times" panose="02020603050405020304" pitchFamily="18" charset="0"/>
                <a:ea typeface="MS Mincho"/>
                <a:cs typeface="Bank Gothic Bold"/>
              </a:rPr>
              <a:t> </a:t>
            </a:r>
            <a:r>
              <a:rPr lang="en-US" b="1" dirty="0" smtClean="0">
                <a:solidFill>
                  <a:srgbClr val="006800"/>
                </a:solidFill>
                <a:latin typeface="Courier New Bold" panose="02070609020205020404" pitchFamily="49" charset="0"/>
                <a:ea typeface="MS Mincho"/>
                <a:cs typeface="Courier New" panose="02070309020205020404" pitchFamily="49" charset="0"/>
              </a:rPr>
              <a:t>runs</a:t>
            </a:r>
            <a:r>
              <a:rPr lang="en-US" dirty="0" smtClean="0">
                <a:solidFill>
                  <a:srgbClr val="006800"/>
                </a:solidFill>
                <a:latin typeface="Times" panose="02020603050405020304" pitchFamily="18" charset="0"/>
                <a:ea typeface="MS Mincho"/>
                <a:cs typeface="Bank Gothic Bold"/>
              </a:rPr>
              <a:t> </a:t>
            </a:r>
            <a:r>
              <a:rPr lang="en-US" b="1" dirty="0" smtClean="0">
                <a:solidFill>
                  <a:srgbClr val="006800"/>
                </a:solidFill>
                <a:latin typeface="Courier New Bold" panose="02070609020205020404" pitchFamily="49" charset="0"/>
                <a:ea typeface="MS Mincho"/>
                <a:cs typeface="Courier New" panose="02070309020205020404" pitchFamily="49" charset="0"/>
              </a:rPr>
              <a:t>some</a:t>
            </a:r>
            <a:r>
              <a:rPr lang="en-US" dirty="0" smtClean="0">
                <a:solidFill>
                  <a:srgbClr val="006800"/>
                </a:solidFill>
                <a:latin typeface="Times" panose="02020603050405020304" pitchFamily="18" charset="0"/>
                <a:ea typeface="MS Mincho"/>
                <a:cs typeface="Bank Gothic Bold"/>
              </a:rPr>
              <a:t> </a:t>
            </a:r>
            <a:r>
              <a:rPr lang="en-US" b="1" dirty="0" smtClean="0">
                <a:solidFill>
                  <a:srgbClr val="006800"/>
                </a:solidFill>
                <a:latin typeface="Courier New Bold" panose="02070609020205020404" pitchFamily="49" charset="0"/>
                <a:ea typeface="MS Mincho"/>
                <a:cs typeface="Courier New" panose="02070309020205020404" pitchFamily="49" charset="0"/>
              </a:rPr>
              <a:t>tests</a:t>
            </a:r>
            <a:endParaRPr lang="en-US" sz="1300" dirty="0" smtClean="0">
              <a:solidFill>
                <a:srgbClr val="006800"/>
              </a:solidFill>
              <a:latin typeface="Bank Gothic Bold"/>
              <a:ea typeface="MS Mincho"/>
              <a:cs typeface="Bank Gothic Bold"/>
            </a:endParaRPr>
          </a:p>
          <a:p>
            <a:pPr marL="531495" lvl="1" indent="0">
              <a:spcBef>
                <a:spcPts val="0"/>
              </a:spcBef>
              <a:buNone/>
            </a:pPr>
            <a:r>
              <a:rPr lang="en-US" b="1" dirty="0" smtClean="0">
                <a:solidFill>
                  <a:srgbClr val="006800"/>
                </a:solidFill>
                <a:latin typeface="Courier New Bold" panose="02070609020205020404" pitchFamily="49" charset="0"/>
                <a:ea typeface="MS Mincho"/>
                <a:cs typeface="Courier New" panose="02070309020205020404" pitchFamily="49" charset="0"/>
              </a:rPr>
              <a:t>on</a:t>
            </a:r>
            <a:r>
              <a:rPr lang="en-US" dirty="0" smtClean="0">
                <a:solidFill>
                  <a:srgbClr val="006800"/>
                </a:solidFill>
                <a:latin typeface="Times" panose="02020603050405020304" pitchFamily="18" charset="0"/>
                <a:ea typeface="MS Mincho"/>
                <a:cs typeface="Bank Gothic Bold"/>
              </a:rPr>
              <a:t> </a:t>
            </a:r>
            <a:r>
              <a:rPr lang="en-US" b="1" dirty="0" smtClean="0">
                <a:solidFill>
                  <a:srgbClr val="006800"/>
                </a:solidFill>
                <a:latin typeface="Courier New Bold" panose="02070609020205020404" pitchFamily="49" charset="0"/>
                <a:ea typeface="MS Mincho"/>
                <a:cs typeface="Courier New" panose="02070309020205020404" pitchFamily="49" charset="0"/>
              </a:rPr>
              <a:t>objects</a:t>
            </a:r>
            <a:r>
              <a:rPr lang="en-US" dirty="0" smtClean="0">
                <a:solidFill>
                  <a:srgbClr val="006800"/>
                </a:solidFill>
                <a:latin typeface="Times" panose="02020603050405020304" pitchFamily="18" charset="0"/>
                <a:ea typeface="MS Mincho"/>
                <a:cs typeface="Bank Gothic Bold"/>
              </a:rPr>
              <a:t> </a:t>
            </a:r>
            <a:r>
              <a:rPr lang="en-US" b="1" dirty="0" smtClean="0">
                <a:solidFill>
                  <a:srgbClr val="006800"/>
                </a:solidFill>
                <a:latin typeface="Courier New Bold" panose="02070609020205020404" pitchFamily="49" charset="0"/>
                <a:ea typeface="MS Mincho"/>
                <a:cs typeface="Courier New" panose="02070309020205020404" pitchFamily="49" charset="0"/>
              </a:rPr>
              <a:t>of</a:t>
            </a:r>
            <a:r>
              <a:rPr lang="en-US" dirty="0" smtClean="0">
                <a:solidFill>
                  <a:srgbClr val="006800"/>
                </a:solidFill>
                <a:latin typeface="Times" panose="02020603050405020304" pitchFamily="18" charset="0"/>
                <a:ea typeface="MS Mincho"/>
                <a:cs typeface="Bank Gothic Bold"/>
              </a:rPr>
              <a:t> </a:t>
            </a:r>
            <a:r>
              <a:rPr lang="en-US" b="1" dirty="0" smtClean="0">
                <a:solidFill>
                  <a:srgbClr val="006800"/>
                </a:solidFill>
                <a:latin typeface="Courier New Bold" panose="02070609020205020404" pitchFamily="49" charset="0"/>
                <a:ea typeface="MS Mincho"/>
                <a:cs typeface="Courier New" panose="02070309020205020404" pitchFamily="49" charset="0"/>
              </a:rPr>
              <a:t>that</a:t>
            </a:r>
            <a:r>
              <a:rPr lang="en-US" dirty="0" smtClean="0">
                <a:solidFill>
                  <a:srgbClr val="006800"/>
                </a:solidFill>
                <a:latin typeface="Times" panose="02020603050405020304" pitchFamily="18" charset="0"/>
                <a:ea typeface="MS Mincho"/>
                <a:cs typeface="Bank Gothic Bold"/>
              </a:rPr>
              <a:t> </a:t>
            </a:r>
            <a:r>
              <a:rPr lang="en-US" b="1" dirty="0" smtClean="0">
                <a:solidFill>
                  <a:srgbClr val="006800"/>
                </a:solidFill>
                <a:latin typeface="Courier New Bold" panose="02070609020205020404" pitchFamily="49" charset="0"/>
                <a:ea typeface="MS Mincho"/>
                <a:cs typeface="Courier New" panose="02070309020205020404" pitchFamily="49" charset="0"/>
              </a:rPr>
              <a:t>type."""</a:t>
            </a:r>
            <a:endParaRPr lang="en-US" sz="1300" dirty="0" smtClean="0">
              <a:solidFill>
                <a:srgbClr val="006800"/>
              </a:solidFill>
              <a:latin typeface="Bank Gothic Bold"/>
              <a:ea typeface="MS Mincho"/>
              <a:cs typeface="Bank Gothic Bold"/>
            </a:endParaRPr>
          </a:p>
          <a:p>
            <a:pPr marL="531495" lvl="1" indent="0">
              <a:spcBef>
                <a:spcPts val="0"/>
              </a:spcBef>
              <a:buNone/>
            </a:pPr>
            <a:r>
              <a:rPr lang="en-US" b="1" dirty="0" smtClean="0">
                <a:solidFill>
                  <a:srgbClr val="660066"/>
                </a:solidFill>
                <a:latin typeface="Courier New Bold" panose="02070609020205020404" pitchFamily="49" charset="0"/>
                <a:ea typeface="MS Mincho"/>
                <a:cs typeface="Courier New" panose="02070309020205020404" pitchFamily="49" charset="0"/>
              </a:rPr>
              <a:t>print</a:t>
            </a:r>
            <a:r>
              <a:rPr lang="en-US" b="1" dirty="0" smtClean="0">
                <a:latin typeface="Courier New Bold" panose="02070609020205020404" pitchFamily="49" charset="0"/>
                <a:ea typeface="MS Mincho"/>
                <a:cs typeface="Courier New" panose="02070309020205020404" pitchFamily="49" charset="0"/>
              </a:rPr>
              <a:t>(</a:t>
            </a:r>
            <a:r>
              <a:rPr lang="en-US" b="1" dirty="0" smtClean="0">
                <a:solidFill>
                  <a:srgbClr val="006800"/>
                </a:solidFill>
                <a:latin typeface="Courier New Bold" panose="02070609020205020404" pitchFamily="49" charset="0"/>
                <a:ea typeface="MS Mincho"/>
                <a:cs typeface="Courier New" panose="02070309020205020404" pitchFamily="49" charset="0"/>
              </a:rPr>
              <a:t>"Testing"</a:t>
            </a:r>
            <a:r>
              <a:rPr lang="en-US" b="1" dirty="0" smtClean="0">
                <a:latin typeface="Courier New Bold" panose="02070609020205020404" pitchFamily="49" charset="0"/>
                <a:ea typeface="MS Mincho"/>
                <a:cs typeface="Courier New" panose="02070309020205020404" pitchFamily="49" charset="0"/>
              </a:rPr>
              <a:t>, </a:t>
            </a:r>
            <a:r>
              <a:rPr lang="en-US" b="1" dirty="0" err="1" smtClean="0">
                <a:latin typeface="Courier New Bold" panose="02070609020205020404" pitchFamily="49" charset="0"/>
                <a:ea typeface="MS Mincho"/>
                <a:cs typeface="Courier New" panose="02070309020205020404" pitchFamily="49" charset="0"/>
              </a:rPr>
              <a:t>bagType</a:t>
            </a:r>
            <a:r>
              <a:rPr lang="en-US" b="1" dirty="0" smtClean="0">
                <a:latin typeface="Courier New Bold" panose="02070609020205020404" pitchFamily="49" charset="0"/>
                <a:ea typeface="MS Mincho"/>
                <a:cs typeface="Courier New" panose="02070309020205020404" pitchFamily="49" charset="0"/>
              </a:rPr>
              <a:t>)</a:t>
            </a:r>
            <a:endParaRPr lang="en-US" sz="1300" dirty="0" smtClean="0">
              <a:latin typeface="Bank Gothic Bold"/>
              <a:ea typeface="MS Mincho"/>
              <a:cs typeface="Bank Gothic Bold"/>
            </a:endParaRPr>
          </a:p>
          <a:p>
            <a:pPr marL="531495" lvl="1" indent="0">
              <a:spcBef>
                <a:spcPts val="0"/>
              </a:spcBef>
              <a:buNone/>
            </a:pPr>
            <a:r>
              <a:rPr lang="en-US" b="1" dirty="0" err="1" smtClean="0">
                <a:latin typeface="Courier New Bold" panose="02070609020205020404" pitchFamily="49" charset="0"/>
                <a:ea typeface="MS Mincho"/>
                <a:cs typeface="Courier New" panose="02070309020205020404" pitchFamily="49" charset="0"/>
              </a:rPr>
              <a:t>lyst</a:t>
            </a:r>
            <a:r>
              <a:rPr lang="en-US" dirty="0" smtClean="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[2013,</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61,</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1973]</a:t>
            </a:r>
            <a:endParaRPr lang="en-US" sz="1300" dirty="0">
              <a:latin typeface="Bank Gothic Bold"/>
              <a:ea typeface="MS Mincho"/>
              <a:cs typeface="Bank Gothic Bold"/>
            </a:endParaRPr>
          </a:p>
          <a:p>
            <a:pPr marL="531495"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list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added</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lyst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b1</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bagType</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lyst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531495"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Bold" panose="02070609020205020404" pitchFamily="49" charset="0"/>
                <a:ea typeface="MS Mincho"/>
                <a:cs typeface="Courier New" panose="02070309020205020404" pitchFamily="49" charset="0"/>
              </a:rPr>
              <a:t>(</a:t>
            </a:r>
            <a:r>
              <a:rPr lang="en-US" b="1" dirty="0">
                <a:solidFill>
                  <a:srgbClr val="008000"/>
                </a:solidFill>
                <a:latin typeface="Courier New Bold" panose="02070609020205020404" pitchFamily="49" charset="0"/>
                <a:ea typeface="MS Mincho"/>
                <a:cs typeface="Courier New" panose="02070309020205020404" pitchFamily="49" charset="0"/>
              </a:rPr>
              <a:t>"Length, expect</a:t>
            </a:r>
            <a:r>
              <a:rPr lang="en-US"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3:"</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Bold" panose="02070609020205020404" pitchFamily="49" charset="0"/>
                <a:ea typeface="MS Mincho"/>
                <a:cs typeface="Courier New" panose="02070309020205020404" pitchFamily="49" charset="0"/>
              </a:rPr>
              <a:t>(b1))</a:t>
            </a:r>
            <a:endParaRPr lang="en-US" sz="1300" dirty="0">
              <a:latin typeface="Bank Gothic Bold"/>
              <a:ea typeface="MS Mincho"/>
              <a:cs typeface="Bank Gothic Bold"/>
            </a:endParaRPr>
          </a:p>
          <a:p>
            <a:pPr marL="531495"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"Expect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bag</a:t>
            </a:r>
            <a:r>
              <a:rPr lang="en-US" dirty="0">
                <a:solidFill>
                  <a:srgbClr val="006800"/>
                </a:solidFill>
                <a:latin typeface="Times" panose="02020603050405020304" pitchFamily="18"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string:"</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b1)</a:t>
            </a:r>
            <a:endParaRPr lang="en-US" sz="1300" dirty="0">
              <a:latin typeface="Bank Gothic Bold"/>
              <a:ea typeface="MS Mincho"/>
              <a:cs typeface="Bank Gothic Bold"/>
            </a:endParaRPr>
          </a:p>
          <a:p>
            <a:pPr marL="531495"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"2013 in bag, expect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True:"</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2013</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b1)</a:t>
            </a:r>
            <a:endParaRPr lang="en-US" sz="1300" dirty="0">
              <a:latin typeface="Bank Gothic Bold"/>
              <a:ea typeface="MS Mincho"/>
              <a:cs typeface="Bank Gothic Bold"/>
            </a:endParaRPr>
          </a:p>
          <a:p>
            <a:pPr marL="531495"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"2012 in bag, expect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False:"</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2012</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b1)</a:t>
            </a:r>
            <a:endParaRPr lang="en-US" sz="1300" dirty="0">
              <a:latin typeface="Bank Gothic Bold"/>
              <a:ea typeface="MS Mincho"/>
              <a:cs typeface="Bank Gothic Bold"/>
            </a:endParaRPr>
          </a:p>
          <a:p>
            <a:pPr marL="531495"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solidFill>
                  <a:srgbClr val="006800"/>
                </a:solidFill>
                <a:latin typeface="Courier New Bold" panose="02070609020205020404" pitchFamily="49" charset="0"/>
                <a:ea typeface="MS Mincho"/>
                <a:cs typeface="Courier New" panose="02070309020205020404" pitchFamily="49" charset="0"/>
              </a:rPr>
              <a:t>("Expect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items</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on</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separate</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lines:"</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b1:</a:t>
            </a:r>
            <a:endParaRPr lang="en-US" sz="1300" dirty="0">
              <a:latin typeface="Bank Gothic Bold"/>
              <a:ea typeface="MS Mincho"/>
              <a:cs typeface="Bank Gothic Bold"/>
            </a:endParaRPr>
          </a:p>
          <a:p>
            <a:pPr marL="897255"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Bold" panose="02070609020205020404" pitchFamily="49" charset="0"/>
                <a:ea typeface="MS Mincho"/>
                <a:cs typeface="Courier New" panose="02070309020205020404" pitchFamily="49" charset="0"/>
              </a:rPr>
              <a:t>(item)</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9577675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Testing the Two Bag Implementations </a:t>
            </a:r>
            <a:r>
              <a:rPr lang="en-US" sz="2000" dirty="0"/>
              <a:t>(3 of 3)</a:t>
            </a:r>
          </a:p>
        </p:txBody>
      </p:sp>
      <p:sp>
        <p:nvSpPr>
          <p:cNvPr id="3" name="Content Placeholder 2"/>
          <p:cNvSpPr>
            <a:spLocks noGrp="1"/>
          </p:cNvSpPr>
          <p:nvPr>
            <p:ph idx="1"/>
          </p:nvPr>
        </p:nvSpPr>
        <p:spPr>
          <a:xfrm>
            <a:off x="628650" y="1726039"/>
            <a:ext cx="7886700" cy="307975"/>
          </a:xfrm>
        </p:spPr>
        <p:txBody>
          <a:bodyPr>
            <a:normAutofit/>
          </a:bodyPr>
          <a:lstStyle/>
          <a:p>
            <a:pPr marL="291600" indent="-291600">
              <a:spcBef>
                <a:spcPts val="1000"/>
              </a:spcBef>
            </a:pPr>
            <a:r>
              <a:rPr lang="en-US" sz="1900" dirty="0"/>
              <a:t>Code (continued</a:t>
            </a:r>
            <a:r>
              <a:rPr lang="en-US" sz="1900" dirty="0" smtClean="0"/>
              <a:t>):</a:t>
            </a:r>
            <a:endParaRPr lang="en-US" sz="1900" dirty="0"/>
          </a:p>
        </p:txBody>
      </p:sp>
      <p:sp>
        <p:nvSpPr>
          <p:cNvPr id="5" name="Content Placeholder 4"/>
          <p:cNvSpPr>
            <a:spLocks noGrp="1"/>
          </p:cNvSpPr>
          <p:nvPr>
            <p:ph sz="quarter" idx="12"/>
          </p:nvPr>
        </p:nvSpPr>
        <p:spPr>
          <a:xfrm>
            <a:off x="533400" y="2108710"/>
            <a:ext cx="7981950" cy="3352800"/>
          </a:xfrm>
        </p:spPr>
        <p:txBody>
          <a:bodyPr>
            <a:normAutofit fontScale="85000" lnSpcReduction="10000"/>
          </a:bodyPr>
          <a:lstStyle/>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b1.clear()</a:t>
            </a:r>
            <a:endParaRPr lang="en-US" sz="1300" dirty="0">
              <a:latin typeface="Bank Gothic Bold"/>
              <a:ea typeface="MS Mincho"/>
              <a:cs typeface="Bank Gothic Bold"/>
            </a:endParaRPr>
          </a:p>
          <a:p>
            <a:pPr marL="531495"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"Clearing the bag, expect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b1)</a:t>
            </a:r>
            <a:endParaRPr lang="en-US" sz="1300" dirty="0">
              <a:latin typeface="Bank Gothic Bold"/>
              <a:ea typeface="MS Mincho"/>
              <a:cs typeface="Bank Gothic Bold"/>
            </a:endParaRPr>
          </a:p>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b1.add(25)</a:t>
            </a:r>
            <a:endParaRPr lang="en-US" sz="1300" dirty="0">
              <a:latin typeface="Bank Gothic Bold"/>
              <a:ea typeface="MS Mincho"/>
              <a:cs typeface="Bank Gothic Bold"/>
            </a:endParaRPr>
          </a:p>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b1.remove(25)</a:t>
            </a:r>
            <a:endParaRPr lang="en-US" sz="1300" dirty="0">
              <a:latin typeface="Bank Gothic Bold"/>
              <a:ea typeface="MS Mincho"/>
              <a:cs typeface="Bank Gothic Bold"/>
            </a:endParaRPr>
          </a:p>
          <a:p>
            <a:pPr marL="531495"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"Adding and then removing 25, expect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dirty="0">
                <a:solidFill>
                  <a:srgbClr val="0080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b1)</a:t>
            </a:r>
            <a:endParaRPr lang="en-US" sz="1300" dirty="0">
              <a:latin typeface="Bank Gothic Bold"/>
              <a:ea typeface="MS Mincho"/>
              <a:cs typeface="Bank Gothic Bold"/>
            </a:endParaRPr>
          </a:p>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b1</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bagType</a:t>
            </a:r>
            <a:r>
              <a:rPr lang="en-US" b="1" dirty="0">
                <a:latin typeface="Courier New Bold" panose="02070609020205020404" pitchFamily="49" charset="0"/>
                <a:ea typeface="MS Mincho"/>
                <a:cs typeface="Courier New" panose="02070309020205020404" pitchFamily="49" charset="0"/>
              </a:rPr>
              <a:t>(</a:t>
            </a:r>
            <a:r>
              <a:rPr lang="en-US" b="1" dirty="0" err="1">
                <a:latin typeface="Courier New Bold" panose="02070609020205020404" pitchFamily="49" charset="0"/>
                <a:ea typeface="MS Mincho"/>
                <a:cs typeface="Courier New" panose="02070309020205020404" pitchFamily="49" charset="0"/>
              </a:rPr>
              <a:t>lyst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b2 = </a:t>
            </a:r>
            <a:r>
              <a:rPr lang="en-US" b="1" dirty="0" err="1">
                <a:latin typeface="Courier New Bold" panose="02070609020205020404" pitchFamily="49" charset="0"/>
                <a:ea typeface="MS Mincho"/>
                <a:cs typeface="Courier New" panose="02070309020205020404" pitchFamily="49" charset="0"/>
              </a:rPr>
              <a:t>bagType</a:t>
            </a:r>
            <a:r>
              <a:rPr lang="en-US" b="1" dirty="0">
                <a:latin typeface="Courier New Bold" panose="02070609020205020404" pitchFamily="49" charset="0"/>
                <a:ea typeface="MS Mincho"/>
                <a:cs typeface="Courier New" panose="02070309020205020404" pitchFamily="49" charset="0"/>
              </a:rPr>
              <a:t>(b1)</a:t>
            </a:r>
            <a:endParaRPr lang="en-US" sz="1300" dirty="0">
              <a:latin typeface="Bank Gothic Bold"/>
              <a:ea typeface="MS Mincho"/>
              <a:cs typeface="Bank Gothic Bold"/>
            </a:endParaRPr>
          </a:p>
          <a:p>
            <a:pPr marL="531495"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"Cloning the bag, expect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True for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b1</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b2)</a:t>
            </a:r>
            <a:endParaRPr lang="en-US" sz="1300" dirty="0">
              <a:latin typeface="Bank Gothic Bold"/>
              <a:ea typeface="MS Mincho"/>
              <a:cs typeface="Bank Gothic Bold"/>
            </a:endParaRPr>
          </a:p>
          <a:p>
            <a:pPr marL="531495"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"Expect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False for is:"</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b1</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is</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b2)</a:t>
            </a:r>
            <a:endParaRPr lang="en-US" sz="1300" dirty="0">
              <a:latin typeface="Bank Gothic Bold"/>
              <a:ea typeface="MS Mincho"/>
              <a:cs typeface="Bank Gothic Bold"/>
            </a:endParaRPr>
          </a:p>
          <a:p>
            <a:pPr marL="531495"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 the two bags, expect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two</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each</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b1</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b2)</a:t>
            </a:r>
            <a:endParaRPr lang="en-US" sz="1300" dirty="0">
              <a:latin typeface="Bank Gothic Bold"/>
              <a:ea typeface="MS Mincho"/>
              <a:cs typeface="Bank Gothic Bold"/>
            </a:endParaRPr>
          </a:p>
          <a:p>
            <a:pPr marL="53149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err="1">
                <a:latin typeface="Courier New Bold" panose="02070609020205020404" pitchFamily="49" charset="0"/>
                <a:ea typeface="MS Mincho"/>
                <a:cs typeface="Courier New" panose="02070309020205020404" pitchFamily="49" charset="0"/>
              </a:rPr>
              <a:t>lyst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897255" lvl="1" indent="0">
              <a:spcBef>
                <a:spcPts val="0"/>
              </a:spcBef>
              <a:buNone/>
            </a:pPr>
            <a:r>
              <a:rPr lang="en-US" b="1" dirty="0">
                <a:latin typeface="Courier New Bold" panose="02070609020205020404" pitchFamily="49" charset="0"/>
                <a:ea typeface="MS Mincho"/>
                <a:cs typeface="Courier New" panose="02070309020205020404" pitchFamily="49" charset="0"/>
              </a:rPr>
              <a:t>b1.remove(item)</a:t>
            </a:r>
            <a:endParaRPr lang="en-US" sz="1300" dirty="0">
              <a:latin typeface="Bank Gothic Bold"/>
              <a:ea typeface="MS Mincho"/>
              <a:cs typeface="Bank Gothic Bold"/>
            </a:endParaRPr>
          </a:p>
          <a:p>
            <a:pPr marL="531495"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smtClean="0">
                <a:latin typeface="Courier New Bold" panose="02070609020205020404" pitchFamily="49" charset="0"/>
                <a:ea typeface="MS Mincho"/>
                <a:cs typeface="Courier New" panose="02070309020205020404" pitchFamily="49" charset="0"/>
              </a:rPr>
              <a:t>(</a:t>
            </a:r>
            <a:r>
              <a:rPr lang="en-US" b="1" dirty="0" smtClean="0">
                <a:solidFill>
                  <a:srgbClr val="006800"/>
                </a:solidFill>
                <a:latin typeface="Courier New Bold" panose="02070609020205020404" pitchFamily="49" charset="0"/>
                <a:ea typeface="MS Mincho"/>
                <a:cs typeface="Courier New" panose="02070309020205020404" pitchFamily="49" charset="0"/>
              </a:rPr>
              <a:t>"Remove all items, expect</a:t>
            </a:r>
            <a:r>
              <a:rPr lang="en-US" dirty="0" smtClean="0">
                <a:solidFill>
                  <a:srgbClr val="006800"/>
                </a:solidFill>
                <a:latin typeface="Times" panose="02020603050405020304" pitchFamily="18" charset="0"/>
                <a:ea typeface="MS Mincho"/>
                <a:cs typeface="Bank Gothic Bold"/>
              </a:rPr>
              <a:t> </a:t>
            </a:r>
            <a:r>
              <a:rPr lang="en-US" b="1" dirty="0" smtClean="0">
                <a:solidFill>
                  <a:srgbClr val="006800"/>
                </a:solidFill>
                <a:latin typeface="Courier New Bold" panose="02070609020205020404" pitchFamily="49" charset="0"/>
                <a:ea typeface="MS Mincho"/>
                <a:cs typeface="Courier New" panose="02070309020205020404" pitchFamily="49" charset="0"/>
              </a:rPr>
              <a:t>{}:"</a:t>
            </a:r>
            <a:r>
              <a:rPr lang="en-US" b="1" dirty="0" smtClean="0">
                <a:latin typeface="Courier New Bold" panose="02070609020205020404" pitchFamily="49" charset="0"/>
                <a:ea typeface="MS Mincho"/>
                <a:cs typeface="Courier New" panose="02070309020205020404" pitchFamily="49" charset="0"/>
              </a:rPr>
              <a:t>,</a:t>
            </a:r>
            <a:r>
              <a:rPr lang="en-US" dirty="0" smtClean="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b1)</a:t>
            </a:r>
            <a:endParaRPr lang="en-US" sz="1300" dirty="0">
              <a:latin typeface="Bank Gothic Bold"/>
              <a:ea typeface="MS Mincho"/>
              <a:cs typeface="Bank Gothic Bold"/>
            </a:endParaRPr>
          </a:p>
          <a:p>
            <a:pPr marL="531495"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smtClean="0">
                <a:latin typeface="Courier New Bold" panose="02070609020205020404" pitchFamily="49" charset="0"/>
                <a:ea typeface="MS Mincho"/>
                <a:cs typeface="Courier New" panose="02070309020205020404" pitchFamily="49" charset="0"/>
              </a:rPr>
              <a:t>(</a:t>
            </a:r>
            <a:r>
              <a:rPr lang="en-US" b="1" dirty="0" smtClean="0">
                <a:solidFill>
                  <a:srgbClr val="006800"/>
                </a:solidFill>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Removing nonexistent item, expect</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crash</a:t>
            </a:r>
            <a:r>
              <a:rPr lang="en-US"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with</a:t>
            </a:r>
            <a:r>
              <a:rPr lang="en-US" dirty="0">
                <a:solidFill>
                  <a:srgbClr val="006800"/>
                </a:solidFill>
                <a:latin typeface="Times" panose="02020603050405020304" pitchFamily="18" charset="0"/>
                <a:ea typeface="MS Mincho"/>
                <a:cs typeface="Bank Gothic Bold"/>
              </a:rPr>
              <a:t> </a:t>
            </a:r>
            <a:r>
              <a:rPr lang="en-US" b="1" dirty="0" err="1">
                <a:solidFill>
                  <a:srgbClr val="006800"/>
                </a:solidFill>
                <a:latin typeface="Courier New Bold" panose="02070609020205020404" pitchFamily="49" charset="0"/>
                <a:ea typeface="MS Mincho"/>
                <a:cs typeface="Courier New" panose="02070309020205020404" pitchFamily="49" charset="0"/>
              </a:rPr>
              <a:t>KeyError</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b="1" dirty="0">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531495" lvl="1" indent="0">
              <a:spcBef>
                <a:spcPts val="0"/>
              </a:spcBef>
              <a:buNone/>
            </a:pPr>
            <a:r>
              <a:rPr lang="en-US" b="1" dirty="0">
                <a:latin typeface="Courier New Bold" panose="02070609020205020404" pitchFamily="49" charset="0"/>
                <a:ea typeface="MS Mincho"/>
                <a:cs typeface="Courier New" panose="02070309020205020404" pitchFamily="49" charset="0"/>
              </a:rPr>
              <a:t>b2.remove(99)</a:t>
            </a:r>
            <a:endParaRPr lang="en-US" sz="1300"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test(</a:t>
            </a:r>
            <a:r>
              <a:rPr lang="en-US" b="1" dirty="0" err="1">
                <a:solidFill>
                  <a:srgbClr val="000000"/>
                </a:solidFill>
                <a:latin typeface="Courier New Bold" panose="02070609020205020404" pitchFamily="49" charset="0"/>
                <a:ea typeface="MS Mincho"/>
                <a:cs typeface="Courier New" panose="02070309020205020404" pitchFamily="49" charset="0"/>
              </a:rPr>
              <a:t>ArrayBag</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Courier New" panose="02070309020205020404" pitchFamily="49" charset="0"/>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test(</a:t>
            </a:r>
            <a:r>
              <a:rPr lang="en-US" b="1" dirty="0" err="1">
                <a:solidFill>
                  <a:srgbClr val="C00000"/>
                </a:solidFill>
                <a:latin typeface="Courier New Bold" panose="02070609020205020404" pitchFamily="49" charset="0"/>
                <a:ea typeface="MS Mincho"/>
                <a:cs typeface="Courier New" panose="02070309020205020404" pitchFamily="49" charset="0"/>
              </a:rPr>
              <a:t>LinkedBag</a:t>
            </a:r>
            <a:r>
              <a:rPr lang="en-US" b="1" dirty="0" smtClean="0">
                <a:solidFill>
                  <a:srgbClr val="C00000"/>
                </a:solidFill>
                <a:latin typeface="Courier New Bold" panose="02070609020205020404" pitchFamily="49" charset="0"/>
                <a:ea typeface="MS Mincho"/>
                <a:cs typeface="Courier New" panose="02070309020205020404" pitchFamily="49" charset="0"/>
              </a:rPr>
              <a:t>)</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9175263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Diagramming the Bag Resource with UML </a:t>
            </a:r>
            <a:r>
              <a:rPr lang="en-US" sz="2000" dirty="0" smtClean="0"/>
              <a:t>(1 of 3)</a:t>
            </a:r>
            <a:endParaRPr lang="en-US" sz="2000" dirty="0"/>
          </a:p>
        </p:txBody>
      </p:sp>
      <p:sp>
        <p:nvSpPr>
          <p:cNvPr id="3" name="Content Placeholder 2"/>
          <p:cNvSpPr>
            <a:spLocks noGrp="1"/>
          </p:cNvSpPr>
          <p:nvPr>
            <p:ph idx="1"/>
          </p:nvPr>
        </p:nvSpPr>
        <p:spPr>
          <a:xfrm>
            <a:off x="628650" y="1825625"/>
            <a:ext cx="7886700" cy="2136775"/>
          </a:xfrm>
        </p:spPr>
        <p:txBody>
          <a:bodyPr/>
          <a:lstStyle/>
          <a:p>
            <a:pPr marL="291600" indent="-291600">
              <a:spcBef>
                <a:spcPts val="1000"/>
              </a:spcBef>
            </a:pPr>
            <a:r>
              <a:rPr lang="en-US" dirty="0"/>
              <a:t>It will help to catalog resources with a set of visual aids called </a:t>
            </a:r>
            <a:r>
              <a:rPr lang="en-US" i="1" dirty="0"/>
              <a:t>class diagrams:</a:t>
            </a:r>
          </a:p>
          <a:p>
            <a:pPr lvl="1">
              <a:spcBef>
                <a:spcPts val="1000"/>
              </a:spcBef>
            </a:pPr>
            <a:r>
              <a:rPr lang="en-US" dirty="0"/>
              <a:t>These diagrams are taken from a visual language called Unified Modeling Language (UML)</a:t>
            </a:r>
          </a:p>
          <a:p>
            <a:pPr marL="291600" indent="-291600">
              <a:spcBef>
                <a:spcPts val="1000"/>
              </a:spcBef>
            </a:pPr>
            <a:r>
              <a:rPr lang="en-US" dirty="0"/>
              <a:t>Class diagrams show the relationships among classes at various levels of detail</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675689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Diagramming the Bag Resource with UML </a:t>
            </a:r>
            <a:r>
              <a:rPr lang="en-US" sz="2000" dirty="0"/>
              <a:t>(2 of 3)</a:t>
            </a:r>
          </a:p>
        </p:txBody>
      </p:sp>
      <p:sp>
        <p:nvSpPr>
          <p:cNvPr id="3" name="Content Placeholder 2"/>
          <p:cNvSpPr>
            <a:spLocks noGrp="1"/>
          </p:cNvSpPr>
          <p:nvPr>
            <p:ph idx="1"/>
          </p:nvPr>
        </p:nvSpPr>
        <p:spPr>
          <a:xfrm>
            <a:off x="628650" y="1825625"/>
            <a:ext cx="7886700" cy="688975"/>
          </a:xfrm>
        </p:spPr>
        <p:txBody>
          <a:bodyPr>
            <a:noAutofit/>
          </a:bodyPr>
          <a:lstStyle/>
          <a:p>
            <a:pPr marL="0" indent="0">
              <a:spcBef>
                <a:spcPts val="1000"/>
              </a:spcBef>
              <a:buNone/>
            </a:pPr>
            <a:r>
              <a:rPr lang="en-IN" sz="2200" b="1" dirty="0"/>
              <a:t>Figure </a:t>
            </a:r>
            <a:r>
              <a:rPr lang="en-IN" sz="2200" b="1" dirty="0" smtClean="0"/>
              <a:t>5-1: </a:t>
            </a:r>
            <a:r>
              <a:rPr lang="en-IN" sz="2200" dirty="0"/>
              <a:t>A class diagram with an interface and two implementing classes</a:t>
            </a:r>
            <a:endParaRPr lang="en-US" sz="2200" dirty="0"/>
          </a:p>
        </p:txBody>
      </p:sp>
      <p:pic>
        <p:nvPicPr>
          <p:cNvPr id="7" name="Content Placeholder 6" descr="Figure shows classes implementing an interface with class diagrams. The classes and interface are shown in boxes that are labeled with names. Dashed arrows show the implementation details. At the bottom we have the Linked Bag and Array Bag classes. The interface Bag Interface is at the top and both the classes are connected to the interface with an arrow that is connected with dashed lines."/>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1524000" y="2895600"/>
            <a:ext cx="5905500" cy="3035300"/>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4231847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Diagramming the Bag Resource with UML </a:t>
            </a:r>
            <a:r>
              <a:rPr lang="en-US" sz="2000" dirty="0"/>
              <a:t>(3 of 3)</a:t>
            </a:r>
          </a:p>
        </p:txBody>
      </p:sp>
      <p:sp>
        <p:nvSpPr>
          <p:cNvPr id="3" name="Content Placeholder 2"/>
          <p:cNvSpPr>
            <a:spLocks noGrp="1"/>
          </p:cNvSpPr>
          <p:nvPr>
            <p:ph idx="1"/>
          </p:nvPr>
        </p:nvSpPr>
        <p:spPr>
          <a:xfrm>
            <a:off x="628650" y="1780360"/>
            <a:ext cx="7886700" cy="765175"/>
          </a:xfrm>
        </p:spPr>
        <p:txBody>
          <a:bodyPr>
            <a:noAutofit/>
          </a:bodyPr>
          <a:lstStyle/>
          <a:p>
            <a:pPr marL="0" indent="0">
              <a:lnSpc>
                <a:spcPct val="110000"/>
              </a:lnSpc>
              <a:spcBef>
                <a:spcPts val="1000"/>
              </a:spcBef>
              <a:buNone/>
            </a:pPr>
            <a:r>
              <a:rPr lang="en-IN" sz="2200" b="1" dirty="0"/>
              <a:t>Figure </a:t>
            </a:r>
            <a:r>
              <a:rPr lang="en-IN" sz="2200" b="1" dirty="0" smtClean="0"/>
              <a:t>5-2: </a:t>
            </a:r>
            <a:r>
              <a:rPr lang="en-IN" sz="2200" dirty="0"/>
              <a:t>A class diagram with aggregation and </a:t>
            </a:r>
            <a:r>
              <a:rPr lang="en-IN" sz="2200" dirty="0" smtClean="0"/>
              <a:t>composition relationships</a:t>
            </a:r>
            <a:endParaRPr lang="en-US" sz="2200" dirty="0"/>
          </a:p>
        </p:txBody>
      </p:sp>
      <p:pic>
        <p:nvPicPr>
          <p:cNvPr id="7" name="Content Placeholder 6" descr="Figures shows aggregation and composition relationship among classes.  The classes and interface are shown in boxes that are labeled with names. Dashed arrows show the implementation details.  At the bottom we have the Linked Bag and Array Bag classes. The interface Bag Interface is at the top and both the classes are connected to the interface with an arrow that is connected with dashed lines. A box labeled Node is connected to Linked Bag with a line. The line has an arrow at the Node end and an unfilled diamond at the Linked Bag end. A box labeled Array is connected to Array Bag with a line. The line has a filled arrow at the Array Bag end."/>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628650" y="2875820"/>
            <a:ext cx="7448550" cy="2155698"/>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6660081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Chapter Summary </a:t>
            </a:r>
            <a:r>
              <a:rPr lang="en-US" sz="2000" dirty="0"/>
              <a:t>(1 of 3)</a:t>
            </a:r>
          </a:p>
        </p:txBody>
      </p:sp>
      <p:sp>
        <p:nvSpPr>
          <p:cNvPr id="3" name="Content Placeholder 2"/>
          <p:cNvSpPr>
            <a:spLocks noGrp="1"/>
          </p:cNvSpPr>
          <p:nvPr>
            <p:ph idx="1"/>
          </p:nvPr>
        </p:nvSpPr>
        <p:spPr>
          <a:xfrm>
            <a:off x="628650" y="1825625"/>
            <a:ext cx="7886700" cy="4117975"/>
          </a:xfrm>
        </p:spPr>
        <p:txBody>
          <a:bodyPr/>
          <a:lstStyle/>
          <a:p>
            <a:pPr marL="291600" lvl="0" indent="-291600">
              <a:spcBef>
                <a:spcPts val="1000"/>
              </a:spcBef>
            </a:pPr>
            <a:r>
              <a:rPr lang="en-US" dirty="0"/>
              <a:t>An interface is the set of operations available to the user of a software resource</a:t>
            </a:r>
          </a:p>
          <a:p>
            <a:pPr marL="291600" lvl="0" indent="-291600">
              <a:spcBef>
                <a:spcPts val="1000"/>
              </a:spcBef>
            </a:pPr>
            <a:r>
              <a:rPr lang="en-US" dirty="0"/>
              <a:t>The items in an interface are the headers of functions and methods, together with their documentation</a:t>
            </a:r>
          </a:p>
          <a:p>
            <a:pPr marL="291600" lvl="0" indent="-291600">
              <a:spcBef>
                <a:spcPts val="1000"/>
              </a:spcBef>
            </a:pPr>
            <a:r>
              <a:rPr lang="en-US" dirty="0"/>
              <a:t>Preconditions state what must be true before a function or method can complete its task correctly</a:t>
            </a:r>
          </a:p>
          <a:p>
            <a:pPr marL="291600" lvl="0" indent="-291600">
              <a:spcBef>
                <a:spcPts val="1000"/>
              </a:spcBef>
            </a:pPr>
            <a:r>
              <a:rPr lang="en-US" dirty="0"/>
              <a:t>Postconditions state what must be true after a function or method completes its task completely</a:t>
            </a:r>
          </a:p>
          <a:p>
            <a:pPr marL="291600" lvl="0" indent="-291600">
              <a:spcBef>
                <a:spcPts val="1000"/>
              </a:spcBef>
            </a:pPr>
            <a:r>
              <a:rPr lang="en-US" dirty="0"/>
              <a:t>A well-designed software system separates the interfaces from their implementations</a:t>
            </a:r>
          </a:p>
          <a:p>
            <a:pPr marL="291600" lvl="0" indent="-291600">
              <a:spcBef>
                <a:spcPts val="1000"/>
              </a:spcBef>
            </a:pPr>
            <a:r>
              <a:rPr lang="en-US" dirty="0"/>
              <a:t>An implementation is a function, method, or class that conforms to an interface</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869351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Chapter </a:t>
            </a:r>
            <a:r>
              <a:rPr lang="en-US" b="1" dirty="0" smtClean="0"/>
              <a:t>Summary </a:t>
            </a:r>
            <a:r>
              <a:rPr lang="en-US" sz="2000" dirty="0" smtClean="0"/>
              <a:t>(2 of 3)</a:t>
            </a:r>
            <a:endParaRPr lang="en-US" sz="2000" dirty="0"/>
          </a:p>
        </p:txBody>
      </p:sp>
      <p:sp>
        <p:nvSpPr>
          <p:cNvPr id="3" name="Content Placeholder 2"/>
          <p:cNvSpPr>
            <a:spLocks noGrp="1"/>
          </p:cNvSpPr>
          <p:nvPr>
            <p:ph idx="1"/>
          </p:nvPr>
        </p:nvSpPr>
        <p:spPr>
          <a:xfrm>
            <a:off x="628650" y="1825625"/>
            <a:ext cx="7886700" cy="3508375"/>
          </a:xfrm>
        </p:spPr>
        <p:txBody>
          <a:bodyPr/>
          <a:lstStyle/>
          <a:p>
            <a:pPr marL="291600" indent="-291600">
              <a:spcBef>
                <a:spcPts val="1000"/>
              </a:spcBef>
            </a:pPr>
            <a:r>
              <a:rPr lang="en-US" dirty="0"/>
              <a:t>A collection type can be specified by an interface</a:t>
            </a:r>
          </a:p>
          <a:p>
            <a:pPr marL="291600" indent="-291600">
              <a:spcBef>
                <a:spcPts val="1000"/>
              </a:spcBef>
            </a:pPr>
            <a:r>
              <a:rPr lang="en-US" dirty="0"/>
              <a:t>A collection type can have several implementing classes</a:t>
            </a:r>
          </a:p>
          <a:p>
            <a:pPr marL="291600" indent="-291600">
              <a:spcBef>
                <a:spcPts val="1000"/>
              </a:spcBef>
            </a:pPr>
            <a:r>
              <a:rPr lang="en-US" dirty="0"/>
              <a:t>Polymorphism is the use of the same operator symbol, function name, or method name in two or more implementations</a:t>
            </a:r>
          </a:p>
          <a:p>
            <a:pPr marL="291600" indent="-291600">
              <a:spcBef>
                <a:spcPts val="1000"/>
              </a:spcBef>
            </a:pPr>
            <a:r>
              <a:rPr lang="en-US" dirty="0"/>
              <a:t>A bag collection type is unordered and supports operations to add, remove, and visit its items</a:t>
            </a:r>
          </a:p>
          <a:p>
            <a:pPr marL="291600" indent="-291600">
              <a:spcBef>
                <a:spcPts val="1000"/>
              </a:spcBef>
            </a:pPr>
            <a:r>
              <a:rPr lang="en-US" dirty="0"/>
              <a:t>A class diagram is a visual notation for depicting relationships among classes</a:t>
            </a:r>
          </a:p>
          <a:p>
            <a:pPr marL="291600" indent="-291600">
              <a:spcBef>
                <a:spcPts val="1000"/>
              </a:spcBef>
            </a:pPr>
            <a:r>
              <a:rPr lang="en-US" dirty="0"/>
              <a:t>Composition relates two classes as part to whole</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2120118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Chapter </a:t>
            </a:r>
            <a:r>
              <a:rPr lang="en-US" b="1" dirty="0" smtClean="0"/>
              <a:t>Summary </a:t>
            </a:r>
            <a:r>
              <a:rPr lang="en-US" sz="2000" dirty="0" smtClean="0"/>
              <a:t>(3 of 3)</a:t>
            </a:r>
            <a:endParaRPr lang="en-US" sz="2000" dirty="0"/>
          </a:p>
        </p:txBody>
      </p:sp>
      <p:sp>
        <p:nvSpPr>
          <p:cNvPr id="3" name="Content Placeholder 2"/>
          <p:cNvSpPr>
            <a:spLocks noGrp="1"/>
          </p:cNvSpPr>
          <p:nvPr>
            <p:ph idx="1"/>
          </p:nvPr>
        </p:nvSpPr>
        <p:spPr>
          <a:xfrm>
            <a:off x="628650" y="1825625"/>
            <a:ext cx="7886700" cy="1298575"/>
          </a:xfrm>
        </p:spPr>
        <p:txBody>
          <a:bodyPr/>
          <a:lstStyle/>
          <a:p>
            <a:pPr marL="291600" indent="-291600">
              <a:spcBef>
                <a:spcPts val="1000"/>
              </a:spcBef>
            </a:pPr>
            <a:r>
              <a:rPr lang="en-US" dirty="0"/>
              <a:t>Aggregation relates a class to another class as one to many</a:t>
            </a:r>
          </a:p>
          <a:p>
            <a:pPr marL="291600" indent="-291600">
              <a:spcBef>
                <a:spcPts val="1000"/>
              </a:spcBef>
            </a:pPr>
            <a:r>
              <a:rPr lang="en-US" dirty="0"/>
              <a:t>The UML (Unified Modeling Language) is a graphical notation for depicting the relationships among software resources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93433093"/>
      </p:ext>
    </p:extLst>
  </p:cSld>
  <p:clrMapOvr>
    <a:masterClrMapping/>
  </p:clrMapOvr>
  <p:timing>
    <p:tnLst>
      <p:par>
        <p:cTn id="1" dur="indefinite" restart="never" nodeType="tmRoot"/>
      </p:par>
    </p:tnLst>
  </p:timing>
</p:sld>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32804</TotalTime>
  <Words>5945</Words>
  <Application>Microsoft Office PowerPoint</Application>
  <PresentationFormat>On-screen Show (4:3)</PresentationFormat>
  <Paragraphs>568</Paragraphs>
  <Slides>46</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46</vt:i4>
      </vt:variant>
    </vt:vector>
  </HeadingPairs>
  <TitlesOfParts>
    <vt:vector size="59" baseType="lpstr">
      <vt:lpstr>MS Mincho</vt:lpstr>
      <vt:lpstr>20</vt:lpstr>
      <vt:lpstr>Arial</vt:lpstr>
      <vt:lpstr>Bank Gothic Bold</vt:lpstr>
      <vt:lpstr>Bank Gothic-Medium</vt:lpstr>
      <vt:lpstr>Courier New</vt:lpstr>
      <vt:lpstr>Courier New Bold</vt:lpstr>
      <vt:lpstr>Open Sans</vt:lpstr>
      <vt:lpstr>Open Sans Regular</vt:lpstr>
      <vt:lpstr>Summer Font</vt:lpstr>
      <vt:lpstr>Times</vt:lpstr>
      <vt:lpstr>Times New Roman</vt:lpstr>
      <vt:lpstr>Brand_PPT_Template_SIMPLIFIED_SD</vt:lpstr>
      <vt:lpstr>Chapter 5: Interfaces, Implementations, and Polymorphism</vt:lpstr>
      <vt:lpstr>Learning Objectives</vt:lpstr>
      <vt:lpstr>Developing an Interface</vt:lpstr>
      <vt:lpstr>Designing the Bag Interface (1 of 2)</vt:lpstr>
      <vt:lpstr>Designing the Bag Interface (2 of 2)</vt:lpstr>
      <vt:lpstr>Specifying Arguments and Return Values (1 of 3)</vt:lpstr>
      <vt:lpstr>Specifying Arguments and Return Values (2 of 3)</vt:lpstr>
      <vt:lpstr>Specifying Arguments and Return Values (3 of 3)</vt:lpstr>
      <vt:lpstr>Constructors and Implementing Classes</vt:lpstr>
      <vt:lpstr>Preconditions, Postconditions, Exceptions, and Documentation (1 of 2)</vt:lpstr>
      <vt:lpstr>Preconditions, Postconditions, Exceptions, and Documentation (2 of 2)</vt:lpstr>
      <vt:lpstr>Coding an Interface in Python (1 of 3)</vt:lpstr>
      <vt:lpstr>Coding an Interface in Python (2 of 3)</vt:lpstr>
      <vt:lpstr>Coding an Interface in Python (3 of 3)</vt:lpstr>
      <vt:lpstr>Developing an Array-Based Implementation</vt:lpstr>
      <vt:lpstr>Choose and Initialize the Data Structures (1 of 3)</vt:lpstr>
      <vt:lpstr>Choose and Initialize the Data Structures (2 of 3)</vt:lpstr>
      <vt:lpstr>Choose and Initialize the Data Structures (3 of 3)</vt:lpstr>
      <vt:lpstr>Complete the Easy Methods First (1 of 2)</vt:lpstr>
      <vt:lpstr>Complete the Easy Methods First (2 of 2)</vt:lpstr>
      <vt:lpstr>Complete the Iterator (1 of 2)</vt:lpstr>
      <vt:lpstr>Complete the Iterator (2 of 2)</vt:lpstr>
      <vt:lpstr>Complete the Methods That Use the Iterator (1 of 2)</vt:lpstr>
      <vt:lpstr>Complete the Methods That Use the Iterator (2 of 2)</vt:lpstr>
      <vt:lpstr>The in Operator and the _contains_ Method</vt:lpstr>
      <vt:lpstr>Complete the remove Method (1 of 2)</vt:lpstr>
      <vt:lpstr>Complete the remove Method (2 of 2)</vt:lpstr>
      <vt:lpstr>Developing a Link-Based Implementation (1 of 2)</vt:lpstr>
      <vt:lpstr>Developing a Link-Based Implementation (2 of 2)</vt:lpstr>
      <vt:lpstr>Initialize the Data Structures (1 of 2)</vt:lpstr>
      <vt:lpstr>Initialize the Data Structures (2 of 2)</vt:lpstr>
      <vt:lpstr>Complete the Iterator</vt:lpstr>
      <vt:lpstr>Complete the Methods clear and add</vt:lpstr>
      <vt:lpstr>Complete the Method remove (1 of 2)</vt:lpstr>
      <vt:lpstr>Complete the Method remove (2 of 2)</vt:lpstr>
      <vt:lpstr>Run-Time Performance of the Two Bag Implementations (1 of 2)</vt:lpstr>
      <vt:lpstr>Run-Time Performance of the Two Bag Implementations (2 of 2)</vt:lpstr>
      <vt:lpstr>Testing the Two Bag Implementations (1 of 3)</vt:lpstr>
      <vt:lpstr>Testing the Two Bag Implementations (2 of 3)</vt:lpstr>
      <vt:lpstr>Testing the Two Bag Implementations (3 of 3)</vt:lpstr>
      <vt:lpstr>Diagramming the Bag Resource with UML (1 of 3)</vt:lpstr>
      <vt:lpstr>Diagramming the Bag Resource with UML (2 of 3)</vt:lpstr>
      <vt:lpstr>Diagramming the Bag Resource with UML (3 of 3)</vt:lpstr>
      <vt:lpstr>Chapter Summary (1 of 3)</vt:lpstr>
      <vt:lpstr>Chapter Summary (2 of 3)</vt:lpstr>
      <vt:lpstr>Chapter Summary (3 of 3)</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Project Management</dc:title>
  <dc:creator>Stulga, Michele L</dc:creator>
  <cp:lastModifiedBy>D, Mohanapriya</cp:lastModifiedBy>
  <cp:revision>616</cp:revision>
  <dcterms:created xsi:type="dcterms:W3CDTF">2001-07-05T23:10:12Z</dcterms:created>
  <dcterms:modified xsi:type="dcterms:W3CDTF">2018-10-12T01:18:14Z</dcterms:modified>
</cp:coreProperties>
</file>