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42"/>
  </p:notesMasterIdLst>
  <p:handoutMasterIdLst>
    <p:handoutMasterId r:id="rId43"/>
  </p:handoutMasterIdLst>
  <p:sldIdLst>
    <p:sldId id="374" r:id="rId2"/>
    <p:sldId id="333" r:id="rId3"/>
    <p:sldId id="337" r:id="rId4"/>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361" r:id="rId28"/>
    <p:sldId id="362" r:id="rId29"/>
    <p:sldId id="363" r:id="rId30"/>
    <p:sldId id="364" r:id="rId31"/>
    <p:sldId id="365" r:id="rId32"/>
    <p:sldId id="366" r:id="rId33"/>
    <p:sldId id="367" r:id="rId34"/>
    <p:sldId id="368" r:id="rId35"/>
    <p:sldId id="369" r:id="rId36"/>
    <p:sldId id="371" r:id="rId37"/>
    <p:sldId id="372" r:id="rId38"/>
    <p:sldId id="373" r:id="rId39"/>
    <p:sldId id="335" r:id="rId40"/>
    <p:sldId id="336" r:id="rId41"/>
  </p:sldIdLst>
  <p:sldSz cx="9144000" cy="6858000" type="screen4x3"/>
  <p:notesSz cx="6858000" cy="9144000"/>
  <p:custDataLst>
    <p:tags r:id="rId44"/>
  </p:custDataLst>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extLst/>
  </p:cmAuthor>
  <p:cmAuthor id="2" name="Stulga, Michele L" initials="SML" lastIdx="19" clrIdx="2">
    <p:extLst/>
  </p:cmAuthor>
  <p:cmAuthor id="3" name="Marianne Freeman" initials="MF" lastIdx="2" clrIdx="3">
    <p:extLst>
      <p:ext uri="{19B8F6BF-5375-455C-9EA6-DF929625EA0E}">
        <p15:presenceInfo xmlns:p15="http://schemas.microsoft.com/office/powerpoint/2012/main" userId="1199072752_tp_dropbox" providerId="Windows Live"/>
      </p:ext>
    </p:extLst>
  </p:cmAuthor>
  <p:cmAuthor id="4" name="Julie Tomsho" initials="JRT" lastIdx="1" clrIdx="4">
    <p:extLst>
      <p:ext uri="{19B8F6BF-5375-455C-9EA6-DF929625EA0E}">
        <p15:presenceInfo xmlns:p15="http://schemas.microsoft.com/office/powerpoint/2012/main" userId="Julie Tomsh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3800"/>
    <a:srgbClr val="006800"/>
    <a:srgbClr val="C00000"/>
    <a:srgbClr val="00C000"/>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4" autoAdjust="0"/>
    <p:restoredTop sz="96408" autoAdjust="0"/>
  </p:normalViewPr>
  <p:slideViewPr>
    <p:cSldViewPr>
      <p:cViewPr varScale="1">
        <p:scale>
          <a:sx n="68" d="100"/>
          <a:sy n="68" d="100"/>
        </p:scale>
        <p:origin x="738" y="72"/>
      </p:cViewPr>
      <p:guideLst>
        <p:guide orient="horz" pos="2160"/>
        <p:guide pos="2880"/>
      </p:guideLst>
    </p:cSldViewPr>
  </p:slideViewPr>
  <p:outlineViewPr>
    <p:cViewPr>
      <p:scale>
        <a:sx n="50" d="100"/>
        <a:sy n="50" d="100"/>
      </p:scale>
      <p:origin x="0" y="-69588"/>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ne Freeman" userId="1199072752_tp_dropbox" providerId="OAuth2" clId="{84950FDE-DFD3-8641-AD1E-96448A889BBC}"/>
    <pc:docChg chg="undo custSel modSld">
      <pc:chgData name="Marianne Freeman" userId="1199072752_tp_dropbox" providerId="OAuth2" clId="{84950FDE-DFD3-8641-AD1E-96448A889BBC}" dt="2018-09-26T02:57:00.167" v="164"/>
      <pc:docMkLst>
        <pc:docMk/>
      </pc:docMkLst>
      <pc:sldChg chg="addSp modSp addCm modCm">
        <pc:chgData name="Marianne Freeman" userId="1199072752_tp_dropbox" providerId="OAuth2" clId="{84950FDE-DFD3-8641-AD1E-96448A889BBC}" dt="2018-09-26T02:26:55.762" v="4"/>
        <pc:sldMkLst>
          <pc:docMk/>
          <pc:sldMk cId="0" sldId="257"/>
        </pc:sldMkLst>
        <pc:spChg chg="mod">
          <ac:chgData name="Marianne Freeman" userId="1199072752_tp_dropbox" providerId="OAuth2" clId="{84950FDE-DFD3-8641-AD1E-96448A889BBC}" dt="2018-09-26T02:26:50.721" v="3" actId="20577"/>
          <ac:spMkLst>
            <pc:docMk/>
            <pc:sldMk cId="0" sldId="257"/>
            <ac:spMk id="4" creationId="{2B7206C4-20D6-1E4B-A9BF-F06AB8FA9727}"/>
          </ac:spMkLst>
        </pc:spChg>
        <pc:inkChg chg="add">
          <ac:chgData name="Marianne Freeman" userId="1199072752_tp_dropbox" providerId="OAuth2" clId="{84950FDE-DFD3-8641-AD1E-96448A889BBC}" dt="2018-09-26T02:26:55.762" v="4"/>
          <ac:inkMkLst>
            <pc:docMk/>
            <pc:sldMk cId="0" sldId="257"/>
            <ac:inkMk id="3" creationId="{4C210CB5-E085-BF4C-917C-904D9269F530}"/>
          </ac:inkMkLst>
        </pc:inkChg>
      </pc:sldChg>
      <pc:sldChg chg="addSp modSp">
        <pc:chgData name="Marianne Freeman" userId="1199072752_tp_dropbox" providerId="OAuth2" clId="{84950FDE-DFD3-8641-AD1E-96448A889BBC}" dt="2018-09-26T02:54:53.251" v="155"/>
        <pc:sldMkLst>
          <pc:docMk/>
          <pc:sldMk cId="3458693513" sldId="335"/>
        </pc:sldMkLst>
        <pc:spChg chg="mod">
          <ac:chgData name="Marianne Freeman" userId="1199072752_tp_dropbox" providerId="OAuth2" clId="{84950FDE-DFD3-8641-AD1E-96448A889BBC}" dt="2018-09-26T02:54:35.282" v="153" actId="20577"/>
          <ac:spMkLst>
            <pc:docMk/>
            <pc:sldMk cId="3458693513" sldId="335"/>
            <ac:spMk id="3" creationId="{00000000-0000-0000-0000-000000000000}"/>
          </ac:spMkLst>
        </pc:spChg>
        <pc:inkChg chg="add">
          <ac:chgData name="Marianne Freeman" userId="1199072752_tp_dropbox" providerId="OAuth2" clId="{84950FDE-DFD3-8641-AD1E-96448A889BBC}" dt="2018-09-26T02:54:39.094" v="154"/>
          <ac:inkMkLst>
            <pc:docMk/>
            <pc:sldMk cId="3458693513" sldId="335"/>
            <ac:inkMk id="5" creationId="{5F45D49F-FB5C-FE4D-9624-886482BF7231}"/>
          </ac:inkMkLst>
        </pc:inkChg>
        <pc:inkChg chg="add">
          <ac:chgData name="Marianne Freeman" userId="1199072752_tp_dropbox" providerId="OAuth2" clId="{84950FDE-DFD3-8641-AD1E-96448A889BBC}" dt="2018-09-26T02:54:53.251" v="155"/>
          <ac:inkMkLst>
            <pc:docMk/>
            <pc:sldMk cId="3458693513" sldId="335"/>
            <ac:inkMk id="6" creationId="{E465D0A7-8913-6D42-9B0B-2378CBC289C7}"/>
          </ac:inkMkLst>
        </pc:inkChg>
      </pc:sldChg>
      <pc:sldChg chg="addSp delSp modSp">
        <pc:chgData name="Marianne Freeman" userId="1199072752_tp_dropbox" providerId="OAuth2" clId="{84950FDE-DFD3-8641-AD1E-96448A889BBC}" dt="2018-09-26T02:57:00.167" v="164"/>
        <pc:sldMkLst>
          <pc:docMk/>
          <pc:sldMk cId="1421201180" sldId="336"/>
        </pc:sldMkLst>
        <pc:spChg chg="mod">
          <ac:chgData name="Marianne Freeman" userId="1199072752_tp_dropbox" providerId="OAuth2" clId="{84950FDE-DFD3-8641-AD1E-96448A889BBC}" dt="2018-09-26T02:56:45.852" v="160" actId="20577"/>
          <ac:spMkLst>
            <pc:docMk/>
            <pc:sldMk cId="1421201180" sldId="336"/>
            <ac:spMk id="3" creationId="{00000000-0000-0000-0000-000000000000}"/>
          </ac:spMkLst>
        </pc:spChg>
        <pc:inkChg chg="add del">
          <ac:chgData name="Marianne Freeman" userId="1199072752_tp_dropbox" providerId="OAuth2" clId="{84950FDE-DFD3-8641-AD1E-96448A889BBC}" dt="2018-09-26T02:56:37.123" v="159"/>
          <ac:inkMkLst>
            <pc:docMk/>
            <pc:sldMk cId="1421201180" sldId="336"/>
            <ac:inkMk id="5" creationId="{21EFB4DF-ED1F-7B47-83A9-E9640A37B6A8}"/>
          </ac:inkMkLst>
        </pc:inkChg>
        <pc:inkChg chg="add del">
          <ac:chgData name="Marianne Freeman" userId="1199072752_tp_dropbox" providerId="OAuth2" clId="{84950FDE-DFD3-8641-AD1E-96448A889BBC}" dt="2018-09-26T02:56:31.678" v="158"/>
          <ac:inkMkLst>
            <pc:docMk/>
            <pc:sldMk cId="1421201180" sldId="336"/>
            <ac:inkMk id="6" creationId="{1CAA9B42-2617-194B-AF83-0C6BCA0C54DF}"/>
          </ac:inkMkLst>
        </pc:inkChg>
        <pc:inkChg chg="add del">
          <ac:chgData name="Marianne Freeman" userId="1199072752_tp_dropbox" providerId="OAuth2" clId="{84950FDE-DFD3-8641-AD1E-96448A889BBC}" dt="2018-09-26T02:56:56.580" v="163"/>
          <ac:inkMkLst>
            <pc:docMk/>
            <pc:sldMk cId="1421201180" sldId="336"/>
            <ac:inkMk id="7" creationId="{B16AF681-D5EE-A845-B9C4-0C18AD733BF2}"/>
          </ac:inkMkLst>
        </pc:inkChg>
        <pc:inkChg chg="add">
          <ac:chgData name="Marianne Freeman" userId="1199072752_tp_dropbox" providerId="OAuth2" clId="{84950FDE-DFD3-8641-AD1E-96448A889BBC}" dt="2018-09-26T02:57:00.167" v="164"/>
          <ac:inkMkLst>
            <pc:docMk/>
            <pc:sldMk cId="1421201180" sldId="336"/>
            <ac:inkMk id="8" creationId="{4EF7378D-A973-C248-8B39-C44931552327}"/>
          </ac:inkMkLst>
        </pc:inkChg>
      </pc:sldChg>
      <pc:sldChg chg="addSp delSp">
        <pc:chgData name="Marianne Freeman" userId="1199072752_tp_dropbox" providerId="OAuth2" clId="{84950FDE-DFD3-8641-AD1E-96448A889BBC}" dt="2018-09-26T02:28:12.046" v="8" actId="478"/>
        <pc:sldMkLst>
          <pc:docMk/>
          <pc:sldMk cId="3952414872" sldId="337"/>
        </pc:sldMkLst>
        <pc:inkChg chg="add del">
          <ac:chgData name="Marianne Freeman" userId="1199072752_tp_dropbox" providerId="OAuth2" clId="{84950FDE-DFD3-8641-AD1E-96448A889BBC}" dt="2018-09-26T02:28:12.046" v="8" actId="478"/>
          <ac:inkMkLst>
            <pc:docMk/>
            <pc:sldMk cId="3952414872" sldId="337"/>
            <ac:inkMk id="5" creationId="{EA897FD7-8FE7-194E-96A2-705BBE4B87F0}"/>
          </ac:inkMkLst>
        </pc:inkChg>
        <pc:inkChg chg="add del">
          <ac:chgData name="Marianne Freeman" userId="1199072752_tp_dropbox" providerId="OAuth2" clId="{84950FDE-DFD3-8641-AD1E-96448A889BBC}" dt="2018-09-26T02:28:02.128" v="7"/>
          <ac:inkMkLst>
            <pc:docMk/>
            <pc:sldMk cId="3952414872" sldId="337"/>
            <ac:inkMk id="6" creationId="{BE48AD18-9B1D-ED4A-9290-DDE16F7BA6CB}"/>
          </ac:inkMkLst>
        </pc:inkChg>
      </pc:sldChg>
      <pc:sldChg chg="addSp modSp">
        <pc:chgData name="Marianne Freeman" userId="1199072752_tp_dropbox" providerId="OAuth2" clId="{84950FDE-DFD3-8641-AD1E-96448A889BBC}" dt="2018-09-26T02:29:55.334" v="11"/>
        <pc:sldMkLst>
          <pc:docMk/>
          <pc:sldMk cId="2931809794" sldId="338"/>
        </pc:sldMkLst>
        <pc:spChg chg="mod">
          <ac:chgData name="Marianne Freeman" userId="1199072752_tp_dropbox" providerId="OAuth2" clId="{84950FDE-DFD3-8641-AD1E-96448A889BBC}" dt="2018-09-26T02:29:50.804" v="10" actId="20577"/>
          <ac:spMkLst>
            <pc:docMk/>
            <pc:sldMk cId="2931809794" sldId="338"/>
            <ac:spMk id="3" creationId="{00000000-0000-0000-0000-000000000000}"/>
          </ac:spMkLst>
        </pc:spChg>
        <pc:inkChg chg="add">
          <ac:chgData name="Marianne Freeman" userId="1199072752_tp_dropbox" providerId="OAuth2" clId="{84950FDE-DFD3-8641-AD1E-96448A889BBC}" dt="2018-09-26T02:29:55.334" v="11"/>
          <ac:inkMkLst>
            <pc:docMk/>
            <pc:sldMk cId="2931809794" sldId="338"/>
            <ac:inkMk id="5" creationId="{9D5A76EB-AE65-294A-82AE-ABD7F08C201B}"/>
          </ac:inkMkLst>
        </pc:inkChg>
      </pc:sldChg>
      <pc:sldChg chg="addSp modSp">
        <pc:chgData name="Marianne Freeman" userId="1199072752_tp_dropbox" providerId="OAuth2" clId="{84950FDE-DFD3-8641-AD1E-96448A889BBC}" dt="2018-09-26T02:32:16.782" v="21"/>
        <pc:sldMkLst>
          <pc:docMk/>
          <pc:sldMk cId="613608117" sldId="340"/>
        </pc:sldMkLst>
        <pc:spChg chg="mod">
          <ac:chgData name="Marianne Freeman" userId="1199072752_tp_dropbox" providerId="OAuth2" clId="{84950FDE-DFD3-8641-AD1E-96448A889BBC}" dt="2018-09-26T02:31:12.033" v="19" actId="20577"/>
          <ac:spMkLst>
            <pc:docMk/>
            <pc:sldMk cId="613608117" sldId="340"/>
            <ac:spMk id="3" creationId="{00000000-0000-0000-0000-000000000000}"/>
          </ac:spMkLst>
        </pc:spChg>
        <pc:inkChg chg="add">
          <ac:chgData name="Marianne Freeman" userId="1199072752_tp_dropbox" providerId="OAuth2" clId="{84950FDE-DFD3-8641-AD1E-96448A889BBC}" dt="2018-09-26T02:32:15.447" v="20"/>
          <ac:inkMkLst>
            <pc:docMk/>
            <pc:sldMk cId="613608117" sldId="340"/>
            <ac:inkMk id="5" creationId="{BF1C37B9-BFAF-E442-947F-B59F2C201D2B}"/>
          </ac:inkMkLst>
        </pc:inkChg>
        <pc:inkChg chg="add">
          <ac:chgData name="Marianne Freeman" userId="1199072752_tp_dropbox" providerId="OAuth2" clId="{84950FDE-DFD3-8641-AD1E-96448A889BBC}" dt="2018-09-26T02:32:16.782" v="21"/>
          <ac:inkMkLst>
            <pc:docMk/>
            <pc:sldMk cId="613608117" sldId="340"/>
            <ac:inkMk id="6" creationId="{92BFD04B-F069-1B42-AE21-9F6E5EF8FD02}"/>
          </ac:inkMkLst>
        </pc:inkChg>
      </pc:sldChg>
      <pc:sldChg chg="addSp modSp">
        <pc:chgData name="Marianne Freeman" userId="1199072752_tp_dropbox" providerId="OAuth2" clId="{84950FDE-DFD3-8641-AD1E-96448A889BBC}" dt="2018-09-26T02:33:14.244" v="23" actId="20577"/>
        <pc:sldMkLst>
          <pc:docMk/>
          <pc:sldMk cId="858536559" sldId="341"/>
        </pc:sldMkLst>
        <pc:spChg chg="mod">
          <ac:chgData name="Marianne Freeman" userId="1199072752_tp_dropbox" providerId="OAuth2" clId="{84950FDE-DFD3-8641-AD1E-96448A889BBC}" dt="2018-09-26T02:33:14.244" v="23" actId="20577"/>
          <ac:spMkLst>
            <pc:docMk/>
            <pc:sldMk cId="858536559" sldId="341"/>
            <ac:spMk id="3" creationId="{00000000-0000-0000-0000-000000000000}"/>
          </ac:spMkLst>
        </pc:spChg>
        <pc:inkChg chg="add">
          <ac:chgData name="Marianne Freeman" userId="1199072752_tp_dropbox" providerId="OAuth2" clId="{84950FDE-DFD3-8641-AD1E-96448A889BBC}" dt="2018-09-26T02:33:08.067" v="22"/>
          <ac:inkMkLst>
            <pc:docMk/>
            <pc:sldMk cId="858536559" sldId="341"/>
            <ac:inkMk id="5" creationId="{F4924264-1E03-604A-9864-A35B94F94DE4}"/>
          </ac:inkMkLst>
        </pc:inkChg>
      </pc:sldChg>
      <pc:sldChg chg="addSp modSp">
        <pc:chgData name="Marianne Freeman" userId="1199072752_tp_dropbox" providerId="OAuth2" clId="{84950FDE-DFD3-8641-AD1E-96448A889BBC}" dt="2018-09-26T02:34:21.835" v="31"/>
        <pc:sldMkLst>
          <pc:docMk/>
          <pc:sldMk cId="1474354217" sldId="343"/>
        </pc:sldMkLst>
        <pc:spChg chg="mod">
          <ac:chgData name="Marianne Freeman" userId="1199072752_tp_dropbox" providerId="OAuth2" clId="{84950FDE-DFD3-8641-AD1E-96448A889BBC}" dt="2018-09-26T02:34:11.878" v="28" actId="108"/>
          <ac:spMkLst>
            <pc:docMk/>
            <pc:sldMk cId="1474354217" sldId="343"/>
            <ac:spMk id="3" creationId="{00000000-0000-0000-0000-000000000000}"/>
          </ac:spMkLst>
        </pc:spChg>
        <pc:inkChg chg="add">
          <ac:chgData name="Marianne Freeman" userId="1199072752_tp_dropbox" providerId="OAuth2" clId="{84950FDE-DFD3-8641-AD1E-96448A889BBC}" dt="2018-09-26T02:34:16.550" v="29"/>
          <ac:inkMkLst>
            <pc:docMk/>
            <pc:sldMk cId="1474354217" sldId="343"/>
            <ac:inkMk id="5" creationId="{638FDEAF-B4C8-C547-9198-E2298152C60B}"/>
          </ac:inkMkLst>
        </pc:inkChg>
        <pc:inkChg chg="add">
          <ac:chgData name="Marianne Freeman" userId="1199072752_tp_dropbox" providerId="OAuth2" clId="{84950FDE-DFD3-8641-AD1E-96448A889BBC}" dt="2018-09-26T02:34:17.625" v="30"/>
          <ac:inkMkLst>
            <pc:docMk/>
            <pc:sldMk cId="1474354217" sldId="343"/>
            <ac:inkMk id="6" creationId="{13F46907-D15F-794B-A0E7-6C909FC1FB4C}"/>
          </ac:inkMkLst>
        </pc:inkChg>
        <pc:inkChg chg="add">
          <ac:chgData name="Marianne Freeman" userId="1199072752_tp_dropbox" providerId="OAuth2" clId="{84950FDE-DFD3-8641-AD1E-96448A889BBC}" dt="2018-09-26T02:34:21.835" v="31"/>
          <ac:inkMkLst>
            <pc:docMk/>
            <pc:sldMk cId="1474354217" sldId="343"/>
            <ac:inkMk id="7" creationId="{49551D51-F02B-074A-9728-A9D842BCABF2}"/>
          </ac:inkMkLst>
        </pc:inkChg>
      </pc:sldChg>
      <pc:sldChg chg="addSp delSp modSp">
        <pc:chgData name="Marianne Freeman" userId="1199072752_tp_dropbox" providerId="OAuth2" clId="{84950FDE-DFD3-8641-AD1E-96448A889BBC}" dt="2018-09-26T02:36:09.894" v="39"/>
        <pc:sldMkLst>
          <pc:docMk/>
          <pc:sldMk cId="164828334" sldId="345"/>
        </pc:sldMkLst>
        <pc:spChg chg="mod">
          <ac:chgData name="Marianne Freeman" userId="1199072752_tp_dropbox" providerId="OAuth2" clId="{84950FDE-DFD3-8641-AD1E-96448A889BBC}" dt="2018-09-26T02:35:58.770" v="36" actId="20577"/>
          <ac:spMkLst>
            <pc:docMk/>
            <pc:sldMk cId="164828334" sldId="345"/>
            <ac:spMk id="3" creationId="{00000000-0000-0000-0000-000000000000}"/>
          </ac:spMkLst>
        </pc:spChg>
        <pc:inkChg chg="add del">
          <ac:chgData name="Marianne Freeman" userId="1199072752_tp_dropbox" providerId="OAuth2" clId="{84950FDE-DFD3-8641-AD1E-96448A889BBC}" dt="2018-09-26T02:35:50.886" v="33"/>
          <ac:inkMkLst>
            <pc:docMk/>
            <pc:sldMk cId="164828334" sldId="345"/>
            <ac:inkMk id="5" creationId="{7011DBF3-0B32-B544-A08E-A178D66E039A}"/>
          </ac:inkMkLst>
        </pc:inkChg>
        <pc:inkChg chg="add">
          <ac:chgData name="Marianne Freeman" userId="1199072752_tp_dropbox" providerId="OAuth2" clId="{84950FDE-DFD3-8641-AD1E-96448A889BBC}" dt="2018-09-26T02:35:51.985" v="34"/>
          <ac:inkMkLst>
            <pc:docMk/>
            <pc:sldMk cId="164828334" sldId="345"/>
            <ac:inkMk id="6" creationId="{5EFB871C-F461-6746-9047-225B579FF7BC}"/>
          </ac:inkMkLst>
        </pc:inkChg>
        <pc:inkChg chg="add del">
          <ac:chgData name="Marianne Freeman" userId="1199072752_tp_dropbox" providerId="OAuth2" clId="{84950FDE-DFD3-8641-AD1E-96448A889BBC}" dt="2018-09-26T02:36:08.780" v="38"/>
          <ac:inkMkLst>
            <pc:docMk/>
            <pc:sldMk cId="164828334" sldId="345"/>
            <ac:inkMk id="7" creationId="{92E7B960-5BBA-CA4E-B452-B964B1B686F3}"/>
          </ac:inkMkLst>
        </pc:inkChg>
        <pc:inkChg chg="add">
          <ac:chgData name="Marianne Freeman" userId="1199072752_tp_dropbox" providerId="OAuth2" clId="{84950FDE-DFD3-8641-AD1E-96448A889BBC}" dt="2018-09-26T02:36:09.894" v="39"/>
          <ac:inkMkLst>
            <pc:docMk/>
            <pc:sldMk cId="164828334" sldId="345"/>
            <ac:inkMk id="8" creationId="{FFE3A993-CE70-6641-A73D-C3E4C8B1F144}"/>
          </ac:inkMkLst>
        </pc:inkChg>
      </pc:sldChg>
      <pc:sldChg chg="addSp modSp">
        <pc:chgData name="Marianne Freeman" userId="1199072752_tp_dropbox" providerId="OAuth2" clId="{84950FDE-DFD3-8641-AD1E-96448A889BBC}" dt="2018-09-26T02:36:44.425" v="42" actId="108"/>
        <pc:sldMkLst>
          <pc:docMk/>
          <pc:sldMk cId="1899272279" sldId="347"/>
        </pc:sldMkLst>
        <pc:spChg chg="mod">
          <ac:chgData name="Marianne Freeman" userId="1199072752_tp_dropbox" providerId="OAuth2" clId="{84950FDE-DFD3-8641-AD1E-96448A889BBC}" dt="2018-09-26T02:36:44.425" v="42" actId="108"/>
          <ac:spMkLst>
            <pc:docMk/>
            <pc:sldMk cId="1899272279" sldId="347"/>
            <ac:spMk id="3" creationId="{00000000-0000-0000-0000-000000000000}"/>
          </ac:spMkLst>
        </pc:spChg>
        <pc:inkChg chg="add">
          <ac:chgData name="Marianne Freeman" userId="1199072752_tp_dropbox" providerId="OAuth2" clId="{84950FDE-DFD3-8641-AD1E-96448A889BBC}" dt="2018-09-26T02:36:26" v="40"/>
          <ac:inkMkLst>
            <pc:docMk/>
            <pc:sldMk cId="1899272279" sldId="347"/>
            <ac:inkMk id="5" creationId="{3F0CB99C-C924-9B45-BAA4-FCA449937901}"/>
          </ac:inkMkLst>
        </pc:inkChg>
      </pc:sldChg>
      <pc:sldChg chg="addSp modSp">
        <pc:chgData name="Marianne Freeman" userId="1199072752_tp_dropbox" providerId="OAuth2" clId="{84950FDE-DFD3-8641-AD1E-96448A889BBC}" dt="2018-09-26T02:37:54.128" v="47" actId="20577"/>
        <pc:sldMkLst>
          <pc:docMk/>
          <pc:sldMk cId="3750797988" sldId="348"/>
        </pc:sldMkLst>
        <pc:spChg chg="mod">
          <ac:chgData name="Marianne Freeman" userId="1199072752_tp_dropbox" providerId="OAuth2" clId="{84950FDE-DFD3-8641-AD1E-96448A889BBC}" dt="2018-09-26T02:37:54.128" v="47" actId="20577"/>
          <ac:spMkLst>
            <pc:docMk/>
            <pc:sldMk cId="3750797988" sldId="348"/>
            <ac:spMk id="3" creationId="{00000000-0000-0000-0000-000000000000}"/>
          </ac:spMkLst>
        </pc:spChg>
        <pc:inkChg chg="add">
          <ac:chgData name="Marianne Freeman" userId="1199072752_tp_dropbox" providerId="OAuth2" clId="{84950FDE-DFD3-8641-AD1E-96448A889BBC}" dt="2018-09-26T02:37:48.062" v="45"/>
          <ac:inkMkLst>
            <pc:docMk/>
            <pc:sldMk cId="3750797988" sldId="348"/>
            <ac:inkMk id="5" creationId="{4EFC6286-0C24-E747-AEC6-95AEB421F390}"/>
          </ac:inkMkLst>
        </pc:inkChg>
        <pc:inkChg chg="add">
          <ac:chgData name="Marianne Freeman" userId="1199072752_tp_dropbox" providerId="OAuth2" clId="{84950FDE-DFD3-8641-AD1E-96448A889BBC}" dt="2018-09-26T02:37:49.577" v="46"/>
          <ac:inkMkLst>
            <pc:docMk/>
            <pc:sldMk cId="3750797988" sldId="348"/>
            <ac:inkMk id="6" creationId="{33A154A5-B6CA-CC46-9944-0264798214DA}"/>
          </ac:inkMkLst>
        </pc:inkChg>
      </pc:sldChg>
      <pc:sldChg chg="addSp modSp">
        <pc:chgData name="Marianne Freeman" userId="1199072752_tp_dropbox" providerId="OAuth2" clId="{84950FDE-DFD3-8641-AD1E-96448A889BBC}" dt="2018-09-26T02:38:45.127" v="53"/>
        <pc:sldMkLst>
          <pc:docMk/>
          <pc:sldMk cId="3848622185" sldId="349"/>
        </pc:sldMkLst>
        <pc:spChg chg="mod">
          <ac:chgData name="Marianne Freeman" userId="1199072752_tp_dropbox" providerId="OAuth2" clId="{84950FDE-DFD3-8641-AD1E-96448A889BBC}" dt="2018-09-26T02:38:38.178" v="50" actId="20577"/>
          <ac:spMkLst>
            <pc:docMk/>
            <pc:sldMk cId="3848622185" sldId="349"/>
            <ac:spMk id="3" creationId="{00000000-0000-0000-0000-000000000000}"/>
          </ac:spMkLst>
        </pc:spChg>
        <pc:inkChg chg="add">
          <ac:chgData name="Marianne Freeman" userId="1199072752_tp_dropbox" providerId="OAuth2" clId="{84950FDE-DFD3-8641-AD1E-96448A889BBC}" dt="2018-09-26T02:38:43.217" v="51"/>
          <ac:inkMkLst>
            <pc:docMk/>
            <pc:sldMk cId="3848622185" sldId="349"/>
            <ac:inkMk id="5" creationId="{AA79BEFA-4ACC-BE41-BD6F-6B271D0D6C8D}"/>
          </ac:inkMkLst>
        </pc:inkChg>
        <pc:inkChg chg="add">
          <ac:chgData name="Marianne Freeman" userId="1199072752_tp_dropbox" providerId="OAuth2" clId="{84950FDE-DFD3-8641-AD1E-96448A889BBC}" dt="2018-09-26T02:38:44.065" v="52"/>
          <ac:inkMkLst>
            <pc:docMk/>
            <pc:sldMk cId="3848622185" sldId="349"/>
            <ac:inkMk id="6" creationId="{0AD449A1-6C9E-944A-AE80-7097A2822AF0}"/>
          </ac:inkMkLst>
        </pc:inkChg>
        <pc:inkChg chg="add">
          <ac:chgData name="Marianne Freeman" userId="1199072752_tp_dropbox" providerId="OAuth2" clId="{84950FDE-DFD3-8641-AD1E-96448A889BBC}" dt="2018-09-26T02:38:45.127" v="53"/>
          <ac:inkMkLst>
            <pc:docMk/>
            <pc:sldMk cId="3848622185" sldId="349"/>
            <ac:inkMk id="7" creationId="{943D7720-8F89-9E4D-A3BF-8EA935E70922}"/>
          </ac:inkMkLst>
        </pc:inkChg>
      </pc:sldChg>
      <pc:sldChg chg="addSp modSp">
        <pc:chgData name="Marianne Freeman" userId="1199072752_tp_dropbox" providerId="OAuth2" clId="{84950FDE-DFD3-8641-AD1E-96448A889BBC}" dt="2018-09-26T02:39:49.371" v="58"/>
        <pc:sldMkLst>
          <pc:docMk/>
          <pc:sldMk cId="1920743146" sldId="350"/>
        </pc:sldMkLst>
        <pc:spChg chg="mod">
          <ac:chgData name="Marianne Freeman" userId="1199072752_tp_dropbox" providerId="OAuth2" clId="{84950FDE-DFD3-8641-AD1E-96448A889BBC}" dt="2018-09-26T02:39:35.028" v="57" actId="108"/>
          <ac:spMkLst>
            <pc:docMk/>
            <pc:sldMk cId="1920743146" sldId="350"/>
            <ac:spMk id="3" creationId="{00000000-0000-0000-0000-000000000000}"/>
          </ac:spMkLst>
        </pc:spChg>
        <pc:inkChg chg="add">
          <ac:chgData name="Marianne Freeman" userId="1199072752_tp_dropbox" providerId="OAuth2" clId="{84950FDE-DFD3-8641-AD1E-96448A889BBC}" dt="2018-09-26T02:39:03.549" v="54"/>
          <ac:inkMkLst>
            <pc:docMk/>
            <pc:sldMk cId="1920743146" sldId="350"/>
            <ac:inkMk id="5" creationId="{B37FCBF0-1C2F-8341-8D94-4ED2A3952AFF}"/>
          </ac:inkMkLst>
        </pc:inkChg>
        <pc:inkChg chg="add">
          <ac:chgData name="Marianne Freeman" userId="1199072752_tp_dropbox" providerId="OAuth2" clId="{84950FDE-DFD3-8641-AD1E-96448A889BBC}" dt="2018-09-26T02:39:49.371" v="58"/>
          <ac:inkMkLst>
            <pc:docMk/>
            <pc:sldMk cId="1920743146" sldId="350"/>
            <ac:inkMk id="6" creationId="{6E75B9E8-5612-624B-80A1-9BBB60F5E0A4}"/>
          </ac:inkMkLst>
        </pc:inkChg>
      </pc:sldChg>
      <pc:sldChg chg="addSp delSp modSp">
        <pc:chgData name="Marianne Freeman" userId="1199072752_tp_dropbox" providerId="OAuth2" clId="{84950FDE-DFD3-8641-AD1E-96448A889BBC}" dt="2018-09-26T02:40:45.190" v="66"/>
        <pc:sldMkLst>
          <pc:docMk/>
          <pc:sldMk cId="1379542955" sldId="352"/>
        </pc:sldMkLst>
        <pc:spChg chg="mod">
          <ac:chgData name="Marianne Freeman" userId="1199072752_tp_dropbox" providerId="OAuth2" clId="{84950FDE-DFD3-8641-AD1E-96448A889BBC}" dt="2018-09-26T02:40:38.863" v="64" actId="20577"/>
          <ac:spMkLst>
            <pc:docMk/>
            <pc:sldMk cId="1379542955" sldId="352"/>
            <ac:spMk id="3" creationId="{00000000-0000-0000-0000-000000000000}"/>
          </ac:spMkLst>
        </pc:spChg>
        <pc:inkChg chg="add del">
          <ac:chgData name="Marianne Freeman" userId="1199072752_tp_dropbox" providerId="OAuth2" clId="{84950FDE-DFD3-8641-AD1E-96448A889BBC}" dt="2018-09-26T02:40:36.285" v="63" actId="478"/>
          <ac:inkMkLst>
            <pc:docMk/>
            <pc:sldMk cId="1379542955" sldId="352"/>
            <ac:inkMk id="5" creationId="{D6C0C5A1-67CE-744E-866F-4BA5CCC76EB7}"/>
          </ac:inkMkLst>
        </pc:inkChg>
        <pc:inkChg chg="add del">
          <ac:chgData name="Marianne Freeman" userId="1199072752_tp_dropbox" providerId="OAuth2" clId="{84950FDE-DFD3-8641-AD1E-96448A889BBC}" dt="2018-09-26T02:40:34.132" v="62" actId="478"/>
          <ac:inkMkLst>
            <pc:docMk/>
            <pc:sldMk cId="1379542955" sldId="352"/>
            <ac:inkMk id="6" creationId="{83DE7C8D-CEB5-A043-920C-57C14529D737}"/>
          </ac:inkMkLst>
        </pc:inkChg>
        <pc:inkChg chg="add">
          <ac:chgData name="Marianne Freeman" userId="1199072752_tp_dropbox" providerId="OAuth2" clId="{84950FDE-DFD3-8641-AD1E-96448A889BBC}" dt="2018-09-26T02:40:44.251" v="65"/>
          <ac:inkMkLst>
            <pc:docMk/>
            <pc:sldMk cId="1379542955" sldId="352"/>
            <ac:inkMk id="7" creationId="{9B567025-33F8-934A-88F1-F4714FF7C0AD}"/>
          </ac:inkMkLst>
        </pc:inkChg>
        <pc:inkChg chg="add">
          <ac:chgData name="Marianne Freeman" userId="1199072752_tp_dropbox" providerId="OAuth2" clId="{84950FDE-DFD3-8641-AD1E-96448A889BBC}" dt="2018-09-26T02:40:45.190" v="66"/>
          <ac:inkMkLst>
            <pc:docMk/>
            <pc:sldMk cId="1379542955" sldId="352"/>
            <ac:inkMk id="8" creationId="{9350EB2F-A45F-4141-9E72-7BBACBC064D8}"/>
          </ac:inkMkLst>
        </pc:inkChg>
      </pc:sldChg>
      <pc:sldChg chg="addSp modSp">
        <pc:chgData name="Marianne Freeman" userId="1199072752_tp_dropbox" providerId="OAuth2" clId="{84950FDE-DFD3-8641-AD1E-96448A889BBC}" dt="2018-09-26T02:42:04.079" v="72"/>
        <pc:sldMkLst>
          <pc:docMk/>
          <pc:sldMk cId="928843235" sldId="353"/>
        </pc:sldMkLst>
        <pc:spChg chg="mod">
          <ac:chgData name="Marianne Freeman" userId="1199072752_tp_dropbox" providerId="OAuth2" clId="{84950FDE-DFD3-8641-AD1E-96448A889BBC}" dt="2018-09-26T02:41:59.410" v="71" actId="20577"/>
          <ac:spMkLst>
            <pc:docMk/>
            <pc:sldMk cId="928843235" sldId="353"/>
            <ac:spMk id="3" creationId="{00000000-0000-0000-0000-000000000000}"/>
          </ac:spMkLst>
        </pc:spChg>
        <pc:inkChg chg="add">
          <ac:chgData name="Marianne Freeman" userId="1199072752_tp_dropbox" providerId="OAuth2" clId="{84950FDE-DFD3-8641-AD1E-96448A889BBC}" dt="2018-09-26T02:41:45.771" v="67"/>
          <ac:inkMkLst>
            <pc:docMk/>
            <pc:sldMk cId="928843235" sldId="353"/>
            <ac:inkMk id="5" creationId="{E1745C82-9E99-A740-836F-8D936E7502FB}"/>
          </ac:inkMkLst>
        </pc:inkChg>
        <pc:inkChg chg="add">
          <ac:chgData name="Marianne Freeman" userId="1199072752_tp_dropbox" providerId="OAuth2" clId="{84950FDE-DFD3-8641-AD1E-96448A889BBC}" dt="2018-09-26T02:42:04.079" v="72"/>
          <ac:inkMkLst>
            <pc:docMk/>
            <pc:sldMk cId="928843235" sldId="353"/>
            <ac:inkMk id="6" creationId="{6E5DDCDE-7EFF-5C43-8E7A-2FD70E7A5917}"/>
          </ac:inkMkLst>
        </pc:inkChg>
      </pc:sldChg>
      <pc:sldChg chg="addSp modSp">
        <pc:chgData name="Marianne Freeman" userId="1199072752_tp_dropbox" providerId="OAuth2" clId="{84950FDE-DFD3-8641-AD1E-96448A889BBC}" dt="2018-09-26T02:43:19.723" v="79" actId="108"/>
        <pc:sldMkLst>
          <pc:docMk/>
          <pc:sldMk cId="1501185539" sldId="354"/>
        </pc:sldMkLst>
        <pc:spChg chg="mod">
          <ac:chgData name="Marianne Freeman" userId="1199072752_tp_dropbox" providerId="OAuth2" clId="{84950FDE-DFD3-8641-AD1E-96448A889BBC}" dt="2018-09-26T02:43:19.723" v="79" actId="108"/>
          <ac:spMkLst>
            <pc:docMk/>
            <pc:sldMk cId="1501185539" sldId="354"/>
            <ac:spMk id="3" creationId="{00000000-0000-0000-0000-000000000000}"/>
          </ac:spMkLst>
        </pc:spChg>
        <pc:inkChg chg="add">
          <ac:chgData name="Marianne Freeman" userId="1199072752_tp_dropbox" providerId="OAuth2" clId="{84950FDE-DFD3-8641-AD1E-96448A889BBC}" dt="2018-09-26T02:42:22.392" v="73"/>
          <ac:inkMkLst>
            <pc:docMk/>
            <pc:sldMk cId="1501185539" sldId="354"/>
            <ac:inkMk id="5" creationId="{7C5379AE-B063-5246-8EE0-99A81B34B466}"/>
          </ac:inkMkLst>
        </pc:inkChg>
        <pc:inkChg chg="add">
          <ac:chgData name="Marianne Freeman" userId="1199072752_tp_dropbox" providerId="OAuth2" clId="{84950FDE-DFD3-8641-AD1E-96448A889BBC}" dt="2018-09-26T02:42:25.932" v="74"/>
          <ac:inkMkLst>
            <pc:docMk/>
            <pc:sldMk cId="1501185539" sldId="354"/>
            <ac:inkMk id="6" creationId="{2ACE725F-109C-064B-83BC-C56DA959766C}"/>
          </ac:inkMkLst>
        </pc:inkChg>
        <pc:inkChg chg="add">
          <ac:chgData name="Marianne Freeman" userId="1199072752_tp_dropbox" providerId="OAuth2" clId="{84950FDE-DFD3-8641-AD1E-96448A889BBC}" dt="2018-09-26T02:42:33.181" v="75"/>
          <ac:inkMkLst>
            <pc:docMk/>
            <pc:sldMk cId="1501185539" sldId="354"/>
            <ac:inkMk id="7" creationId="{97F0AC5D-3886-1747-B1C5-D78F389C08A1}"/>
          </ac:inkMkLst>
        </pc:inkChg>
      </pc:sldChg>
      <pc:sldChg chg="addSp modSp">
        <pc:chgData name="Marianne Freeman" userId="1199072752_tp_dropbox" providerId="OAuth2" clId="{84950FDE-DFD3-8641-AD1E-96448A889BBC}" dt="2018-09-26T02:44:29.031" v="86"/>
        <pc:sldMkLst>
          <pc:docMk/>
          <pc:sldMk cId="3432112983" sldId="355"/>
        </pc:sldMkLst>
        <pc:spChg chg="mod">
          <ac:chgData name="Marianne Freeman" userId="1199072752_tp_dropbox" providerId="OAuth2" clId="{84950FDE-DFD3-8641-AD1E-96448A889BBC}" dt="2018-09-26T02:44:24.514" v="85" actId="20577"/>
          <ac:spMkLst>
            <pc:docMk/>
            <pc:sldMk cId="3432112983" sldId="355"/>
            <ac:spMk id="3" creationId="{00000000-0000-0000-0000-000000000000}"/>
          </ac:spMkLst>
        </pc:spChg>
        <pc:inkChg chg="add">
          <ac:chgData name="Marianne Freeman" userId="1199072752_tp_dropbox" providerId="OAuth2" clId="{84950FDE-DFD3-8641-AD1E-96448A889BBC}" dt="2018-09-26T02:44:29.031" v="86"/>
          <ac:inkMkLst>
            <pc:docMk/>
            <pc:sldMk cId="3432112983" sldId="355"/>
            <ac:inkMk id="5" creationId="{F756EBF0-7D7A-5748-A397-BB00BDE524EF}"/>
          </ac:inkMkLst>
        </pc:inkChg>
      </pc:sldChg>
      <pc:sldChg chg="addSp delSp modSp">
        <pc:chgData name="Marianne Freeman" userId="1199072752_tp_dropbox" providerId="OAuth2" clId="{84950FDE-DFD3-8641-AD1E-96448A889BBC}" dt="2018-09-26T02:45:16.951" v="92"/>
        <pc:sldMkLst>
          <pc:docMk/>
          <pc:sldMk cId="2828004175" sldId="357"/>
        </pc:sldMkLst>
        <pc:spChg chg="mod">
          <ac:chgData name="Marianne Freeman" userId="1199072752_tp_dropbox" providerId="OAuth2" clId="{84950FDE-DFD3-8641-AD1E-96448A889BBC}" dt="2018-09-26T02:45:12.960" v="91" actId="20577"/>
          <ac:spMkLst>
            <pc:docMk/>
            <pc:sldMk cId="2828004175" sldId="357"/>
            <ac:spMk id="3" creationId="{00000000-0000-0000-0000-000000000000}"/>
          </ac:spMkLst>
        </pc:spChg>
        <pc:inkChg chg="add del">
          <ac:chgData name="Marianne Freeman" userId="1199072752_tp_dropbox" providerId="OAuth2" clId="{84950FDE-DFD3-8641-AD1E-96448A889BBC}" dt="2018-09-26T02:45:08.773" v="90"/>
          <ac:inkMkLst>
            <pc:docMk/>
            <pc:sldMk cId="2828004175" sldId="357"/>
            <ac:inkMk id="5" creationId="{1A74893A-CD8B-9A42-AE00-B71777AE4350}"/>
          </ac:inkMkLst>
        </pc:inkChg>
        <pc:inkChg chg="add del">
          <ac:chgData name="Marianne Freeman" userId="1199072752_tp_dropbox" providerId="OAuth2" clId="{84950FDE-DFD3-8641-AD1E-96448A889BBC}" dt="2018-09-26T02:45:07.540" v="89"/>
          <ac:inkMkLst>
            <pc:docMk/>
            <pc:sldMk cId="2828004175" sldId="357"/>
            <ac:inkMk id="6" creationId="{B30CF583-31A7-2E47-B847-DBFC0D2FBE17}"/>
          </ac:inkMkLst>
        </pc:inkChg>
        <pc:inkChg chg="add">
          <ac:chgData name="Marianne Freeman" userId="1199072752_tp_dropbox" providerId="OAuth2" clId="{84950FDE-DFD3-8641-AD1E-96448A889BBC}" dt="2018-09-26T02:45:16.951" v="92"/>
          <ac:inkMkLst>
            <pc:docMk/>
            <pc:sldMk cId="2828004175" sldId="357"/>
            <ac:inkMk id="7" creationId="{D2C496D2-89B6-9542-9321-8BA623DD3CDA}"/>
          </ac:inkMkLst>
        </pc:inkChg>
      </pc:sldChg>
      <pc:sldChg chg="addSp modSp">
        <pc:chgData name="Marianne Freeman" userId="1199072752_tp_dropbox" providerId="OAuth2" clId="{84950FDE-DFD3-8641-AD1E-96448A889BBC}" dt="2018-09-26T02:45:58.533" v="97" actId="108"/>
        <pc:sldMkLst>
          <pc:docMk/>
          <pc:sldMk cId="3971141333" sldId="358"/>
        </pc:sldMkLst>
        <pc:spChg chg="mod">
          <ac:chgData name="Marianne Freeman" userId="1199072752_tp_dropbox" providerId="OAuth2" clId="{84950FDE-DFD3-8641-AD1E-96448A889BBC}" dt="2018-09-26T02:45:29.917" v="95" actId="20577"/>
          <ac:spMkLst>
            <pc:docMk/>
            <pc:sldMk cId="3971141333" sldId="358"/>
            <ac:spMk id="2" creationId="{00000000-0000-0000-0000-000000000000}"/>
          </ac:spMkLst>
        </pc:spChg>
        <pc:spChg chg="mod">
          <ac:chgData name="Marianne Freeman" userId="1199072752_tp_dropbox" providerId="OAuth2" clId="{84950FDE-DFD3-8641-AD1E-96448A889BBC}" dt="2018-09-26T02:45:58.533" v="97" actId="108"/>
          <ac:spMkLst>
            <pc:docMk/>
            <pc:sldMk cId="3971141333" sldId="358"/>
            <ac:spMk id="3" creationId="{00000000-0000-0000-0000-000000000000}"/>
          </ac:spMkLst>
        </pc:spChg>
        <pc:inkChg chg="add">
          <ac:chgData name="Marianne Freeman" userId="1199072752_tp_dropbox" providerId="OAuth2" clId="{84950FDE-DFD3-8641-AD1E-96448A889BBC}" dt="2018-09-26T02:45:25.427" v="93"/>
          <ac:inkMkLst>
            <pc:docMk/>
            <pc:sldMk cId="3971141333" sldId="358"/>
            <ac:inkMk id="5" creationId="{3695ED93-FEE6-F548-8576-3AAE82716693}"/>
          </ac:inkMkLst>
        </pc:inkChg>
        <pc:inkChg chg="add">
          <ac:chgData name="Marianne Freeman" userId="1199072752_tp_dropbox" providerId="OAuth2" clId="{84950FDE-DFD3-8641-AD1E-96448A889BBC}" dt="2018-09-26T02:45:25.498" v="94"/>
          <ac:inkMkLst>
            <pc:docMk/>
            <pc:sldMk cId="3971141333" sldId="358"/>
            <ac:inkMk id="6" creationId="{C4B177E3-B1BC-2A48-84B4-444EA13FD204}"/>
          </ac:inkMkLst>
        </pc:inkChg>
      </pc:sldChg>
      <pc:sldChg chg="addSp modSp">
        <pc:chgData name="Marianne Freeman" userId="1199072752_tp_dropbox" providerId="OAuth2" clId="{84950FDE-DFD3-8641-AD1E-96448A889BBC}" dt="2018-09-26T02:46:19.626" v="99"/>
        <pc:sldMkLst>
          <pc:docMk/>
          <pc:sldMk cId="3850785104" sldId="359"/>
        </pc:sldMkLst>
        <pc:spChg chg="mod">
          <ac:chgData name="Marianne Freeman" userId="1199072752_tp_dropbox" providerId="OAuth2" clId="{84950FDE-DFD3-8641-AD1E-96448A889BBC}" dt="2018-09-26T02:46:09.669" v="98" actId="20577"/>
          <ac:spMkLst>
            <pc:docMk/>
            <pc:sldMk cId="3850785104" sldId="359"/>
            <ac:spMk id="2" creationId="{00000000-0000-0000-0000-000000000000}"/>
          </ac:spMkLst>
        </pc:spChg>
        <pc:inkChg chg="add">
          <ac:chgData name="Marianne Freeman" userId="1199072752_tp_dropbox" providerId="OAuth2" clId="{84950FDE-DFD3-8641-AD1E-96448A889BBC}" dt="2018-09-26T02:46:19.626" v="99"/>
          <ac:inkMkLst>
            <pc:docMk/>
            <pc:sldMk cId="3850785104" sldId="359"/>
            <ac:inkMk id="5" creationId="{A5C2CB22-7294-3F4D-BD29-ECABDA9D5082}"/>
          </ac:inkMkLst>
        </pc:inkChg>
      </pc:sldChg>
      <pc:sldChg chg="addSp delSp modSp">
        <pc:chgData name="Marianne Freeman" userId="1199072752_tp_dropbox" providerId="OAuth2" clId="{84950FDE-DFD3-8641-AD1E-96448A889BBC}" dt="2018-09-26T02:47:35.157" v="109"/>
        <pc:sldMkLst>
          <pc:docMk/>
          <pc:sldMk cId="1947468786" sldId="360"/>
        </pc:sldMkLst>
        <pc:spChg chg="mod">
          <ac:chgData name="Marianne Freeman" userId="1199072752_tp_dropbox" providerId="OAuth2" clId="{84950FDE-DFD3-8641-AD1E-96448A889BBC}" dt="2018-09-26T02:47:14.851" v="108" actId="108"/>
          <ac:spMkLst>
            <pc:docMk/>
            <pc:sldMk cId="1947468786" sldId="360"/>
            <ac:spMk id="3" creationId="{00000000-0000-0000-0000-000000000000}"/>
          </ac:spMkLst>
        </pc:spChg>
        <pc:inkChg chg="add">
          <ac:chgData name="Marianne Freeman" userId="1199072752_tp_dropbox" providerId="OAuth2" clId="{84950FDE-DFD3-8641-AD1E-96448A889BBC}" dt="2018-09-26T02:46:28.528" v="100"/>
          <ac:inkMkLst>
            <pc:docMk/>
            <pc:sldMk cId="1947468786" sldId="360"/>
            <ac:inkMk id="5" creationId="{4CDFD02D-24A3-D548-9C73-DEEF4AE5136C}"/>
          </ac:inkMkLst>
        </pc:inkChg>
        <pc:inkChg chg="add">
          <ac:chgData name="Marianne Freeman" userId="1199072752_tp_dropbox" providerId="OAuth2" clId="{84950FDE-DFD3-8641-AD1E-96448A889BBC}" dt="2018-09-26T02:46:30.687" v="101"/>
          <ac:inkMkLst>
            <pc:docMk/>
            <pc:sldMk cId="1947468786" sldId="360"/>
            <ac:inkMk id="6" creationId="{66C5A7BA-F0C3-7845-B894-C258989462C7}"/>
          </ac:inkMkLst>
        </pc:inkChg>
        <pc:inkChg chg="add del">
          <ac:chgData name="Marianne Freeman" userId="1199072752_tp_dropbox" providerId="OAuth2" clId="{84950FDE-DFD3-8641-AD1E-96448A889BBC}" dt="2018-09-26T02:46:39.063" v="105"/>
          <ac:inkMkLst>
            <pc:docMk/>
            <pc:sldMk cId="1947468786" sldId="360"/>
            <ac:inkMk id="7" creationId="{41C539B4-D508-4E46-9F67-C3C23FDC9421}"/>
          </ac:inkMkLst>
        </pc:inkChg>
        <pc:inkChg chg="add del">
          <ac:chgData name="Marianne Freeman" userId="1199072752_tp_dropbox" providerId="OAuth2" clId="{84950FDE-DFD3-8641-AD1E-96448A889BBC}" dt="2018-09-26T02:46:37.355" v="104"/>
          <ac:inkMkLst>
            <pc:docMk/>
            <pc:sldMk cId="1947468786" sldId="360"/>
            <ac:inkMk id="8" creationId="{184802E2-22A1-B342-AD83-58F15588DA17}"/>
          </ac:inkMkLst>
        </pc:inkChg>
        <pc:inkChg chg="add">
          <ac:chgData name="Marianne Freeman" userId="1199072752_tp_dropbox" providerId="OAuth2" clId="{84950FDE-DFD3-8641-AD1E-96448A889BBC}" dt="2018-09-26T02:47:35.157" v="109"/>
          <ac:inkMkLst>
            <pc:docMk/>
            <pc:sldMk cId="1947468786" sldId="360"/>
            <ac:inkMk id="9" creationId="{327558D3-C889-CF46-BAFD-618D5AB0720D}"/>
          </ac:inkMkLst>
        </pc:inkChg>
      </pc:sldChg>
      <pc:sldChg chg="addSp modSp">
        <pc:chgData name="Marianne Freeman" userId="1199072752_tp_dropbox" providerId="OAuth2" clId="{84950FDE-DFD3-8641-AD1E-96448A889BBC}" dt="2018-09-26T02:49:05.615" v="121"/>
        <pc:sldMkLst>
          <pc:docMk/>
          <pc:sldMk cId="3551926385" sldId="363"/>
        </pc:sldMkLst>
        <pc:spChg chg="mod">
          <ac:chgData name="Marianne Freeman" userId="1199072752_tp_dropbox" providerId="OAuth2" clId="{84950FDE-DFD3-8641-AD1E-96448A889BBC}" dt="2018-09-26T02:48:08.391" v="115" actId="20577"/>
          <ac:spMkLst>
            <pc:docMk/>
            <pc:sldMk cId="3551926385" sldId="363"/>
            <ac:spMk id="2" creationId="{00000000-0000-0000-0000-000000000000}"/>
          </ac:spMkLst>
        </pc:spChg>
        <pc:spChg chg="mod">
          <ac:chgData name="Marianne Freeman" userId="1199072752_tp_dropbox" providerId="OAuth2" clId="{84950FDE-DFD3-8641-AD1E-96448A889BBC}" dt="2018-09-26T02:48:38.369" v="119" actId="113"/>
          <ac:spMkLst>
            <pc:docMk/>
            <pc:sldMk cId="3551926385" sldId="363"/>
            <ac:spMk id="3" creationId="{00000000-0000-0000-0000-000000000000}"/>
          </ac:spMkLst>
        </pc:spChg>
        <pc:inkChg chg="add">
          <ac:chgData name="Marianne Freeman" userId="1199072752_tp_dropbox" providerId="OAuth2" clId="{84950FDE-DFD3-8641-AD1E-96448A889BBC}" dt="2018-09-26T02:47:59.447" v="110"/>
          <ac:inkMkLst>
            <pc:docMk/>
            <pc:sldMk cId="3551926385" sldId="363"/>
            <ac:inkMk id="5" creationId="{B5731622-12AB-0344-B73C-49B7F063732C}"/>
          </ac:inkMkLst>
        </pc:inkChg>
        <pc:inkChg chg="add">
          <ac:chgData name="Marianne Freeman" userId="1199072752_tp_dropbox" providerId="OAuth2" clId="{84950FDE-DFD3-8641-AD1E-96448A889BBC}" dt="2018-09-26T02:47:59.536" v="111"/>
          <ac:inkMkLst>
            <pc:docMk/>
            <pc:sldMk cId="3551926385" sldId="363"/>
            <ac:inkMk id="6" creationId="{7A25BDAA-FE90-B345-9F08-54433E0AF279}"/>
          </ac:inkMkLst>
        </pc:inkChg>
        <pc:inkChg chg="add">
          <ac:chgData name="Marianne Freeman" userId="1199072752_tp_dropbox" providerId="OAuth2" clId="{84950FDE-DFD3-8641-AD1E-96448A889BBC}" dt="2018-09-26T02:48:52.126" v="120"/>
          <ac:inkMkLst>
            <pc:docMk/>
            <pc:sldMk cId="3551926385" sldId="363"/>
            <ac:inkMk id="7" creationId="{C0DA77FC-6DD2-2249-B570-077B198C91BB}"/>
          </ac:inkMkLst>
        </pc:inkChg>
        <pc:inkChg chg="add">
          <ac:chgData name="Marianne Freeman" userId="1199072752_tp_dropbox" providerId="OAuth2" clId="{84950FDE-DFD3-8641-AD1E-96448A889BBC}" dt="2018-09-26T02:49:05.615" v="121"/>
          <ac:inkMkLst>
            <pc:docMk/>
            <pc:sldMk cId="3551926385" sldId="363"/>
            <ac:inkMk id="8" creationId="{DF5F1B23-35BD-BF4B-BEBD-2CCD37F74DC0}"/>
          </ac:inkMkLst>
        </pc:inkChg>
      </pc:sldChg>
      <pc:sldChg chg="addSp modSp">
        <pc:chgData name="Marianne Freeman" userId="1199072752_tp_dropbox" providerId="OAuth2" clId="{84950FDE-DFD3-8641-AD1E-96448A889BBC}" dt="2018-09-26T02:49:51.281" v="126" actId="20577"/>
        <pc:sldMkLst>
          <pc:docMk/>
          <pc:sldMk cId="1979227565" sldId="364"/>
        </pc:sldMkLst>
        <pc:spChg chg="mod">
          <ac:chgData name="Marianne Freeman" userId="1199072752_tp_dropbox" providerId="OAuth2" clId="{84950FDE-DFD3-8641-AD1E-96448A889BBC}" dt="2018-09-26T02:49:24.845" v="122" actId="20577"/>
          <ac:spMkLst>
            <pc:docMk/>
            <pc:sldMk cId="1979227565" sldId="364"/>
            <ac:spMk id="2" creationId="{00000000-0000-0000-0000-000000000000}"/>
          </ac:spMkLst>
        </pc:spChg>
        <pc:spChg chg="mod">
          <ac:chgData name="Marianne Freeman" userId="1199072752_tp_dropbox" providerId="OAuth2" clId="{84950FDE-DFD3-8641-AD1E-96448A889BBC}" dt="2018-09-26T02:49:51.281" v="126" actId="20577"/>
          <ac:spMkLst>
            <pc:docMk/>
            <pc:sldMk cId="1979227565" sldId="364"/>
            <ac:spMk id="3" creationId="{00000000-0000-0000-0000-000000000000}"/>
          </ac:spMkLst>
        </pc:spChg>
        <pc:inkChg chg="add">
          <ac:chgData name="Marianne Freeman" userId="1199072752_tp_dropbox" providerId="OAuth2" clId="{84950FDE-DFD3-8641-AD1E-96448A889BBC}" dt="2018-09-26T02:49:29.154" v="123"/>
          <ac:inkMkLst>
            <pc:docMk/>
            <pc:sldMk cId="1979227565" sldId="364"/>
            <ac:inkMk id="5" creationId="{D08E1D71-8CEE-864F-85E4-59A412D99A5D}"/>
          </ac:inkMkLst>
        </pc:inkChg>
        <pc:inkChg chg="add">
          <ac:chgData name="Marianne Freeman" userId="1199072752_tp_dropbox" providerId="OAuth2" clId="{84950FDE-DFD3-8641-AD1E-96448A889BBC}" dt="2018-09-26T02:49:32.455" v="124"/>
          <ac:inkMkLst>
            <pc:docMk/>
            <pc:sldMk cId="1979227565" sldId="364"/>
            <ac:inkMk id="6" creationId="{DD736F1F-7CF8-D942-A0FE-54238F1D6FBD}"/>
          </ac:inkMkLst>
        </pc:inkChg>
      </pc:sldChg>
      <pc:sldChg chg="addSp modSp">
        <pc:chgData name="Marianne Freeman" userId="1199072752_tp_dropbox" providerId="OAuth2" clId="{84950FDE-DFD3-8641-AD1E-96448A889BBC}" dt="2018-09-26T02:50:41.728" v="143"/>
        <pc:sldMkLst>
          <pc:docMk/>
          <pc:sldMk cId="2350162395" sldId="365"/>
        </pc:sldMkLst>
        <pc:spChg chg="mod">
          <ac:chgData name="Marianne Freeman" userId="1199072752_tp_dropbox" providerId="OAuth2" clId="{84950FDE-DFD3-8641-AD1E-96448A889BBC}" dt="2018-09-26T02:50:36.570" v="142" actId="20577"/>
          <ac:spMkLst>
            <pc:docMk/>
            <pc:sldMk cId="2350162395" sldId="365"/>
            <ac:spMk id="3" creationId="{00000000-0000-0000-0000-000000000000}"/>
          </ac:spMkLst>
        </pc:spChg>
        <pc:inkChg chg="add">
          <ac:chgData name="Marianne Freeman" userId="1199072752_tp_dropbox" providerId="OAuth2" clId="{84950FDE-DFD3-8641-AD1E-96448A889BBC}" dt="2018-09-26T02:50:41.728" v="143"/>
          <ac:inkMkLst>
            <pc:docMk/>
            <pc:sldMk cId="2350162395" sldId="365"/>
            <ac:inkMk id="5" creationId="{906E8D97-4991-FE48-868F-EFE41A2287F9}"/>
          </ac:inkMkLst>
        </pc:inkChg>
      </pc:sldChg>
      <pc:sldChg chg="addSp modSp">
        <pc:chgData name="Marianne Freeman" userId="1199072752_tp_dropbox" providerId="OAuth2" clId="{84950FDE-DFD3-8641-AD1E-96448A889BBC}" dt="2018-09-26T02:52:26.914" v="148"/>
        <pc:sldMkLst>
          <pc:docMk/>
          <pc:sldMk cId="3760897286" sldId="366"/>
        </pc:sldMkLst>
        <pc:spChg chg="mod">
          <ac:chgData name="Marianne Freeman" userId="1199072752_tp_dropbox" providerId="OAuth2" clId="{84950FDE-DFD3-8641-AD1E-96448A889BBC}" dt="2018-09-26T02:52:22.566" v="146" actId="20577"/>
          <ac:spMkLst>
            <pc:docMk/>
            <pc:sldMk cId="3760897286" sldId="366"/>
            <ac:spMk id="3" creationId="{00000000-0000-0000-0000-000000000000}"/>
          </ac:spMkLst>
        </pc:spChg>
        <pc:inkChg chg="add">
          <ac:chgData name="Marianne Freeman" userId="1199072752_tp_dropbox" providerId="OAuth2" clId="{84950FDE-DFD3-8641-AD1E-96448A889BBC}" dt="2018-09-26T02:52:25.474" v="147"/>
          <ac:inkMkLst>
            <pc:docMk/>
            <pc:sldMk cId="3760897286" sldId="366"/>
            <ac:inkMk id="5" creationId="{0D05C215-D29A-9D4C-8E60-602EF4313C69}"/>
          </ac:inkMkLst>
        </pc:inkChg>
        <pc:inkChg chg="add">
          <ac:chgData name="Marianne Freeman" userId="1199072752_tp_dropbox" providerId="OAuth2" clId="{84950FDE-DFD3-8641-AD1E-96448A889BBC}" dt="2018-09-26T02:52:26.914" v="148"/>
          <ac:inkMkLst>
            <pc:docMk/>
            <pc:sldMk cId="3760897286" sldId="366"/>
            <ac:inkMk id="6" creationId="{94D3BB78-0AFB-CB46-9EE9-19BF0AADBFC0}"/>
          </ac:inkMkLst>
        </pc:inkChg>
      </pc:sldChg>
      <pc:sldChg chg="addSp delSp modSp">
        <pc:chgData name="Marianne Freeman" userId="1199072752_tp_dropbox" providerId="OAuth2" clId="{84950FDE-DFD3-8641-AD1E-96448A889BBC}" dt="2018-09-26T02:53:53.992" v="152" actId="20577"/>
        <pc:sldMkLst>
          <pc:docMk/>
          <pc:sldMk cId="764653638" sldId="371"/>
        </pc:sldMkLst>
        <pc:spChg chg="mod">
          <ac:chgData name="Marianne Freeman" userId="1199072752_tp_dropbox" providerId="OAuth2" clId="{84950FDE-DFD3-8641-AD1E-96448A889BBC}" dt="2018-09-26T02:53:53.992" v="152" actId="20577"/>
          <ac:spMkLst>
            <pc:docMk/>
            <pc:sldMk cId="764653638" sldId="371"/>
            <ac:spMk id="3" creationId="{00000000-0000-0000-0000-000000000000}"/>
          </ac:spMkLst>
        </pc:spChg>
        <pc:inkChg chg="add del">
          <ac:chgData name="Marianne Freeman" userId="1199072752_tp_dropbox" providerId="OAuth2" clId="{84950FDE-DFD3-8641-AD1E-96448A889BBC}" dt="2018-09-26T02:53:44.360" v="150"/>
          <ac:inkMkLst>
            <pc:docMk/>
            <pc:sldMk cId="764653638" sldId="371"/>
            <ac:inkMk id="5" creationId="{DBCB1E36-0780-4B44-A8A5-667F0CD808CB}"/>
          </ac:inkMkLst>
        </pc:inkChg>
        <pc:inkChg chg="add">
          <ac:chgData name="Marianne Freeman" userId="1199072752_tp_dropbox" providerId="OAuth2" clId="{84950FDE-DFD3-8641-AD1E-96448A889BBC}" dt="2018-09-26T02:53:45.627" v="151"/>
          <ac:inkMkLst>
            <pc:docMk/>
            <pc:sldMk cId="764653638" sldId="371"/>
            <ac:inkMk id="6" creationId="{32D5EDB6-2C80-6F42-BC47-94489315B675}"/>
          </ac:inkMkLst>
        </pc:ink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3493059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7"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mod="1">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825816293"/>
      </p:ext>
    </p:extLst>
  </p:cSld>
  <p:clrMapOvr>
    <a:masterClrMapping/>
  </p:clrMapOvr>
  <p:extLst mod="1">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9175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28650" y="2920469"/>
            <a:ext cx="7886700" cy="6889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36195AC9-BFC6-4E47-89AB-74CA8BB5098B}"/>
              </a:ext>
            </a:extLst>
          </p:cNvPr>
          <p:cNvSpPr>
            <a:spLocks noGrp="1"/>
          </p:cNvSpPr>
          <p:nvPr>
            <p:ph idx="13"/>
          </p:nvPr>
        </p:nvSpPr>
        <p:spPr>
          <a:xfrm>
            <a:off x="628650" y="3826232"/>
            <a:ext cx="7886700" cy="6889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648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E7D84E6-27AD-4EEA-A335-664FA1B1ED9E}"/>
              </a:ext>
            </a:extLst>
          </p:cNvPr>
          <p:cNvSpPr>
            <a:spLocks noGrp="1"/>
          </p:cNvSpPr>
          <p:nvPr>
            <p:ph type="ftr" sz="quarter" idx="11"/>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2549287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1">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3"/>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68" r:id="rId9"/>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8.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dirty="0">
                <a:solidFill>
                  <a:schemeClr val="bg2">
                    <a:lumMod val="10000"/>
                  </a:schemeClr>
                </a:solidFill>
              </a:rPr>
              <a:t>Chapter 6: Inheritance and Abstract Classes</a:t>
            </a: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panose="020B0606030504020204"/>
              </a:rPr>
              <a:t>Fundamentals of Python: Data Structures, Second Edition</a:t>
            </a:r>
          </a:p>
        </p:txBody>
      </p:sp>
      <p:sp>
        <p:nvSpPr>
          <p:cNvPr id="3" name="Content Placeholder 2"/>
          <p:cNvSpPr>
            <a:spLocks noGrp="1"/>
          </p:cNvSpPr>
          <p:nvPr>
            <p:ph sz="quarter" idx="13"/>
          </p:nvPr>
        </p:nvSpPr>
        <p:spPr>
          <a:xfrm>
            <a:off x="703556" y="6241001"/>
            <a:ext cx="8229600" cy="304800"/>
          </a:xfrm>
        </p:spPr>
        <p:txBody>
          <a:bodyPr>
            <a:normAutofit/>
          </a:bodyPr>
          <a:lstStyle/>
          <a:p>
            <a:pPr marL="0" indent="0">
              <a:buNone/>
              <a:defRPr/>
            </a:pPr>
            <a:r>
              <a:rPr lang="en-US" sz="1000" dirty="0">
                <a:solidFill>
                  <a:schemeClr val="bg2">
                    <a:lumMod val="10000"/>
                  </a:schemeClr>
                </a:solidFill>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69528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549274"/>
          </a:xfrm>
        </p:spPr>
        <p:txBody>
          <a:bodyPr/>
          <a:lstStyle/>
          <a:p>
            <a:r>
              <a:rPr lang="en-US" b="1" dirty="0"/>
              <a:t>Learning Objectives</a:t>
            </a:r>
          </a:p>
        </p:txBody>
      </p:sp>
      <p:sp>
        <p:nvSpPr>
          <p:cNvPr id="9219" name="Content Placeholder 6"/>
          <p:cNvSpPr>
            <a:spLocks noGrp="1"/>
          </p:cNvSpPr>
          <p:nvPr>
            <p:ph idx="1"/>
          </p:nvPr>
        </p:nvSpPr>
        <p:spPr>
          <a:xfrm>
            <a:off x="628650" y="1676400"/>
            <a:ext cx="7886700" cy="2746375"/>
          </a:xfrm>
        </p:spPr>
        <p:txBody>
          <a:bodyPr>
            <a:normAutofit/>
          </a:bodyPr>
          <a:lstStyle/>
          <a:p>
            <a:pPr marL="291600" indent="-291600">
              <a:spcBef>
                <a:spcPts val="1000"/>
              </a:spcBef>
            </a:pPr>
            <a:r>
              <a:rPr lang="en-US" dirty="0"/>
              <a:t>Use inheritance to share code among a set of classes</a:t>
            </a:r>
          </a:p>
          <a:p>
            <a:pPr marL="291600" indent="-291600">
              <a:spcBef>
                <a:spcPts val="1000"/>
              </a:spcBef>
            </a:pPr>
            <a:r>
              <a:rPr lang="en-US" dirty="0"/>
              <a:t>Customize the behavior of a class by creating a subclass</a:t>
            </a:r>
          </a:p>
          <a:p>
            <a:pPr marL="291600" indent="-291600">
              <a:spcBef>
                <a:spcPts val="1000"/>
              </a:spcBef>
            </a:pPr>
            <a:r>
              <a:rPr lang="en-US" dirty="0"/>
              <a:t>Factor the redundant data and methods of a set of classes into an abstract class</a:t>
            </a:r>
          </a:p>
          <a:p>
            <a:pPr marL="291600" indent="-291600">
              <a:spcBef>
                <a:spcPts val="1000"/>
              </a:spcBef>
            </a:pPr>
            <a:r>
              <a:rPr lang="en-US" dirty="0"/>
              <a:t>Override the behavior of an inherited method by redefining it</a:t>
            </a:r>
          </a:p>
          <a:p>
            <a:pPr marL="291600" indent="-291600">
              <a:spcBef>
                <a:spcPts val="1000"/>
              </a:spcBef>
            </a:pPr>
            <a:r>
              <a:rPr lang="en-US" dirty="0"/>
              <a:t>Decide where to place data and methods in a class hierarchy </a:t>
            </a:r>
          </a:p>
        </p:txBody>
      </p:sp>
      <p:sp>
        <p:nvSpPr>
          <p:cNvPr id="9220" name="Footer Placeholder 7"/>
          <p:cNvSpPr>
            <a:spLocks noGrp="1"/>
          </p:cNvSpPr>
          <p:nvPr>
            <p:ph type="ftr" sz="quarter" idx="11"/>
          </p:nvPr>
        </p:nvSpPr>
        <p:spPr/>
        <p:txBody>
          <a:bodyPr/>
          <a:lstStyle/>
          <a:p>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Using Inheritance to Customize an Existing Class</a:t>
            </a:r>
          </a:p>
        </p:txBody>
      </p:sp>
      <p:sp>
        <p:nvSpPr>
          <p:cNvPr id="3" name="Content Placeholder 2"/>
          <p:cNvSpPr>
            <a:spLocks noGrp="1"/>
          </p:cNvSpPr>
          <p:nvPr>
            <p:ph idx="1"/>
          </p:nvPr>
        </p:nvSpPr>
        <p:spPr>
          <a:xfrm>
            <a:off x="628650" y="1600200"/>
            <a:ext cx="7886700" cy="3124200"/>
          </a:xfrm>
        </p:spPr>
        <p:txBody>
          <a:bodyPr/>
          <a:lstStyle/>
          <a:p>
            <a:pPr marL="291600" indent="-291600">
              <a:spcBef>
                <a:spcPts val="1000"/>
              </a:spcBef>
            </a:pPr>
            <a:r>
              <a:rPr lang="en-US" dirty="0"/>
              <a:t>Easiest way to take advantage of inheritance</a:t>
            </a:r>
          </a:p>
          <a:p>
            <a:pPr lvl="1">
              <a:spcBef>
                <a:spcPts val="1000"/>
              </a:spcBef>
            </a:pPr>
            <a:r>
              <a:rPr lang="en-US" dirty="0"/>
              <a:t>Use it to customize an existing class</a:t>
            </a:r>
          </a:p>
          <a:p>
            <a:pPr marL="291600" indent="-291600">
              <a:spcBef>
                <a:spcPts val="1000"/>
              </a:spcBef>
            </a:pPr>
            <a:r>
              <a:rPr lang="en-US" dirty="0"/>
              <a:t>Example: sorted bag class </a:t>
            </a:r>
            <a:r>
              <a:rPr lang="en-US" b="1" dirty="0">
                <a:latin typeface="Courier New" panose="02070309020205020404" pitchFamily="49" charset="0"/>
                <a:cs typeface="Courier New" panose="02070309020205020404" pitchFamily="49" charset="0"/>
              </a:rPr>
              <a:t>ArraySortedBag</a:t>
            </a:r>
            <a:r>
              <a:rPr lang="en-US" dirty="0"/>
              <a:t> (Project 3 of Chapter 5)</a:t>
            </a:r>
          </a:p>
          <a:p>
            <a:pPr lvl="1">
              <a:spcBef>
                <a:spcPts val="1000"/>
              </a:spcBef>
            </a:pPr>
            <a:r>
              <a:rPr lang="en-US" dirty="0"/>
              <a:t>The sorted bag behaves just like a regular bag, but with exceptions:</a:t>
            </a:r>
          </a:p>
          <a:p>
            <a:pPr lvl="2">
              <a:spcBef>
                <a:spcPts val="1000"/>
              </a:spcBef>
            </a:pPr>
            <a:r>
              <a:rPr lang="en-US" dirty="0"/>
              <a:t>The sorted bag allows the client to visit its elements in sorted order via </a:t>
            </a:r>
            <a:r>
              <a:rPr lang="en-US" dirty="0">
                <a:latin typeface="Open Sans Regular"/>
                <a:cs typeface="Courier New" panose="02070309020205020404" pitchFamily="49" charset="0"/>
              </a:rPr>
              <a:t>the</a:t>
            </a:r>
            <a:r>
              <a:rPr lang="en-US" b="1" dirty="0">
                <a:latin typeface="Courier New" panose="02070309020205020404" pitchFamily="49" charset="0"/>
                <a:cs typeface="Courier New" panose="02070309020205020404" pitchFamily="49" charset="0"/>
              </a:rPr>
              <a:t> for </a:t>
            </a:r>
            <a:r>
              <a:rPr lang="en-US" dirty="0"/>
              <a:t>loop</a:t>
            </a:r>
          </a:p>
          <a:p>
            <a:pPr lvl="2">
              <a:spcBef>
                <a:spcPts val="1000"/>
              </a:spcBef>
            </a:pPr>
            <a:r>
              <a:rPr lang="en-US" dirty="0"/>
              <a:t>The sorted bag’s </a:t>
            </a:r>
            <a:r>
              <a:rPr lang="en-US" b="1" dirty="0">
                <a:latin typeface="Courier New" panose="02070309020205020404" pitchFamily="49" charset="0"/>
                <a:cs typeface="Courier New" panose="02070309020205020404" pitchFamily="49" charset="0"/>
              </a:rPr>
              <a:t>in</a:t>
            </a:r>
            <a:r>
              <a:rPr lang="en-US" dirty="0"/>
              <a:t> operator runs in logarithmic time</a:t>
            </a:r>
          </a:p>
          <a:p>
            <a:pPr lvl="2">
              <a:spcBef>
                <a:spcPts val="1000"/>
              </a:spcBef>
            </a:pPr>
            <a:r>
              <a:rPr lang="en-US" dirty="0"/>
              <a:t>The items added to the bag must be comparable with each other</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52414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Subclassing an Existing Class </a:t>
            </a:r>
            <a:r>
              <a:rPr lang="en-US" sz="2000" dirty="0"/>
              <a:t>(1 of 3)</a:t>
            </a:r>
          </a:p>
        </p:txBody>
      </p:sp>
      <p:sp>
        <p:nvSpPr>
          <p:cNvPr id="3" name="Content Placeholder 2"/>
          <p:cNvSpPr>
            <a:spLocks noGrp="1"/>
          </p:cNvSpPr>
          <p:nvPr>
            <p:ph idx="1"/>
          </p:nvPr>
        </p:nvSpPr>
        <p:spPr>
          <a:xfrm>
            <a:off x="628650" y="1600200"/>
            <a:ext cx="7886700" cy="2362200"/>
          </a:xfrm>
        </p:spPr>
        <p:txBody>
          <a:bodyPr/>
          <a:lstStyle/>
          <a:p>
            <a:pPr marL="291600" indent="-291600">
              <a:spcBef>
                <a:spcPts val="1000"/>
              </a:spcBef>
            </a:pPr>
            <a:r>
              <a:rPr lang="en-US" dirty="0"/>
              <a:t>This section covers inheritance by making the </a:t>
            </a:r>
            <a:r>
              <a:rPr lang="en-US" b="1" dirty="0">
                <a:latin typeface="Courier New" panose="02070309020205020404" pitchFamily="49" charset="0"/>
                <a:cs typeface="Courier New" panose="02070309020205020404" pitchFamily="49" charset="0"/>
              </a:rPr>
              <a:t>ArraySortedBag</a:t>
            </a:r>
            <a:r>
              <a:rPr lang="en-US" dirty="0"/>
              <a:t> class a </a:t>
            </a:r>
            <a:r>
              <a:rPr lang="en-US" i="1" dirty="0"/>
              <a:t>subclass</a:t>
            </a:r>
            <a:r>
              <a:rPr lang="en-US" dirty="0"/>
              <a:t> of the </a:t>
            </a:r>
            <a:r>
              <a:rPr lang="en-US" b="1" dirty="0">
                <a:latin typeface="Courier New" panose="02070309020205020404" pitchFamily="49" charset="0"/>
                <a:cs typeface="Courier New" panose="02070309020205020404" pitchFamily="49" charset="0"/>
              </a:rPr>
              <a:t>ArrayBag</a:t>
            </a:r>
            <a:r>
              <a:rPr lang="en-US" dirty="0"/>
              <a:t> class:</a:t>
            </a:r>
          </a:p>
          <a:p>
            <a:pPr lvl="1">
              <a:spcBef>
                <a:spcPts val="1000"/>
              </a:spcBef>
            </a:pPr>
            <a:r>
              <a:rPr lang="en-US" b="1" dirty="0">
                <a:latin typeface="Courier New" panose="02070309020205020404" pitchFamily="49" charset="0"/>
                <a:cs typeface="Courier New" panose="02070309020205020404" pitchFamily="49" charset="0"/>
              </a:rPr>
              <a:t>ArrayBag</a:t>
            </a:r>
            <a:r>
              <a:rPr lang="en-US" dirty="0"/>
              <a:t> is called the parent or superclass of </a:t>
            </a:r>
            <a:r>
              <a:rPr lang="en-US" b="1" dirty="0">
                <a:latin typeface="Courier New" panose="02070309020205020404" pitchFamily="49" charset="0"/>
                <a:cs typeface="Courier New" panose="02070309020205020404" pitchFamily="49" charset="0"/>
              </a:rPr>
              <a:t>ArraySortedBag</a:t>
            </a:r>
          </a:p>
          <a:p>
            <a:pPr marL="291600" indent="-291600">
              <a:spcBef>
                <a:spcPts val="1000"/>
              </a:spcBef>
            </a:pPr>
            <a:r>
              <a:rPr lang="en-US" dirty="0"/>
              <a:t>Note</a:t>
            </a:r>
          </a:p>
          <a:p>
            <a:pPr lvl="1">
              <a:spcBef>
                <a:spcPts val="1000"/>
              </a:spcBef>
            </a:pPr>
            <a:r>
              <a:rPr lang="en-US" dirty="0"/>
              <a:t>Because the </a:t>
            </a:r>
            <a:r>
              <a:rPr lang="en-US" b="1" dirty="0">
                <a:latin typeface="Courier New" panose="02070309020205020404" pitchFamily="49" charset="0"/>
                <a:cs typeface="Courier New" panose="02070309020205020404" pitchFamily="49" charset="0"/>
              </a:rPr>
              <a:t>ArrayBag</a:t>
            </a:r>
            <a:r>
              <a:rPr lang="en-US" dirty="0"/>
              <a:t> class implements </a:t>
            </a:r>
            <a:r>
              <a:rPr lang="en-US" b="1" dirty="0">
                <a:latin typeface="Courier New" panose="02070309020205020404" pitchFamily="49" charset="0"/>
                <a:cs typeface="Courier New" panose="02070309020205020404" pitchFamily="49" charset="0"/>
              </a:rPr>
              <a:t>BagInterface</a:t>
            </a:r>
            <a:r>
              <a:rPr lang="en-US" dirty="0"/>
              <a:t>, the </a:t>
            </a:r>
            <a:r>
              <a:rPr lang="en-US" b="1" dirty="0">
                <a:latin typeface="Courier New" panose="02070309020205020404" pitchFamily="49" charset="0"/>
                <a:cs typeface="Courier New" panose="02070309020205020404" pitchFamily="49" charset="0"/>
              </a:rPr>
              <a:t>ArraySortedBag</a:t>
            </a:r>
            <a:r>
              <a:rPr lang="en-US" dirty="0"/>
              <a:t> class also implements this interface via inheritance</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31809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Subclassing an Existing Class </a:t>
            </a:r>
            <a:r>
              <a:rPr lang="en-US" sz="2000" dirty="0"/>
              <a:t>(2 of 3)</a:t>
            </a:r>
          </a:p>
        </p:txBody>
      </p:sp>
      <p:sp>
        <p:nvSpPr>
          <p:cNvPr id="3" name="Content Placeholder 2"/>
          <p:cNvSpPr>
            <a:spLocks noGrp="1"/>
          </p:cNvSpPr>
          <p:nvPr>
            <p:ph idx="1"/>
          </p:nvPr>
        </p:nvSpPr>
        <p:spPr>
          <a:xfrm>
            <a:off x="628650" y="1664562"/>
            <a:ext cx="7886700" cy="612775"/>
          </a:xfrm>
        </p:spPr>
        <p:txBody>
          <a:bodyPr/>
          <a:lstStyle/>
          <a:p>
            <a:pPr marL="0" indent="0">
              <a:buNone/>
            </a:pPr>
            <a:r>
              <a:rPr lang="en-IN" b="1" dirty="0"/>
              <a:t>Figure 6-1: </a:t>
            </a:r>
            <a:r>
              <a:rPr lang="en-IN" dirty="0"/>
              <a:t>Depicting a subclass and inheritance in a class diagram</a:t>
            </a:r>
            <a:endParaRPr lang="en-US" dirty="0"/>
          </a:p>
        </p:txBody>
      </p:sp>
      <p:pic>
        <p:nvPicPr>
          <p:cNvPr id="6" name="Content Placeholder 5" descr="Illustration shows inheritance. Three boxes labeled with the names Bag Interface, Array Bag and Array Sorted Bag arranged from top to bottom. Array Sorted Bag points upwards to Array Bag with an arrow. Array Bag points to Bag Interface with a dashed arrow indicating a class and interface relation."/>
          <p:cNvPicPr>
            <a:picLocks noGrp="1" noChangeAspect="1"/>
          </p:cNvPicPr>
          <p:nvPr>
            <p:ph idx="12"/>
          </p:nvPr>
        </p:nvPicPr>
        <p:blipFill>
          <a:blip r:embed="rId2" cstate="print">
            <a:extLst>
              <a:ext uri="{28A0092B-C50C-407E-A947-70E740481C1C}">
                <a14:useLocalDpi xmlns:a14="http://schemas.microsoft.com/office/drawing/2010/main" val="0"/>
              </a:ext>
            </a:extLst>
          </a:blip>
          <a:stretch>
            <a:fillRect/>
          </a:stretch>
        </p:blipFill>
        <p:spPr>
          <a:xfrm>
            <a:off x="2613968" y="2543668"/>
            <a:ext cx="3398009" cy="3318810"/>
          </a:xfr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41316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Subclassing an Existing Class </a:t>
            </a:r>
            <a:r>
              <a:rPr lang="en-US" sz="2000" dirty="0"/>
              <a:t>(3 of 3)</a:t>
            </a:r>
          </a:p>
        </p:txBody>
      </p:sp>
      <p:sp>
        <p:nvSpPr>
          <p:cNvPr id="3" name="Content Placeholder 2"/>
          <p:cNvSpPr>
            <a:spLocks noGrp="1"/>
          </p:cNvSpPr>
          <p:nvPr>
            <p:ph idx="1"/>
          </p:nvPr>
        </p:nvSpPr>
        <p:spPr>
          <a:xfrm>
            <a:off x="628650" y="1600200"/>
            <a:ext cx="7886700" cy="4038600"/>
          </a:xfrm>
        </p:spPr>
        <p:txBody>
          <a:bodyPr/>
          <a:lstStyle/>
          <a:p>
            <a:pPr marL="291600" indent="-291600">
              <a:spcBef>
                <a:spcPts val="1000"/>
              </a:spcBef>
            </a:pPr>
            <a:r>
              <a:rPr lang="en-US" dirty="0"/>
              <a:t>Creating a subclass of an existing class consists of working on a copy of the parent’s class file and performing the following steps:</a:t>
            </a:r>
          </a:p>
          <a:p>
            <a:pPr lvl="1">
              <a:spcBef>
                <a:spcPts val="1000"/>
              </a:spcBef>
            </a:pPr>
            <a:r>
              <a:rPr lang="en-US" dirty="0"/>
              <a:t>Begin by deleting all the methods that do not have to change:</a:t>
            </a:r>
          </a:p>
          <a:p>
            <a:pPr lvl="2">
              <a:spcBef>
                <a:spcPts val="1000"/>
              </a:spcBef>
            </a:pPr>
            <a:r>
              <a:rPr lang="en-US" dirty="0"/>
              <a:t>You still need the </a:t>
            </a:r>
            <a:r>
              <a:rPr lang="en-US" b="1" dirty="0">
                <a:latin typeface="Courier New" panose="02070309020205020404" pitchFamily="49" charset="0"/>
                <a:cs typeface="Courier New" panose="02070309020205020404" pitchFamily="49" charset="0"/>
              </a:rPr>
              <a:t>_init_ </a:t>
            </a:r>
            <a:r>
              <a:rPr lang="en-US" dirty="0"/>
              <a:t>method in the new class</a:t>
            </a:r>
          </a:p>
          <a:p>
            <a:pPr lvl="1">
              <a:spcBef>
                <a:spcPts val="1000"/>
              </a:spcBef>
            </a:pPr>
            <a:r>
              <a:rPr lang="en-US" dirty="0"/>
              <a:t>To guarantee that the inheritance happens, you must place the name of the parent class within the parentheses of the class header</a:t>
            </a:r>
          </a:p>
          <a:p>
            <a:pPr lvl="1">
              <a:spcBef>
                <a:spcPts val="1000"/>
              </a:spcBef>
            </a:pPr>
            <a:r>
              <a:rPr lang="en-US" dirty="0"/>
              <a:t>Modify the code for the methods that must change</a:t>
            </a:r>
          </a:p>
          <a:p>
            <a:pPr lvl="1">
              <a:spcBef>
                <a:spcPts val="1000"/>
              </a:spcBef>
            </a:pPr>
            <a:r>
              <a:rPr lang="en-US" dirty="0"/>
              <a:t>Add any new methods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13608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Revising the </a:t>
            </a:r>
            <a:r>
              <a:rPr lang="en-US" b="1" dirty="0">
                <a:latin typeface="Courier New" panose="02070309020205020404" pitchFamily="49" charset="0"/>
                <a:cs typeface="Courier New" panose="02070309020205020404" pitchFamily="49" charset="0"/>
              </a:rPr>
              <a:t>_init_ </a:t>
            </a:r>
            <a:r>
              <a:rPr lang="en-US" b="1" dirty="0"/>
              <a:t>Method </a:t>
            </a:r>
            <a:r>
              <a:rPr lang="en-US" sz="2000" dirty="0"/>
              <a:t>(1 of 2)</a:t>
            </a:r>
          </a:p>
        </p:txBody>
      </p:sp>
      <p:sp>
        <p:nvSpPr>
          <p:cNvPr id="3" name="Content Placeholder 2"/>
          <p:cNvSpPr>
            <a:spLocks noGrp="1"/>
          </p:cNvSpPr>
          <p:nvPr>
            <p:ph idx="1"/>
          </p:nvPr>
        </p:nvSpPr>
        <p:spPr>
          <a:xfrm>
            <a:off x="628650" y="1524000"/>
            <a:ext cx="7886700" cy="4351338"/>
          </a:xfrm>
        </p:spPr>
        <p:txBody>
          <a:bodyPr/>
          <a:lstStyle/>
          <a:p>
            <a:pPr marL="291600" indent="-291600">
              <a:spcBef>
                <a:spcPts val="1000"/>
              </a:spcBef>
            </a:pPr>
            <a:r>
              <a:rPr lang="en-US" dirty="0"/>
              <a:t>There is one case where inheritance is not automatic</a:t>
            </a:r>
          </a:p>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_init_ </a:t>
            </a:r>
            <a:r>
              <a:rPr lang="en-US" dirty="0"/>
              <a:t>method in </a:t>
            </a:r>
            <a:r>
              <a:rPr lang="en-US" b="1" dirty="0">
                <a:latin typeface="Courier New" panose="02070309020205020404" pitchFamily="49" charset="0"/>
                <a:cs typeface="Courier New" panose="02070309020205020404" pitchFamily="49" charset="0"/>
              </a:rPr>
              <a:t>ArraySortedBag</a:t>
            </a:r>
            <a:r>
              <a:rPr lang="en-US" dirty="0"/>
              <a:t> must call the </a:t>
            </a:r>
            <a:r>
              <a:rPr lang="en-US" b="1" dirty="0">
                <a:latin typeface="Courier New" panose="02070309020205020404" pitchFamily="49" charset="0"/>
                <a:cs typeface="Courier New" panose="02070309020205020404" pitchFamily="49" charset="0"/>
              </a:rPr>
              <a:t>_init_ </a:t>
            </a:r>
            <a:r>
              <a:rPr lang="en-US" dirty="0"/>
              <a:t>method in the parent class </a:t>
            </a:r>
            <a:r>
              <a:rPr lang="en-US" b="1" dirty="0">
                <a:latin typeface="Courier New" panose="02070309020205020404" pitchFamily="49" charset="0"/>
                <a:cs typeface="Courier New" panose="02070309020205020404" pitchFamily="49" charset="0"/>
              </a:rPr>
              <a:t>ArrayBag</a:t>
            </a:r>
          </a:p>
          <a:p>
            <a:pPr lvl="1">
              <a:spcBef>
                <a:spcPts val="1000"/>
              </a:spcBef>
            </a:pPr>
            <a:r>
              <a:rPr lang="en-US" dirty="0"/>
              <a:t>So that it can initialize the data contained there</a:t>
            </a:r>
          </a:p>
          <a:p>
            <a:pPr marL="291600" indent="-291600">
              <a:spcBef>
                <a:spcPts val="1000"/>
              </a:spcBef>
            </a:pPr>
            <a:r>
              <a:rPr lang="en-US" dirty="0"/>
              <a:t>The syntax to call this method in the parent class is</a:t>
            </a:r>
          </a:p>
          <a:p>
            <a:pPr marL="342900" lvl="1" indent="0">
              <a:buNone/>
            </a:pPr>
            <a:r>
              <a:rPr lang="en-US" b="1" dirty="0">
                <a:latin typeface="Courier New" panose="02070309020205020404" pitchFamily="49" charset="0"/>
                <a:cs typeface="Courier New" panose="02070309020205020404" pitchFamily="49" charset="0"/>
              </a:rPr>
              <a:t>ArrayBag._init_(self, sourceCollection)</a:t>
            </a:r>
          </a:p>
          <a:p>
            <a:pPr marL="291600" indent="-291600">
              <a:spcBef>
                <a:spcPts val="1000"/>
              </a:spcBef>
            </a:pPr>
            <a:r>
              <a:rPr lang="en-US" dirty="0"/>
              <a:t>The parent class name enables Python to select which version of the </a:t>
            </a:r>
            <a:r>
              <a:rPr lang="en-US" b="1" dirty="0">
                <a:latin typeface="Courier New" panose="02070309020205020404" pitchFamily="49" charset="0"/>
                <a:cs typeface="Courier New" panose="02070309020205020404" pitchFamily="49" charset="0"/>
              </a:rPr>
              <a:t>_init_ </a:t>
            </a:r>
            <a:r>
              <a:rPr lang="en-US" dirty="0"/>
              <a:t>method to run</a:t>
            </a:r>
          </a:p>
          <a:p>
            <a:pPr marL="291600" indent="-291600">
              <a:spcBef>
                <a:spcPts val="1000"/>
              </a:spcBef>
            </a:pPr>
            <a:r>
              <a:rPr lang="en-US" dirty="0"/>
              <a:t>Note the additional argument, self, at the beginning of the argument list</a:t>
            </a:r>
          </a:p>
          <a:p>
            <a:pPr marL="291600" indent="-291600">
              <a:spcBef>
                <a:spcPts val="1000"/>
              </a:spcBef>
            </a:pPr>
            <a:r>
              <a:rPr lang="en-US" dirty="0"/>
              <a:t>The optional source collection is also passed as an argument to the parent class’s </a:t>
            </a:r>
            <a:r>
              <a:rPr lang="en-US" b="1" dirty="0">
                <a:latin typeface="Courier New" panose="02070309020205020404" pitchFamily="49" charset="0"/>
                <a:cs typeface="Courier New" panose="02070309020205020404" pitchFamily="49" charset="0"/>
              </a:rPr>
              <a:t>_init_ </a:t>
            </a:r>
            <a:r>
              <a:rPr lang="en-US" dirty="0"/>
              <a:t>method</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58536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Revising the </a:t>
            </a:r>
            <a:r>
              <a:rPr lang="en-US" b="1" dirty="0">
                <a:latin typeface="Courier New" panose="02070309020205020404" pitchFamily="49" charset="0"/>
                <a:cs typeface="Courier New" panose="02070309020205020404" pitchFamily="49" charset="0"/>
              </a:rPr>
              <a:t>_init_ </a:t>
            </a:r>
            <a:r>
              <a:rPr lang="en-US" b="1" dirty="0"/>
              <a:t>Method </a:t>
            </a:r>
            <a:r>
              <a:rPr lang="en-US" sz="2000" dirty="0"/>
              <a:t>(2 of 2)</a:t>
            </a:r>
          </a:p>
        </p:txBody>
      </p:sp>
      <p:sp>
        <p:nvSpPr>
          <p:cNvPr id="3" name="Content Placeholder 2"/>
          <p:cNvSpPr>
            <a:spLocks noGrp="1"/>
          </p:cNvSpPr>
          <p:nvPr>
            <p:ph idx="1"/>
          </p:nvPr>
        </p:nvSpPr>
        <p:spPr>
          <a:xfrm>
            <a:off x="628650" y="1368427"/>
            <a:ext cx="7886700" cy="307973"/>
          </a:xfrm>
        </p:spPr>
        <p:txBody>
          <a:bodyPr>
            <a:normAutofit/>
          </a:bodyPr>
          <a:lstStyle/>
          <a:p>
            <a:pPr marL="291600" indent="-291600">
              <a:spcBef>
                <a:spcPts val="1000"/>
              </a:spcBef>
            </a:pPr>
            <a:r>
              <a:rPr lang="en-US" dirty="0"/>
              <a:t>Code for the changes to ArraySortedBag so far:</a:t>
            </a:r>
          </a:p>
        </p:txBody>
      </p:sp>
      <p:sp>
        <p:nvSpPr>
          <p:cNvPr id="7" name="Content Placeholder 6"/>
          <p:cNvSpPr>
            <a:spLocks noGrp="1"/>
          </p:cNvSpPr>
          <p:nvPr>
            <p:ph idx="12"/>
          </p:nvPr>
        </p:nvSpPr>
        <p:spPr>
          <a:xfrm>
            <a:off x="791019" y="1775388"/>
            <a:ext cx="7886700" cy="3733800"/>
          </a:xfrm>
        </p:spPr>
        <p:txBody>
          <a:bodyPr>
            <a:normAutofit lnSpcReduction="1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arraysortedbag.py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Ken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arraybag</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ArrayBag</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ArraySortedBag</a:t>
            </a:r>
            <a:r>
              <a:rPr lang="en-US" b="1" dirty="0">
                <a:latin typeface="Courier New Bold" panose="02070609020205020404" pitchFamily="49" charset="0"/>
                <a:ea typeface="MS Mincho"/>
                <a:cs typeface="Courier New" panose="02070309020205020404" pitchFamily="49" charset="0"/>
              </a:rPr>
              <a:t>(ArrayBag):</a:t>
            </a:r>
            <a:endParaRPr lang="en-US" sz="1300" dirty="0">
              <a:latin typeface="Bank Gothic Bold"/>
              <a:ea typeface="MS Mincho"/>
              <a:cs typeface="Bank Gothic Bold"/>
            </a:endParaRPr>
          </a:p>
          <a:p>
            <a:pPr marL="171450" marR="91440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array-based</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sorted</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bag</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implementation."""</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marR="91440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Constructor</a:t>
            </a:r>
            <a:endParaRPr lang="en-US" sz="1300" dirty="0">
              <a:solidFill>
                <a:srgbClr val="C00000"/>
              </a:solidFill>
              <a:latin typeface="Bank Gothic Bold"/>
              <a:ea typeface="MS Mincho"/>
              <a:cs typeface="Bank Gothic Bold"/>
            </a:endParaRPr>
          </a:p>
          <a:p>
            <a:pPr marL="171450" marR="91440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__init__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"""Sets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initial</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state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which</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includes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endParaRPr lang="en-US" sz="1300" dirty="0">
              <a:solidFill>
                <a:srgbClr val="006800"/>
              </a:solidFill>
              <a:latin typeface="Bank Gothic Bold"/>
              <a:ea typeface="MS Mincho"/>
              <a:cs typeface="Bank Gothic Bold"/>
            </a:endParaRPr>
          </a:p>
          <a:p>
            <a:pPr marL="171450" marR="9715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contents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sourceCollection,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a:t>
            </a:r>
            <a:r>
              <a:rPr lang="en-US" dirty="0">
                <a:solidFill>
                  <a:srgbClr val="006800"/>
                </a:solidFill>
                <a:latin typeface="Times" panose="02020603050405020304" pitchFamily="18"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present."""</a:t>
            </a:r>
            <a:endParaRPr lang="en-US" sz="1300" dirty="0">
              <a:solidFill>
                <a:srgbClr val="006800"/>
              </a:solidFill>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        ArrayBag.__init__(self,</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sourceCollection)</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93682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Adding a New </a:t>
            </a:r>
            <a:r>
              <a:rPr lang="en-US" b="1" dirty="0">
                <a:latin typeface="Courier New" panose="02070309020205020404" pitchFamily="49" charset="0"/>
                <a:cs typeface="Courier New" panose="02070309020205020404" pitchFamily="49" charset="0"/>
              </a:rPr>
              <a:t>_contains_ </a:t>
            </a:r>
            <a:r>
              <a:rPr lang="en-US" b="1" dirty="0"/>
              <a:t>Method </a:t>
            </a:r>
            <a:r>
              <a:rPr lang="en-US" sz="2000" dirty="0"/>
              <a:t>(1 of 2)</a:t>
            </a:r>
          </a:p>
        </p:txBody>
      </p:sp>
      <p:sp>
        <p:nvSpPr>
          <p:cNvPr id="3" name="Content Placeholder 2"/>
          <p:cNvSpPr>
            <a:spLocks noGrp="1"/>
          </p:cNvSpPr>
          <p:nvPr>
            <p:ph idx="1"/>
          </p:nvPr>
        </p:nvSpPr>
        <p:spPr>
          <a:xfrm>
            <a:off x="628650" y="1676400"/>
            <a:ext cx="7886700" cy="3657600"/>
          </a:xfrm>
        </p:spPr>
        <p:txBody>
          <a:bodyPr>
            <a:normAutofit lnSpcReduction="10000"/>
          </a:bodyPr>
          <a:lstStyle/>
          <a:p>
            <a:pPr marL="291600" indent="-291600">
              <a:spcBef>
                <a:spcPts val="1000"/>
              </a:spcBef>
            </a:pPr>
            <a:r>
              <a:rPr lang="en-US" dirty="0"/>
              <a:t>There is no </a:t>
            </a:r>
            <a:r>
              <a:rPr lang="en-US" b="1" dirty="0">
                <a:latin typeface="Courier New" panose="02070309020205020404" pitchFamily="49" charset="0"/>
                <a:cs typeface="Courier New" panose="02070309020205020404" pitchFamily="49" charset="0"/>
              </a:rPr>
              <a:t>_contains_</a:t>
            </a:r>
            <a:r>
              <a:rPr lang="en-US" dirty="0"/>
              <a:t> method in </a:t>
            </a:r>
            <a:r>
              <a:rPr lang="en-US" b="1" dirty="0">
                <a:latin typeface="Courier New" panose="02070309020205020404" pitchFamily="49" charset="0"/>
                <a:cs typeface="Courier New" panose="02070309020205020404" pitchFamily="49" charset="0"/>
              </a:rPr>
              <a:t>ArrayBag</a:t>
            </a:r>
            <a:r>
              <a:rPr lang="en-US" sz="1800" dirty="0"/>
              <a:t>:</a:t>
            </a:r>
          </a:p>
          <a:p>
            <a:pPr lvl="1">
              <a:spcBef>
                <a:spcPts val="1000"/>
              </a:spcBef>
            </a:pPr>
            <a:r>
              <a:rPr lang="en-US" dirty="0"/>
              <a:t>Python automatically generates a sequential search operation, using the </a:t>
            </a:r>
            <a:r>
              <a:rPr lang="en-US" b="1" dirty="0">
                <a:latin typeface="Courier New" panose="02070309020205020404" pitchFamily="49" charset="0"/>
                <a:cs typeface="Courier New" panose="02070309020205020404" pitchFamily="49" charset="0"/>
              </a:rPr>
              <a:t>ArrayBag</a:t>
            </a:r>
            <a:r>
              <a:rPr lang="en-US" dirty="0"/>
              <a:t> iterator, when the </a:t>
            </a:r>
            <a:r>
              <a:rPr lang="en-US" b="1" dirty="0">
                <a:latin typeface="Courier New" panose="02070309020205020404" pitchFamily="49" charset="0"/>
                <a:cs typeface="Courier New" panose="02070309020205020404" pitchFamily="49" charset="0"/>
              </a:rPr>
              <a:t>in</a:t>
            </a:r>
            <a:r>
              <a:rPr lang="en-US" dirty="0"/>
              <a:t> operator is used on a bag</a:t>
            </a:r>
          </a:p>
          <a:p>
            <a:pPr marL="291600" indent="-291600">
              <a:spcBef>
                <a:spcPts val="1000"/>
              </a:spcBef>
            </a:pPr>
            <a:r>
              <a:rPr lang="en-US" dirty="0"/>
              <a:t>To override this behavior, include a </a:t>
            </a:r>
            <a:r>
              <a:rPr lang="en-US" b="1" dirty="0">
                <a:latin typeface="Courier New" panose="02070309020205020404" pitchFamily="49" charset="0"/>
                <a:cs typeface="Courier New" panose="02070309020205020404" pitchFamily="49" charset="0"/>
              </a:rPr>
              <a:t>_contains_method </a:t>
            </a:r>
            <a:r>
              <a:rPr lang="en-US" dirty="0"/>
              <a:t>in </a:t>
            </a:r>
            <a:r>
              <a:rPr lang="en-US" b="1" dirty="0">
                <a:latin typeface="Courier New" panose="02070309020205020404" pitchFamily="49" charset="0"/>
                <a:cs typeface="Courier New" panose="02070309020205020404" pitchFamily="49" charset="0"/>
              </a:rPr>
              <a:t>ArraySortedBag</a:t>
            </a:r>
            <a:r>
              <a:rPr lang="en-US" sz="1800" dirty="0"/>
              <a:t>:</a:t>
            </a:r>
          </a:p>
          <a:p>
            <a:pPr lvl="1">
              <a:spcBef>
                <a:spcPts val="1000"/>
              </a:spcBef>
            </a:pPr>
            <a:r>
              <a:rPr lang="en-US" dirty="0"/>
              <a:t>When Python sees the </a:t>
            </a:r>
            <a:r>
              <a:rPr lang="en-US" b="1" dirty="0">
                <a:latin typeface="Courier New" panose="02070309020205020404" pitchFamily="49" charset="0"/>
                <a:cs typeface="Courier New" panose="02070309020205020404" pitchFamily="49" charset="0"/>
              </a:rPr>
              <a:t>in</a:t>
            </a:r>
            <a:r>
              <a:rPr lang="en-US" dirty="0"/>
              <a:t> operator used on a sorted bag, it also sees that bag’s </a:t>
            </a:r>
            <a:r>
              <a:rPr lang="en-US" b="1" dirty="0">
                <a:latin typeface="Courier New" panose="02070309020205020404" pitchFamily="49" charset="0"/>
                <a:cs typeface="Courier New" panose="02070309020205020404" pitchFamily="49" charset="0"/>
              </a:rPr>
              <a:t>_contains_method </a:t>
            </a:r>
            <a:r>
              <a:rPr lang="en-US" dirty="0"/>
              <a:t>and calls it</a:t>
            </a:r>
          </a:p>
          <a:p>
            <a:pPr marL="291600" indent="-291600">
              <a:spcBef>
                <a:spcPts val="1000"/>
              </a:spcBef>
            </a:pPr>
            <a:r>
              <a:rPr lang="en-US" dirty="0"/>
              <a:t>This method implements a binary search on the sorted bag’s array of items:</a:t>
            </a:r>
          </a:p>
          <a:p>
            <a:pPr lvl="1">
              <a:spcBef>
                <a:spcPts val="1000"/>
              </a:spcBef>
            </a:pPr>
            <a:r>
              <a:rPr lang="en-US" dirty="0"/>
              <a:t>This array, named </a:t>
            </a:r>
            <a:r>
              <a:rPr lang="en-US" b="1" dirty="0">
                <a:latin typeface="Courier New" panose="02070309020205020404" pitchFamily="49" charset="0"/>
                <a:cs typeface="Courier New" panose="02070309020205020404" pitchFamily="49" charset="0"/>
              </a:rPr>
              <a:t>self.items</a:t>
            </a:r>
            <a:r>
              <a:rPr lang="en-US" dirty="0"/>
              <a:t> is accessible in any of its subclasses</a:t>
            </a:r>
          </a:p>
          <a:p>
            <a:pPr lvl="1">
              <a:spcBef>
                <a:spcPts val="1000"/>
              </a:spcBef>
            </a:pPr>
            <a:r>
              <a:rPr lang="en-US" dirty="0"/>
              <a:t>You can reference this variable directly during the search</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74354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Adding a New </a:t>
            </a:r>
            <a:r>
              <a:rPr lang="en-US" b="1" dirty="0">
                <a:latin typeface="Courier New" panose="02070309020205020404" pitchFamily="49" charset="0"/>
                <a:cs typeface="Courier New" panose="02070309020205020404" pitchFamily="49" charset="0"/>
              </a:rPr>
              <a:t>_contains_ </a:t>
            </a:r>
            <a:r>
              <a:rPr lang="en-US" b="1" dirty="0"/>
              <a:t>Method </a:t>
            </a:r>
            <a:r>
              <a:rPr lang="en-US" sz="2000" dirty="0"/>
              <a:t>(2 of 2)</a:t>
            </a:r>
          </a:p>
        </p:txBody>
      </p:sp>
      <p:sp>
        <p:nvSpPr>
          <p:cNvPr id="3" name="Content Placeholder 2"/>
          <p:cNvSpPr>
            <a:spLocks noGrp="1"/>
          </p:cNvSpPr>
          <p:nvPr>
            <p:ph idx="1"/>
          </p:nvPr>
        </p:nvSpPr>
        <p:spPr>
          <a:xfrm>
            <a:off x="628650" y="1524001"/>
            <a:ext cx="1733550" cy="381000"/>
          </a:xfrm>
        </p:spPr>
        <p:txBody>
          <a:bodyPr>
            <a:normAutofit/>
          </a:bodyPr>
          <a:lstStyle/>
          <a:p>
            <a:pPr marL="291600" indent="-291600">
              <a:spcBef>
                <a:spcPts val="1000"/>
              </a:spcBef>
            </a:pPr>
            <a:r>
              <a:rPr lang="en-US" dirty="0"/>
              <a:t>Code:</a:t>
            </a:r>
          </a:p>
        </p:txBody>
      </p:sp>
      <p:sp>
        <p:nvSpPr>
          <p:cNvPr id="5" name="Content Placeholder 4"/>
          <p:cNvSpPr>
            <a:spLocks noGrp="1"/>
          </p:cNvSpPr>
          <p:nvPr>
            <p:ph idx="12"/>
          </p:nvPr>
        </p:nvSpPr>
        <p:spPr>
          <a:xfrm>
            <a:off x="756839" y="2011866"/>
            <a:ext cx="7886700" cy="3870519"/>
          </a:xfrm>
        </p:spPr>
        <p:txBody>
          <a:bodyPr/>
          <a:lstStyle/>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Accessor</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methods</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__contains__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True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False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otherwise."""</a:t>
            </a:r>
            <a:endParaRPr lang="en-US" sz="1300" dirty="0">
              <a:solidFill>
                <a:srgbClr val="006800"/>
              </a:solidFill>
              <a:latin typeface="Bank Gothic Bold"/>
              <a:ea typeface="MS Mincho"/>
              <a:cs typeface="Bank Gothic Bold"/>
            </a:endParaRPr>
          </a:p>
          <a:p>
            <a:pPr marL="171450" marR="914400" lvl="1" indent="0">
              <a:spcBef>
                <a:spcPts val="0"/>
              </a:spcBef>
              <a:buNone/>
            </a:pPr>
            <a:r>
              <a:rPr lang="en-US" b="1" dirty="0">
                <a:latin typeface="Courier New Bold" panose="02070609020205020404" pitchFamily="49" charset="0"/>
                <a:ea typeface="MS Mincho"/>
                <a:cs typeface="Courier New" panose="02070309020205020404" pitchFamily="49" charset="0"/>
              </a:rPr>
              <a:t>    left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0</a:t>
            </a:r>
            <a:endParaRPr lang="en-US" sz="1300" dirty="0">
              <a:latin typeface="Bank Gothic Bold"/>
              <a:ea typeface="MS Mincho"/>
              <a:cs typeface="Bank Gothic Bold"/>
            </a:endParaRPr>
          </a:p>
          <a:p>
            <a:pPr marL="171450" marR="914400" lvl="1" indent="0">
              <a:spcBef>
                <a:spcPts val="0"/>
              </a:spcBef>
              <a:buNone/>
            </a:pPr>
            <a:r>
              <a:rPr lang="en-US" b="1" dirty="0">
                <a:latin typeface="Courier New Bold" panose="02070609020205020404" pitchFamily="49" charset="0"/>
                <a:ea typeface="MS Mincho"/>
                <a:cs typeface="Courier New" panose="02070309020205020404" pitchFamily="49" charset="0"/>
              </a:rPr>
              <a:t>    right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171450" marR="91440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while</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left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right: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midPoint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(left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right)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2</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self.items[midPoint]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marR="91440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True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self.items[midPoint]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&gt;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marR="914400" lvl="1" indent="0">
              <a:spcBef>
                <a:spcPts val="0"/>
              </a:spcBef>
              <a:buNone/>
            </a:pPr>
            <a:r>
              <a:rPr lang="en-US" b="1" dirty="0">
                <a:latin typeface="Courier New Bold" panose="02070609020205020404" pitchFamily="49" charset="0"/>
                <a:ea typeface="MS Mincho"/>
                <a:cs typeface="Courier New" panose="02070309020205020404" pitchFamily="49" charset="0"/>
              </a:rPr>
              <a:t>            right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midPoint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marR="914400" lvl="1" indent="0">
              <a:spcBef>
                <a:spcPts val="0"/>
              </a:spcBef>
              <a:buNone/>
            </a:pPr>
            <a:r>
              <a:rPr lang="en-US" b="1" dirty="0">
                <a:latin typeface="Courier New Bold" panose="02070609020205020404" pitchFamily="49" charset="0"/>
                <a:ea typeface="MS Mincho"/>
                <a:cs typeface="Courier New" panose="02070309020205020404" pitchFamily="49" charset="0"/>
              </a:rPr>
              <a:t>            left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midPoint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342900" lvl="1" indent="0">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rPr>
              <a:t> </a:t>
            </a:r>
            <a:r>
              <a:rPr lang="en-US" b="1" dirty="0">
                <a:solidFill>
                  <a:srgbClr val="8A3800"/>
                </a:solidFill>
                <a:latin typeface="Courier New Bold" panose="02070609020205020404" pitchFamily="49" charset="0"/>
                <a:ea typeface="MS Mincho"/>
                <a:cs typeface="Courier New" panose="02070309020205020404" pitchFamily="49" charset="0"/>
              </a:rPr>
              <a:t>False</a:t>
            </a:r>
            <a:endParaRPr lang="en-IN" dirty="0">
              <a:solidFill>
                <a:srgbClr val="8A3800"/>
              </a:solidFill>
            </a:endParaRP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08482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Modifying the Existing </a:t>
            </a:r>
            <a:r>
              <a:rPr lang="en-US" b="1" dirty="0">
                <a:latin typeface="Courier New" panose="02070309020205020404" pitchFamily="49" charset="0"/>
                <a:cs typeface="Courier New" panose="02070309020205020404" pitchFamily="49" charset="0"/>
              </a:rPr>
              <a:t>add</a:t>
            </a:r>
            <a:r>
              <a:rPr lang="en-US" b="1" dirty="0"/>
              <a:t> Method </a:t>
            </a:r>
            <a:r>
              <a:rPr lang="en-US" sz="2000" dirty="0"/>
              <a:t>(1 of 4)</a:t>
            </a:r>
          </a:p>
        </p:txBody>
      </p:sp>
      <p:sp>
        <p:nvSpPr>
          <p:cNvPr id="3" name="Content Placeholder 2"/>
          <p:cNvSpPr>
            <a:spLocks noGrp="1"/>
          </p:cNvSpPr>
          <p:nvPr>
            <p:ph idx="1"/>
          </p:nvPr>
        </p:nvSpPr>
        <p:spPr>
          <a:xfrm>
            <a:off x="628650" y="1524000"/>
            <a:ext cx="7886700" cy="4038600"/>
          </a:xfrm>
        </p:spPr>
        <p:txBody>
          <a:bodyPr>
            <a:normAutofit/>
          </a:bodyPr>
          <a:lstStyle/>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add </a:t>
            </a:r>
            <a:r>
              <a:rPr lang="en-US" dirty="0"/>
              <a:t>method in </a:t>
            </a:r>
            <a:r>
              <a:rPr lang="en-US" b="1" dirty="0">
                <a:latin typeface="Courier New" panose="02070309020205020404" pitchFamily="49" charset="0"/>
                <a:cs typeface="Courier New" panose="02070309020205020404" pitchFamily="49" charset="0"/>
              </a:rPr>
              <a:t>ArraySortedBag</a:t>
            </a:r>
            <a:r>
              <a:rPr lang="en-US" dirty="0"/>
              <a:t> must place a new item in the appropriate position in a sorted array</a:t>
            </a:r>
          </a:p>
          <a:p>
            <a:pPr marL="291600" indent="-291600">
              <a:spcBef>
                <a:spcPts val="1000"/>
              </a:spcBef>
            </a:pPr>
            <a:r>
              <a:rPr lang="en-US" dirty="0"/>
              <a:t>In most cases you have to search for this position</a:t>
            </a:r>
          </a:p>
          <a:p>
            <a:pPr marL="291600" indent="-291600">
              <a:spcBef>
                <a:spcPts val="1000"/>
              </a:spcBef>
            </a:pPr>
            <a:r>
              <a:rPr lang="en-US" dirty="0"/>
              <a:t>Two cases in which this search is unnecessary:</a:t>
            </a:r>
          </a:p>
          <a:p>
            <a:pPr lvl="1">
              <a:spcBef>
                <a:spcPts val="1000"/>
              </a:spcBef>
            </a:pPr>
            <a:r>
              <a:rPr lang="en-US" dirty="0"/>
              <a:t>When the bag is empty </a:t>
            </a:r>
          </a:p>
          <a:p>
            <a:pPr lvl="1">
              <a:spcBef>
                <a:spcPts val="1000"/>
              </a:spcBef>
            </a:pPr>
            <a:r>
              <a:rPr lang="en-US" dirty="0"/>
              <a:t>When the new item is greater than or equal to the last item</a:t>
            </a:r>
          </a:p>
          <a:p>
            <a:pPr marL="291600" indent="-291600">
              <a:spcBef>
                <a:spcPts val="1000"/>
              </a:spcBef>
            </a:pPr>
            <a:r>
              <a:rPr lang="en-US" dirty="0"/>
              <a:t>In those cases you can add the new item by passing it along to the </a:t>
            </a:r>
            <a:r>
              <a:rPr lang="en-US" b="1" dirty="0">
                <a:latin typeface="Courier New" panose="02070309020205020404" pitchFamily="49" charset="0"/>
                <a:cs typeface="Courier New" panose="02070309020205020404" pitchFamily="49" charset="0"/>
              </a:rPr>
              <a:t>add</a:t>
            </a:r>
            <a:r>
              <a:rPr lang="en-US" dirty="0"/>
              <a:t> method in the </a:t>
            </a:r>
            <a:r>
              <a:rPr lang="en-US" b="1" dirty="0">
                <a:latin typeface="Courier New" panose="02070309020205020404" pitchFamily="49" charset="0"/>
                <a:cs typeface="Courier New" panose="02070309020205020404" pitchFamily="49" charset="0"/>
              </a:rPr>
              <a:t>ArrayBag</a:t>
            </a:r>
            <a:r>
              <a:rPr lang="en-US" dirty="0"/>
              <a:t> class</a:t>
            </a:r>
          </a:p>
          <a:p>
            <a:pPr marL="291600" indent="-291600">
              <a:spcBef>
                <a:spcPts val="1000"/>
              </a:spcBef>
            </a:pPr>
            <a:r>
              <a:rPr lang="en-US" dirty="0"/>
              <a:t>If not, you must look in the array for the first item that’s greater than or equal to the new item:</a:t>
            </a:r>
          </a:p>
          <a:p>
            <a:pPr lvl="1">
              <a:spcBef>
                <a:spcPts val="1000"/>
              </a:spcBef>
            </a:pPr>
            <a:r>
              <a:rPr lang="en-US" dirty="0"/>
              <a:t>Then open a hole, insert the new item, and increment the size of the bag</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4828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3"/>
          </a:xfrm>
        </p:spPr>
        <p:txBody>
          <a:bodyPr/>
          <a:lstStyle/>
          <a:p>
            <a:r>
              <a:rPr lang="en-US" b="1" dirty="0"/>
              <a:t>Modifying the Existing </a:t>
            </a:r>
            <a:r>
              <a:rPr lang="en-US" b="1" dirty="0">
                <a:latin typeface="Courier New" panose="02070309020205020404" pitchFamily="49" charset="0"/>
                <a:cs typeface="Courier New" panose="02070309020205020404" pitchFamily="49" charset="0"/>
              </a:rPr>
              <a:t>add</a:t>
            </a:r>
            <a:r>
              <a:rPr lang="en-US" b="1" dirty="0"/>
              <a:t> Method </a:t>
            </a:r>
            <a:r>
              <a:rPr lang="en-US" sz="2000" dirty="0"/>
              <a:t>(2 of 4)</a:t>
            </a:r>
          </a:p>
        </p:txBody>
      </p:sp>
      <p:sp>
        <p:nvSpPr>
          <p:cNvPr id="3" name="Content Placeholder 2"/>
          <p:cNvSpPr>
            <a:spLocks noGrp="1"/>
          </p:cNvSpPr>
          <p:nvPr>
            <p:ph idx="1"/>
          </p:nvPr>
        </p:nvSpPr>
        <p:spPr>
          <a:xfrm>
            <a:off x="628650" y="1524495"/>
            <a:ext cx="4095750" cy="336370"/>
          </a:xfrm>
        </p:spPr>
        <p:txBody>
          <a:bodyPr>
            <a:normAutofit/>
          </a:bodyPr>
          <a:lstStyle/>
          <a:p>
            <a:pPr marL="291600" indent="-291600">
              <a:spcBef>
                <a:spcPts val="1000"/>
              </a:spcBef>
            </a:pPr>
            <a:r>
              <a:rPr lang="en-US" dirty="0"/>
              <a:t>Code:</a:t>
            </a:r>
          </a:p>
        </p:txBody>
      </p:sp>
      <p:sp>
        <p:nvSpPr>
          <p:cNvPr id="5" name="Content Placeholder 4"/>
          <p:cNvSpPr>
            <a:spLocks noGrp="1"/>
          </p:cNvSpPr>
          <p:nvPr>
            <p:ph idx="12"/>
          </p:nvPr>
        </p:nvSpPr>
        <p:spPr>
          <a:xfrm>
            <a:off x="748294" y="1956280"/>
            <a:ext cx="7886700" cy="3889048"/>
          </a:xfrm>
        </p:spPr>
        <p:txBody>
          <a:bodyPr>
            <a:normAutofit fontScale="92500" lnSpcReduction="10000"/>
          </a:bodyPr>
          <a:lstStyle/>
          <a:p>
            <a:pPr marL="171450" lvl="1" indent="0">
              <a:lnSpc>
                <a:spcPct val="110000"/>
              </a:lnSpc>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Mutator</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methods</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add</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marR="91440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"""Adds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171450" marR="91440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Empty</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or</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last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item,</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call</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ArrayBag.add</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self.isEmpty()</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&gt;=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ArrayBag.add(self,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71450" marR="91440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Resize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the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array</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if</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is</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full</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here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Search</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for</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first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item</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&gt;=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new</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item</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targetIndex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0</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while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&gt;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self.items[targetIndex]:</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targetIndex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17145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Open</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hole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for</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new</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item</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range</a:t>
            </a:r>
            <a:r>
              <a:rPr lang="en-US" b="1" dirty="0">
                <a:latin typeface="Courier New Bold" panose="02070609020205020404" pitchFamily="49" charset="0"/>
                <a:ea typeface="MS Mincho"/>
                <a:cs typeface="Courier New" panose="02070309020205020404" pitchFamily="49" charset="0"/>
              </a:rPr>
              <a:t>(</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targetIndex,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self.items[i]</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self.items[i</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17145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Insert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item</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and</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update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size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self.items[targetIndex]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       self.size</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1</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36510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Modifying the Existing </a:t>
            </a:r>
            <a:r>
              <a:rPr lang="en-US" b="1" dirty="0">
                <a:latin typeface="Courier New" panose="02070309020205020404" pitchFamily="49" charset="0"/>
                <a:cs typeface="Courier New" panose="02070309020205020404" pitchFamily="49" charset="0"/>
              </a:rPr>
              <a:t>add</a:t>
            </a:r>
            <a:r>
              <a:rPr lang="en-US" b="1" dirty="0"/>
              <a:t> Method </a:t>
            </a:r>
            <a:r>
              <a:rPr lang="en-US" sz="2000" dirty="0"/>
              <a:t>(3 of 4)</a:t>
            </a:r>
          </a:p>
        </p:txBody>
      </p:sp>
      <p:sp>
        <p:nvSpPr>
          <p:cNvPr id="3" name="Content Placeholder 2"/>
          <p:cNvSpPr>
            <a:spLocks noGrp="1"/>
          </p:cNvSpPr>
          <p:nvPr>
            <p:ph idx="1"/>
          </p:nvPr>
        </p:nvSpPr>
        <p:spPr>
          <a:xfrm>
            <a:off x="628650" y="1825625"/>
            <a:ext cx="7886700" cy="2441575"/>
          </a:xfrm>
        </p:spPr>
        <p:txBody>
          <a:bodyPr>
            <a:normAutofit/>
          </a:bodyPr>
          <a:lstStyle/>
          <a:p>
            <a:pPr marL="291600" indent="-291600">
              <a:spcBef>
                <a:spcPts val="1000"/>
              </a:spcBef>
            </a:pPr>
            <a:r>
              <a:rPr lang="en-US" sz="2000" dirty="0"/>
              <a:t>Note the different prefixes used in the method call to </a:t>
            </a:r>
            <a:r>
              <a:rPr lang="en-US" sz="2000" b="1" dirty="0">
                <a:latin typeface="Courier New" panose="02070309020205020404" pitchFamily="49" charset="0"/>
                <a:cs typeface="Courier New" panose="02070309020205020404" pitchFamily="49" charset="0"/>
              </a:rPr>
              <a:t>ArrayBag.add</a:t>
            </a:r>
            <a:r>
              <a:rPr lang="en-US" sz="2000" dirty="0"/>
              <a:t> and in the variable reference to </a:t>
            </a:r>
            <a:r>
              <a:rPr lang="en-US" sz="2000" b="1" dirty="0">
                <a:latin typeface="Courier New" panose="02070309020205020404" pitchFamily="49" charset="0"/>
                <a:cs typeface="Courier New" panose="02070309020205020404" pitchFamily="49" charset="0"/>
              </a:rPr>
              <a:t>self.items</a:t>
            </a:r>
            <a:r>
              <a:rPr lang="en-US" sz="1700" dirty="0"/>
              <a:t>:</a:t>
            </a:r>
          </a:p>
          <a:p>
            <a:pPr lvl="1">
              <a:spcBef>
                <a:spcPts val="1000"/>
              </a:spcBef>
            </a:pPr>
            <a:r>
              <a:rPr lang="en-US" sz="1700" dirty="0"/>
              <a:t>The first is a class name, and the second is a reference to an instance of a class. </a:t>
            </a:r>
          </a:p>
          <a:p>
            <a:pPr lvl="1">
              <a:spcBef>
                <a:spcPts val="1000"/>
              </a:spcBef>
            </a:pPr>
            <a:r>
              <a:rPr lang="en-US" sz="1700" dirty="0"/>
              <a:t>Because </a:t>
            </a:r>
            <a:r>
              <a:rPr lang="en-US" sz="1700" b="1" dirty="0">
                <a:latin typeface="Courier New" panose="02070309020205020404" pitchFamily="49" charset="0"/>
                <a:cs typeface="Courier New" panose="02070309020205020404" pitchFamily="49" charset="0"/>
              </a:rPr>
              <a:t>ArraySortedBag</a:t>
            </a:r>
            <a:r>
              <a:rPr lang="en-US" sz="1700" dirty="0"/>
              <a:t> does not introduce a new version of the instance variable </a:t>
            </a:r>
            <a:r>
              <a:rPr lang="en-US" sz="1700" b="1" dirty="0">
                <a:latin typeface="Courier New" panose="02070309020205020404" pitchFamily="49" charset="0"/>
                <a:cs typeface="Courier New" panose="02070309020205020404" pitchFamily="49" charset="0"/>
              </a:rPr>
              <a:t>items</a:t>
            </a:r>
            <a:r>
              <a:rPr lang="en-US" sz="1700" dirty="0"/>
              <a:t>, the reference to </a:t>
            </a:r>
            <a:r>
              <a:rPr lang="en-US" sz="1700" b="1" dirty="0">
                <a:latin typeface="Courier New" panose="02070309020205020404" pitchFamily="49" charset="0"/>
                <a:cs typeface="Courier New" panose="02070309020205020404" pitchFamily="49" charset="0"/>
              </a:rPr>
              <a:t>self.items</a:t>
            </a:r>
            <a:r>
              <a:rPr lang="en-US" sz="1700" dirty="0"/>
              <a:t> here locates the variable directly in the </a:t>
            </a:r>
            <a:r>
              <a:rPr lang="en-US" sz="1700" b="1" dirty="0">
                <a:latin typeface="Courier New" panose="02070309020205020404" pitchFamily="49" charset="0"/>
                <a:cs typeface="Courier New" panose="02070309020205020404" pitchFamily="49" charset="0"/>
              </a:rPr>
              <a:t>ArrayBag</a:t>
            </a:r>
            <a:r>
              <a:rPr lang="en-US" sz="1700" dirty="0"/>
              <a:t> class</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99272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Modifying the Existing </a:t>
            </a:r>
            <a:r>
              <a:rPr lang="en-US" b="1" dirty="0">
                <a:latin typeface="Courier New" panose="02070309020205020404" pitchFamily="49" charset="0"/>
                <a:cs typeface="Courier New" panose="02070309020205020404" pitchFamily="49" charset="0"/>
              </a:rPr>
              <a:t>add</a:t>
            </a:r>
            <a:r>
              <a:rPr lang="en-US" b="1" dirty="0"/>
              <a:t> Method </a:t>
            </a:r>
            <a:r>
              <a:rPr lang="en-US" sz="2000" dirty="0"/>
              <a:t>(4 of 4)</a:t>
            </a:r>
          </a:p>
        </p:txBody>
      </p:sp>
      <p:sp>
        <p:nvSpPr>
          <p:cNvPr id="3" name="Content Placeholder 2"/>
          <p:cNvSpPr>
            <a:spLocks noGrp="1"/>
          </p:cNvSpPr>
          <p:nvPr>
            <p:ph idx="1"/>
          </p:nvPr>
        </p:nvSpPr>
        <p:spPr>
          <a:xfrm>
            <a:off x="628650" y="1859809"/>
            <a:ext cx="7886700" cy="1908175"/>
          </a:xfrm>
        </p:spPr>
        <p:txBody>
          <a:bodyPr>
            <a:normAutofit lnSpcReduction="10000"/>
          </a:bodyPr>
          <a:lstStyle/>
          <a:p>
            <a:pPr marL="291600" indent="-291600">
              <a:spcBef>
                <a:spcPts val="1000"/>
              </a:spcBef>
            </a:pPr>
            <a:r>
              <a:rPr lang="en-US" sz="2000" dirty="0"/>
              <a:t>The </a:t>
            </a:r>
            <a:r>
              <a:rPr lang="en-US" sz="2000" b="1" dirty="0">
                <a:latin typeface="Courier New" panose="02070309020205020404" pitchFamily="49" charset="0"/>
                <a:cs typeface="Courier New" panose="02070309020205020404" pitchFamily="49" charset="0"/>
              </a:rPr>
              <a:t>__add__</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method</a:t>
            </a:r>
            <a:r>
              <a:rPr lang="en-US" sz="2000" dirty="0"/>
              <a:t>, which Python runs when it sees the </a:t>
            </a:r>
            <a:r>
              <a:rPr lang="en-US" sz="2000" b="1" dirty="0">
                <a:latin typeface="Courier New" panose="02070309020205020404" pitchFamily="49" charset="0"/>
                <a:cs typeface="Courier New" panose="02070309020205020404" pitchFamily="49" charset="0"/>
              </a:rPr>
              <a:t>+</a:t>
            </a:r>
            <a:r>
              <a:rPr lang="en-US" sz="2000" dirty="0"/>
              <a:t> operator used with two bags, has practically the same code in the </a:t>
            </a:r>
            <a:r>
              <a:rPr lang="en-US" sz="2000" b="1" dirty="0">
                <a:latin typeface="Courier New" panose="02070309020205020404" pitchFamily="49" charset="0"/>
                <a:cs typeface="Courier New" panose="02070309020205020404" pitchFamily="49" charset="0"/>
              </a:rPr>
              <a:t>ArrayBag</a:t>
            </a:r>
            <a:r>
              <a:rPr lang="en-US" sz="2000" dirty="0"/>
              <a:t> class and the </a:t>
            </a:r>
            <a:r>
              <a:rPr lang="en-US" sz="2000" b="1" dirty="0">
                <a:latin typeface="Courier New" panose="02070309020205020404" pitchFamily="49" charset="0"/>
                <a:cs typeface="Courier New" panose="02070309020205020404" pitchFamily="49" charset="0"/>
              </a:rPr>
              <a:t>LinkedBag</a:t>
            </a:r>
            <a:r>
              <a:rPr lang="en-US" sz="2000" dirty="0"/>
              <a:t> class:</a:t>
            </a:r>
          </a:p>
          <a:p>
            <a:pPr lvl="1">
              <a:spcBef>
                <a:spcPts val="1000"/>
              </a:spcBef>
            </a:pPr>
            <a:r>
              <a:rPr lang="en-US" sz="1700" dirty="0"/>
              <a:t>The only difference is the class name used to create a new instance for the result bag</a:t>
            </a:r>
          </a:p>
          <a:p>
            <a:pPr lvl="1">
              <a:spcBef>
                <a:spcPts val="1000"/>
              </a:spcBef>
            </a:pPr>
            <a:r>
              <a:rPr lang="en-US" sz="1700" dirty="0"/>
              <a:t>You simply repeat this pattern for </a:t>
            </a:r>
            <a:r>
              <a:rPr lang="en-US" sz="1700" b="1" dirty="0">
                <a:latin typeface="Courier New" panose="02070309020205020404" pitchFamily="49" charset="0"/>
                <a:cs typeface="Courier New" panose="02070309020205020404" pitchFamily="49" charset="0"/>
              </a:rPr>
              <a:t>__add__</a:t>
            </a:r>
            <a:r>
              <a:rPr lang="en-US" sz="1700" dirty="0">
                <a:latin typeface="Courier New" panose="02070309020205020404" pitchFamily="49" charset="0"/>
                <a:cs typeface="Courier New" panose="02070309020205020404" pitchFamily="49" charset="0"/>
              </a:rPr>
              <a:t> </a:t>
            </a:r>
            <a:r>
              <a:rPr lang="en-US" sz="1700" dirty="0"/>
              <a:t>in </a:t>
            </a:r>
            <a:r>
              <a:rPr lang="en-US" sz="1700" b="1" dirty="0">
                <a:latin typeface="Courier New" panose="02070309020205020404" pitchFamily="49" charset="0"/>
                <a:cs typeface="Courier New" panose="02070309020205020404" pitchFamily="49" charset="0"/>
              </a:rPr>
              <a:t>ArraySortedBag</a:t>
            </a:r>
            <a:r>
              <a:rPr lang="en-US" sz="1700" dirty="0"/>
              <a:t>, as follows:</a:t>
            </a:r>
          </a:p>
        </p:txBody>
      </p:sp>
      <p:sp>
        <p:nvSpPr>
          <p:cNvPr id="6" name="Content Placeholder 5"/>
          <p:cNvSpPr>
            <a:spLocks noGrp="1"/>
          </p:cNvSpPr>
          <p:nvPr>
            <p:ph idx="12"/>
          </p:nvPr>
        </p:nvSpPr>
        <p:spPr>
          <a:xfrm>
            <a:off x="594466" y="3869053"/>
            <a:ext cx="7886700" cy="1541147"/>
          </a:xfrm>
        </p:spPr>
        <p:txBody>
          <a:bodyPr>
            <a:normAutofit/>
          </a:bodyPr>
          <a:lstStyle/>
          <a:p>
            <a:pPr marL="514350" lvl="2"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__add__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dirty="0">
              <a:latin typeface="Bank Gothic Bold"/>
              <a:ea typeface="MS Mincho"/>
              <a:cs typeface="Bank Gothic Bold"/>
            </a:endParaRPr>
          </a:p>
          <a:p>
            <a:pPr marL="514350" lvl="2"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sz="600" dirty="0">
                <a:latin typeface="Bank Gothic Bold"/>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 new bag with the contents of self and </a:t>
            </a:r>
            <a:r>
              <a:rPr lang="en-US" sz="600" dirty="0">
                <a:solidFill>
                  <a:srgbClr val="006800"/>
                </a:solidFill>
                <a:latin typeface="Bank Gothic Bold"/>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other."""</a:t>
            </a:r>
            <a:r>
              <a:rPr lang="en-US" dirty="0">
                <a:solidFill>
                  <a:srgbClr val="006800"/>
                </a:solidFill>
                <a:latin typeface="Bank Gothic Bold"/>
                <a:ea typeface="MS Mincho"/>
                <a:cs typeface="Bank Gothic Bold"/>
              </a:rPr>
              <a:t> </a:t>
            </a:r>
          </a:p>
          <a:p>
            <a:pPr marL="514350" lvl="2"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sz="600" dirty="0">
                <a:latin typeface="Bank Gothic Bold"/>
                <a:ea typeface="MS Mincho"/>
                <a:cs typeface="Bank Gothic Bold"/>
              </a:rPr>
              <a:t> </a:t>
            </a:r>
            <a:r>
              <a:rPr lang="en-US" b="1" dirty="0">
                <a:latin typeface="Courier New Bold" panose="02070609020205020404" pitchFamily="49" charset="0"/>
                <a:ea typeface="MS Mincho"/>
                <a:cs typeface="Courier New" panose="02070309020205020404" pitchFamily="49" charset="0"/>
              </a:rPr>
              <a:t>result = ArraySortedBag(self)</a:t>
            </a:r>
            <a:endParaRPr lang="en-US" sz="1000" dirty="0">
              <a:latin typeface="Bank Gothic Bold"/>
              <a:ea typeface="MS Mincho"/>
              <a:cs typeface="Bank Gothic Bold"/>
            </a:endParaRPr>
          </a:p>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b="1" dirty="0">
                <a:latin typeface="Courier New Bold" panose="02070609020205020404" pitchFamily="49" charset="0"/>
                <a:ea typeface="MS Mincho"/>
                <a:cs typeface="Courier New" panose="02070309020205020404" pitchFamily="49" charset="0"/>
              </a:rPr>
              <a:t> item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b="1" dirty="0">
                <a:latin typeface="Courier New Bold" panose="02070609020205020404" pitchFamily="49" charset="0"/>
                <a:ea typeface="MS Mincho"/>
                <a:cs typeface="Courier New" panose="02070309020205020404" pitchFamily="49" charset="0"/>
              </a:rPr>
              <a:t> other:</a:t>
            </a:r>
            <a:endParaRPr lang="en-US" dirty="0">
              <a:latin typeface="Bank Gothic Bold"/>
              <a:ea typeface="MS Mincho"/>
              <a:cs typeface="Bank Gothic Bold"/>
            </a:endParaRPr>
          </a:p>
          <a:p>
            <a:pPr marL="514350" marR="914400" lvl="2"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result</a:t>
            </a:r>
            <a:r>
              <a:rPr lang="en-US" b="1" dirty="0">
                <a:solidFill>
                  <a:srgbClr val="000000"/>
                </a:solidFill>
                <a:latin typeface="Courier New Bold" panose="02070609020205020404" pitchFamily="49" charset="0"/>
                <a:ea typeface="MS Mincho"/>
                <a:cs typeface="Courier New" panose="02070309020205020404" pitchFamily="49" charset="0"/>
              </a:rPr>
              <a:t>.add(item)</a:t>
            </a:r>
            <a:endParaRPr lang="en-US" sz="1000" dirty="0">
              <a:latin typeface="Bank Gothic Bold"/>
              <a:ea typeface="MS Mincho"/>
              <a:cs typeface="Bank Gothic Bold"/>
            </a:endParaRPr>
          </a:p>
          <a:p>
            <a:pPr marL="514350" lvl="2" indent="0">
              <a:spcBef>
                <a:spcPts val="0"/>
              </a:spcBef>
              <a:buNone/>
            </a:pPr>
            <a:r>
              <a:rPr lang="en-US" sz="3000" b="1" dirty="0">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000000"/>
                </a:solidFill>
                <a:latin typeface="Courier New Bold" panose="02070609020205020404" pitchFamily="49" charset="0"/>
                <a:ea typeface="MS Mincho"/>
                <a:cs typeface="Courier New" panose="02070309020205020404" pitchFamily="49" charset="0"/>
              </a:rPr>
              <a:t>result</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50797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8362950" cy="549274"/>
          </a:xfrm>
        </p:spPr>
        <p:txBody>
          <a:bodyPr/>
          <a:lstStyle/>
          <a:p>
            <a:r>
              <a:rPr lang="en-US" b="1" dirty="0"/>
              <a:t>Run-Time Performance of </a:t>
            </a:r>
            <a:r>
              <a:rPr lang="en-US" b="1" dirty="0">
                <a:latin typeface="Courier New" panose="02070309020205020404" pitchFamily="49" charset="0"/>
                <a:cs typeface="Courier New" panose="02070309020205020404" pitchFamily="49" charset="0"/>
              </a:rPr>
              <a:t>ArraySortedBag </a:t>
            </a:r>
            <a:r>
              <a:rPr lang="en-US" sz="2000" dirty="0">
                <a:latin typeface="Open Sans"/>
                <a:cs typeface="Courier New" panose="02070309020205020404" pitchFamily="49" charset="0"/>
              </a:rPr>
              <a:t>(1 of 2)</a:t>
            </a:r>
          </a:p>
        </p:txBody>
      </p:sp>
      <p:sp>
        <p:nvSpPr>
          <p:cNvPr id="3" name="Content Placeholder 2"/>
          <p:cNvSpPr>
            <a:spLocks noGrp="1"/>
          </p:cNvSpPr>
          <p:nvPr>
            <p:ph idx="1"/>
          </p:nvPr>
        </p:nvSpPr>
        <p:spPr>
          <a:xfrm>
            <a:off x="628650" y="1600200"/>
            <a:ext cx="7886700" cy="3352800"/>
          </a:xfrm>
        </p:spPr>
        <p:txBody>
          <a:bodyPr>
            <a:normAutofit/>
          </a:bodyPr>
          <a:lstStyle/>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in</a:t>
            </a:r>
            <a:r>
              <a:rPr lang="en-US" dirty="0"/>
              <a:t> operator has a worst-case running time of O(</a:t>
            </a:r>
            <a:r>
              <a:rPr lang="en-US" dirty="0" err="1"/>
              <a:t>log</a:t>
            </a:r>
            <a:r>
              <a:rPr lang="en-US" i="1" dirty="0" err="1"/>
              <a:t>n</a:t>
            </a:r>
            <a:r>
              <a:rPr lang="en-US" dirty="0"/>
              <a:t>):</a:t>
            </a:r>
          </a:p>
          <a:p>
            <a:pPr lvl="1">
              <a:spcBef>
                <a:spcPts val="1000"/>
              </a:spcBef>
            </a:pPr>
            <a:r>
              <a:rPr lang="en-US" dirty="0"/>
              <a:t>This is a big improvement on the linear running time of the </a:t>
            </a:r>
            <a:r>
              <a:rPr lang="en-US" b="1" dirty="0">
                <a:latin typeface="Courier New" panose="02070309020205020404" pitchFamily="49" charset="0"/>
                <a:cs typeface="Courier New" panose="02070309020205020404" pitchFamily="49" charset="0"/>
              </a:rPr>
              <a:t>in</a:t>
            </a:r>
            <a:r>
              <a:rPr lang="en-US" dirty="0"/>
              <a:t> operator for regular bags</a:t>
            </a:r>
          </a:p>
          <a:p>
            <a:pPr marL="291600" indent="-291600">
              <a:spcBef>
                <a:spcPts val="1000"/>
              </a:spcBef>
            </a:pPr>
            <a:r>
              <a:rPr lang="en-US" dirty="0"/>
              <a:t>The improved search time also has an impact on the methods that use the new </a:t>
            </a:r>
            <a:r>
              <a:rPr lang="en-US" b="1" dirty="0">
                <a:latin typeface="Courier New" panose="02070309020205020404" pitchFamily="49" charset="0"/>
                <a:cs typeface="Courier New" panose="02070309020205020404" pitchFamily="49" charset="0"/>
              </a:rPr>
              <a:t>in</a:t>
            </a:r>
            <a:r>
              <a:rPr lang="en-US" dirty="0"/>
              <a:t> operator,</a:t>
            </a:r>
          </a:p>
          <a:p>
            <a:pPr lvl="1">
              <a:spcBef>
                <a:spcPts val="1000"/>
              </a:spcBef>
            </a:pPr>
            <a:r>
              <a:rPr lang="en-US" dirty="0"/>
              <a:t>Even though these methods are still defined in </a:t>
            </a:r>
            <a:r>
              <a:rPr lang="en-US" b="1" dirty="0">
                <a:latin typeface="Courier New" panose="02070309020205020404" pitchFamily="49" charset="0"/>
                <a:cs typeface="Courier New" panose="02070309020205020404" pitchFamily="49" charset="0"/>
              </a:rPr>
              <a:t>ArrayBag</a:t>
            </a:r>
            <a:r>
              <a:rPr lang="en-US" dirty="0"/>
              <a:t> </a:t>
            </a:r>
          </a:p>
          <a:p>
            <a:pPr marL="291600" indent="-291600">
              <a:spcBef>
                <a:spcPts val="1000"/>
              </a:spcBef>
            </a:pPr>
            <a:r>
              <a:rPr lang="en-US" dirty="0"/>
              <a:t>Although the improved search still leaves </a:t>
            </a:r>
            <a:r>
              <a:rPr lang="en-US" b="1" dirty="0">
                <a:latin typeface="Courier New" panose="02070309020205020404" pitchFamily="49" charset="0"/>
                <a:cs typeface="Courier New" panose="02070309020205020404" pitchFamily="49" charset="0"/>
              </a:rPr>
              <a:t>remove</a:t>
            </a:r>
            <a:r>
              <a:rPr lang="en-US" dirty="0"/>
              <a:t> with a linear running time on average,</a:t>
            </a:r>
          </a:p>
          <a:p>
            <a:pPr lvl="1">
              <a:spcBef>
                <a:spcPts val="1000"/>
              </a:spcBef>
            </a:pPr>
            <a:r>
              <a:rPr lang="en-US" dirty="0"/>
              <a:t>Less time is spent on the test of the precondition</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48622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8134350" cy="473074"/>
          </a:xfrm>
        </p:spPr>
        <p:txBody>
          <a:bodyPr/>
          <a:lstStyle/>
          <a:p>
            <a:r>
              <a:rPr lang="en-US" b="1" dirty="0"/>
              <a:t>Run-Time Performance of </a:t>
            </a:r>
            <a:r>
              <a:rPr lang="en-US" b="1" dirty="0">
                <a:latin typeface="Courier New" panose="02070309020205020404" pitchFamily="49" charset="0"/>
                <a:cs typeface="Courier New" panose="02070309020205020404" pitchFamily="49" charset="0"/>
              </a:rPr>
              <a:t>ArraySortedBag </a:t>
            </a:r>
            <a:r>
              <a:rPr lang="en-US" sz="2000" dirty="0">
                <a:latin typeface="Open Sans"/>
                <a:cs typeface="Courier New" panose="02070309020205020404" pitchFamily="49" charset="0"/>
              </a:rPr>
              <a:t>(2 of 2)</a:t>
            </a:r>
            <a:endParaRPr lang="en-US" sz="2000" b="1"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a:xfrm>
            <a:off x="628650" y="1594889"/>
            <a:ext cx="7886700" cy="1632201"/>
          </a:xfrm>
        </p:spPr>
        <p:txBody>
          <a:bodyPr>
            <a:normAutofit/>
          </a:bodyPr>
          <a:lstStyle/>
          <a:p>
            <a:pPr marL="291600" indent="-291600">
              <a:spcBef>
                <a:spcPts val="1000"/>
              </a:spcBef>
            </a:pPr>
            <a:r>
              <a:rPr lang="en-US" dirty="0"/>
              <a:t>The performance improvement in the </a:t>
            </a:r>
            <a:r>
              <a:rPr lang="en-US" b="1" dirty="0">
                <a:latin typeface="Courier New" panose="02070309020205020404" pitchFamily="49" charset="0"/>
                <a:cs typeface="Courier New" panose="02070309020205020404" pitchFamily="49" charset="0"/>
              </a:rPr>
              <a:t>__eq__</a:t>
            </a:r>
            <a:r>
              <a:rPr lang="en-US" dirty="0">
                <a:latin typeface="Courier New" panose="02070309020205020404" pitchFamily="49" charset="0"/>
                <a:cs typeface="Courier New" panose="02070309020205020404" pitchFamily="49" charset="0"/>
              </a:rPr>
              <a:t> </a:t>
            </a:r>
            <a:r>
              <a:rPr lang="en-US" dirty="0"/>
              <a:t>method can be more dramatic,</a:t>
            </a:r>
          </a:p>
          <a:p>
            <a:pPr lvl="1"/>
            <a:r>
              <a:rPr lang="en-US" dirty="0"/>
              <a:t>Even though it does not use the </a:t>
            </a:r>
            <a:r>
              <a:rPr lang="en-US" b="1" dirty="0">
                <a:latin typeface="Courier New" panose="02070309020205020404" pitchFamily="49" charset="0"/>
                <a:cs typeface="Courier New" panose="02070309020205020404" pitchFamily="49" charset="0"/>
              </a:rPr>
              <a:t>in</a:t>
            </a:r>
            <a:r>
              <a:rPr lang="en-US" dirty="0"/>
              <a:t> operator</a:t>
            </a:r>
          </a:p>
          <a:p>
            <a:pPr marL="291600" indent="-291600">
              <a:spcBef>
                <a:spcPts val="1000"/>
              </a:spcBef>
            </a:pPr>
            <a:r>
              <a:rPr lang="en-US" dirty="0"/>
              <a:t>When this method is run on two regular bags of the same length, its average running time is</a:t>
            </a:r>
          </a:p>
        </p:txBody>
      </p:sp>
      <p:graphicFrame>
        <p:nvGraphicFramePr>
          <p:cNvPr id="7" name="Content Placeholder 6" descr="O (n squared)"/>
          <p:cNvGraphicFramePr>
            <a:graphicFrameLocks noGrp="1" noChangeAspect="1"/>
          </p:cNvGraphicFramePr>
          <p:nvPr>
            <p:ph idx="12"/>
            <p:extLst>
              <p:ext uri="{D42A27DB-BD31-4B8C-83A1-F6EECF244321}">
                <p14:modId xmlns:p14="http://schemas.microsoft.com/office/powerpoint/2010/main" val="3143320509"/>
              </p:ext>
            </p:extLst>
          </p:nvPr>
        </p:nvGraphicFramePr>
        <p:xfrm>
          <a:off x="4940452" y="2861069"/>
          <a:ext cx="673908" cy="355925"/>
        </p:xfrm>
        <a:graphic>
          <a:graphicData uri="http://schemas.openxmlformats.org/presentationml/2006/ole">
            <mc:AlternateContent xmlns:mc="http://schemas.openxmlformats.org/markup-compatibility/2006">
              <mc:Choice xmlns:v="urn:schemas-microsoft-com:vml" Requires="v">
                <p:oleObj spid="_x0000_s1068" name="Equation" r:id="rId3" imgW="431640" imgH="228600" progId="Equation.DSMT4">
                  <p:embed/>
                </p:oleObj>
              </mc:Choice>
              <mc:Fallback>
                <p:oleObj name="Equation" r:id="rId3" imgW="431640" imgH="228600" progId="Equation.DSMT4">
                  <p:embed/>
                  <p:pic>
                    <p:nvPicPr>
                      <p:cNvPr id="0" name=""/>
                      <p:cNvPicPr/>
                      <p:nvPr/>
                    </p:nvPicPr>
                    <p:blipFill>
                      <a:blip r:embed="rId4"/>
                      <a:stretch>
                        <a:fillRect/>
                      </a:stretch>
                    </p:blipFill>
                    <p:spPr>
                      <a:xfrm>
                        <a:off x="4940452" y="2861069"/>
                        <a:ext cx="673908" cy="355925"/>
                      </a:xfrm>
                      <a:prstGeom prst="rect">
                        <a:avLst/>
                      </a:prstGeom>
                    </p:spPr>
                  </p:pic>
                </p:oleObj>
              </mc:Fallback>
            </mc:AlternateContent>
          </a:graphicData>
        </a:graphic>
      </p:graphicFrame>
      <p:sp>
        <p:nvSpPr>
          <p:cNvPr id="6" name="Content Placeholder 5"/>
          <p:cNvSpPr>
            <a:spLocks noGrp="1"/>
          </p:cNvSpPr>
          <p:nvPr>
            <p:ph idx="13"/>
          </p:nvPr>
        </p:nvSpPr>
        <p:spPr>
          <a:xfrm>
            <a:off x="628650" y="3341402"/>
            <a:ext cx="8058150" cy="1905000"/>
          </a:xfrm>
        </p:spPr>
        <p:txBody>
          <a:bodyPr>
            <a:normAutofit lnSpcReduction="10000"/>
          </a:bodyPr>
          <a:lstStyle/>
          <a:p>
            <a:pPr marL="291600" indent="-291600">
              <a:spcBef>
                <a:spcPts val="1000"/>
              </a:spcBef>
            </a:pPr>
            <a:r>
              <a:rPr lang="en-US" dirty="0"/>
              <a:t>If you are willing to redefine the </a:t>
            </a:r>
            <a:r>
              <a:rPr lang="en-US" b="1" dirty="0">
                <a:latin typeface="Courier New" panose="02070309020205020404" pitchFamily="49" charset="0"/>
                <a:cs typeface="Courier New" panose="02070309020205020404" pitchFamily="49" charset="0"/>
              </a:rPr>
              <a:t>__eq__</a:t>
            </a:r>
            <a:r>
              <a:rPr lang="en-US" dirty="0">
                <a:latin typeface="Courier New" panose="02070309020205020404" pitchFamily="49" charset="0"/>
                <a:cs typeface="Courier New" panose="02070309020205020404" pitchFamily="49" charset="0"/>
              </a:rPr>
              <a:t> </a:t>
            </a:r>
            <a:r>
              <a:rPr lang="en-US" dirty="0"/>
              <a:t>method in </a:t>
            </a:r>
            <a:r>
              <a:rPr lang="en-US" b="1" dirty="0">
                <a:latin typeface="Courier New" panose="02070309020205020404" pitchFamily="49" charset="0"/>
                <a:cs typeface="Courier New" panose="02070309020205020404" pitchFamily="49" charset="0"/>
              </a:rPr>
              <a:t>ArraySortedBag</a:t>
            </a:r>
            <a:r>
              <a:rPr lang="en-US" dirty="0"/>
              <a:t>,</a:t>
            </a:r>
          </a:p>
          <a:p>
            <a:pPr lvl="1">
              <a:spcBef>
                <a:spcPts val="1000"/>
              </a:spcBef>
            </a:pPr>
            <a:r>
              <a:rPr lang="en-US" dirty="0"/>
              <a:t>You can reduce its average running time to O(</a:t>
            </a:r>
            <a:r>
              <a:rPr lang="en-US" i="1" dirty="0"/>
              <a:t>n</a:t>
            </a:r>
            <a:r>
              <a:rPr lang="en-US" dirty="0"/>
              <a:t>)</a:t>
            </a:r>
          </a:p>
          <a:p>
            <a:pPr marL="291600" indent="-291600">
              <a:spcBef>
                <a:spcPts val="1000"/>
              </a:spcBef>
            </a:pPr>
            <a:r>
              <a:rPr lang="en-US" dirty="0"/>
              <a:t>This implementation takes advantage of the fact that the pairs of items being compared in the two sorted bags appear in the same order as you iterate through them</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20743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 Note on Class Hierarchies in Python </a:t>
            </a:r>
            <a:r>
              <a:rPr lang="en-US" sz="2000" dirty="0"/>
              <a:t>(1 of 2)</a:t>
            </a:r>
          </a:p>
        </p:txBody>
      </p:sp>
      <p:sp>
        <p:nvSpPr>
          <p:cNvPr id="3" name="Content Placeholder 2"/>
          <p:cNvSpPr>
            <a:spLocks noGrp="1"/>
          </p:cNvSpPr>
          <p:nvPr>
            <p:ph idx="1"/>
          </p:nvPr>
        </p:nvSpPr>
        <p:spPr>
          <a:xfrm>
            <a:off x="628650" y="1825625"/>
            <a:ext cx="7886700" cy="460375"/>
          </a:xfrm>
        </p:spPr>
        <p:txBody>
          <a:bodyPr/>
          <a:lstStyle/>
          <a:p>
            <a:pPr marL="0" indent="0">
              <a:spcBef>
                <a:spcPts val="1000"/>
              </a:spcBef>
              <a:buNone/>
            </a:pPr>
            <a:r>
              <a:rPr lang="en-IN" b="1" dirty="0"/>
              <a:t>Figure 6-2: </a:t>
            </a:r>
            <a:r>
              <a:rPr lang="en-IN" dirty="0"/>
              <a:t>A portion of Python’s class hierarchy</a:t>
            </a:r>
            <a:endParaRPr lang="en-US" dirty="0"/>
          </a:p>
        </p:txBody>
      </p:sp>
      <p:pic>
        <p:nvPicPr>
          <p:cNvPr id="7" name="Content Placeholder 6" descr="Illustration shows class hierarchy of built-in classes especially datatypes which are classes themselves. Boxes labeled as dict, list, str and tuple pointing upwards to the box labeled object which is the topmost or root class."/>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371600" y="2895600"/>
            <a:ext cx="5814912" cy="2487874"/>
          </a:xfr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77121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 Note on Class Hierarchies in Python </a:t>
            </a:r>
            <a:r>
              <a:rPr lang="en-US" sz="2000" dirty="0"/>
              <a:t>(2 of 2)</a:t>
            </a:r>
          </a:p>
        </p:txBody>
      </p:sp>
      <p:sp>
        <p:nvSpPr>
          <p:cNvPr id="3" name="Content Placeholder 2"/>
          <p:cNvSpPr>
            <a:spLocks noGrp="1"/>
          </p:cNvSpPr>
          <p:nvPr>
            <p:ph idx="1"/>
          </p:nvPr>
        </p:nvSpPr>
        <p:spPr>
          <a:xfrm>
            <a:off x="628650" y="1825625"/>
            <a:ext cx="7886700" cy="3051175"/>
          </a:xfrm>
        </p:spPr>
        <p:txBody>
          <a:bodyPr>
            <a:normAutofit/>
          </a:bodyPr>
          <a:lstStyle/>
          <a:p>
            <a:pPr marL="291600" indent="-291600">
              <a:spcBef>
                <a:spcPts val="1000"/>
              </a:spcBef>
            </a:pPr>
            <a:r>
              <a:rPr lang="en-US" dirty="0"/>
              <a:t>When you define a new class and omit the parent class from the syntax,</a:t>
            </a:r>
          </a:p>
          <a:p>
            <a:pPr lvl="1">
              <a:spcBef>
                <a:spcPts val="1000"/>
              </a:spcBef>
            </a:pPr>
            <a:r>
              <a:rPr lang="en-US" dirty="0"/>
              <a:t>Python automatically installs this class under the </a:t>
            </a:r>
            <a:r>
              <a:rPr lang="en-US" b="1" dirty="0">
                <a:latin typeface="Courier New" panose="02070309020205020404" pitchFamily="49" charset="0"/>
                <a:cs typeface="Courier New" panose="02070309020205020404" pitchFamily="49" charset="0"/>
              </a:rPr>
              <a:t>object</a:t>
            </a:r>
            <a:r>
              <a:rPr lang="en-US" dirty="0"/>
              <a:t> class</a:t>
            </a:r>
          </a:p>
          <a:p>
            <a:pPr marL="291600" indent="-291600">
              <a:spcBef>
                <a:spcPts val="1000"/>
              </a:spcBef>
            </a:pPr>
            <a:r>
              <a:rPr lang="en-US" dirty="0"/>
              <a:t>When you design a new set of collection classes,</a:t>
            </a:r>
          </a:p>
          <a:p>
            <a:pPr lvl="1">
              <a:spcBef>
                <a:spcPts val="1000"/>
              </a:spcBef>
            </a:pPr>
            <a:r>
              <a:rPr lang="en-US" dirty="0"/>
              <a:t>It’s generally not a good idea to subclass under a built-in Python collection class</a:t>
            </a:r>
          </a:p>
          <a:p>
            <a:pPr marL="291600" indent="-291600">
              <a:spcBef>
                <a:spcPts val="1000"/>
              </a:spcBef>
            </a:pPr>
            <a:r>
              <a:rPr lang="en-US" dirty="0"/>
              <a:t>Instead, develop your own classes to conform to interfaces</a:t>
            </a:r>
          </a:p>
          <a:p>
            <a:pPr lvl="1">
              <a:spcBef>
                <a:spcPts val="1000"/>
              </a:spcBef>
            </a:pPr>
            <a:r>
              <a:rPr lang="en-US" dirty="0"/>
              <a:t>And place the topmost class in your hierarchy under the </a:t>
            </a:r>
            <a:r>
              <a:rPr lang="en-US" b="1" dirty="0">
                <a:latin typeface="Courier New" panose="02070309020205020404" pitchFamily="49" charset="0"/>
                <a:cs typeface="Courier New" panose="02070309020205020404" pitchFamily="49" charset="0"/>
              </a:rPr>
              <a:t>object </a:t>
            </a:r>
            <a:r>
              <a:rPr lang="en-US" dirty="0"/>
              <a:t>class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79542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Using Abstract Classes to Eliminate Redundant Code</a:t>
            </a:r>
          </a:p>
        </p:txBody>
      </p:sp>
      <p:sp>
        <p:nvSpPr>
          <p:cNvPr id="3" name="Content Placeholder 2"/>
          <p:cNvSpPr>
            <a:spLocks noGrp="1"/>
          </p:cNvSpPr>
          <p:nvPr>
            <p:ph idx="1"/>
          </p:nvPr>
        </p:nvSpPr>
        <p:spPr>
          <a:xfrm>
            <a:off x="628650" y="1825625"/>
            <a:ext cx="7886700" cy="3584575"/>
          </a:xfrm>
        </p:spPr>
        <p:txBody>
          <a:bodyPr>
            <a:normAutofit/>
          </a:bodyPr>
          <a:lstStyle/>
          <a:p>
            <a:pPr marL="291600" indent="-291600">
              <a:spcBef>
                <a:spcPts val="1000"/>
              </a:spcBef>
            </a:pPr>
            <a:r>
              <a:rPr lang="en-US" dirty="0"/>
              <a:t>Keep potentially redundant methods in a parent class and share them with another class via inheritance</a:t>
            </a:r>
          </a:p>
          <a:p>
            <a:pPr marL="291600" indent="-291600">
              <a:spcBef>
                <a:spcPts val="1000"/>
              </a:spcBef>
            </a:pPr>
            <a:r>
              <a:rPr lang="en-US" dirty="0"/>
              <a:t>This section covers how to eliminate redundant methods and data in a set of existing classes by factoring the code for them into a common superclass:</a:t>
            </a:r>
          </a:p>
          <a:p>
            <a:pPr lvl="1">
              <a:spcBef>
                <a:spcPts val="1000"/>
              </a:spcBef>
            </a:pPr>
            <a:r>
              <a:rPr lang="en-US" dirty="0"/>
              <a:t>Called an </a:t>
            </a:r>
            <a:r>
              <a:rPr lang="en-US" i="1" dirty="0"/>
              <a:t>abstract class,</a:t>
            </a:r>
            <a:r>
              <a:rPr lang="en-US" dirty="0"/>
              <a:t> it captures the common features and behavior of a set of related classes</a:t>
            </a:r>
          </a:p>
          <a:p>
            <a:pPr marL="291600" indent="-291600">
              <a:spcBef>
                <a:spcPts val="1000"/>
              </a:spcBef>
            </a:pPr>
            <a:r>
              <a:rPr lang="en-US" dirty="0"/>
              <a:t>Its subclasses are called </a:t>
            </a:r>
            <a:r>
              <a:rPr lang="en-US" i="1" dirty="0"/>
              <a:t>concrete classes </a:t>
            </a:r>
            <a:r>
              <a:rPr lang="en-US" dirty="0"/>
              <a:t>to indicate that they are the classes actually used to create objects in client applications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28843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Designing an </a:t>
            </a:r>
            <a:r>
              <a:rPr lang="en-US" b="1" dirty="0">
                <a:latin typeface="Courier New" panose="02070309020205020404" pitchFamily="49" charset="0"/>
                <a:cs typeface="Courier New" panose="02070309020205020404" pitchFamily="49" charset="0"/>
              </a:rPr>
              <a:t>AbstractBag</a:t>
            </a:r>
            <a:r>
              <a:rPr lang="en-US" b="1" dirty="0"/>
              <a:t> Class </a:t>
            </a:r>
            <a:r>
              <a:rPr lang="en-US" sz="2000" dirty="0"/>
              <a:t>(1 of 4)</a:t>
            </a:r>
          </a:p>
        </p:txBody>
      </p:sp>
      <p:sp>
        <p:nvSpPr>
          <p:cNvPr id="3" name="Content Placeholder 2"/>
          <p:cNvSpPr>
            <a:spLocks noGrp="1"/>
          </p:cNvSpPr>
          <p:nvPr>
            <p:ph idx="1"/>
          </p:nvPr>
        </p:nvSpPr>
        <p:spPr>
          <a:xfrm>
            <a:off x="628650" y="1851263"/>
            <a:ext cx="7886700" cy="4109429"/>
          </a:xfrm>
        </p:spPr>
        <p:txBody>
          <a:bodyPr>
            <a:normAutofit lnSpcReduction="10000"/>
          </a:bodyPr>
          <a:lstStyle/>
          <a:p>
            <a:pPr marL="291600" indent="-291600">
              <a:spcBef>
                <a:spcPts val="1000"/>
              </a:spcBef>
            </a:pPr>
            <a:r>
              <a:rPr lang="en-US" dirty="0"/>
              <a:t>In the case of your bag classes, the most redundant methods include:</a:t>
            </a:r>
          </a:p>
          <a:p>
            <a:pPr lvl="1">
              <a:spcBef>
                <a:spcPts val="1000"/>
              </a:spcBef>
            </a:pPr>
            <a:r>
              <a:rPr lang="en-US" b="1" dirty="0">
                <a:latin typeface="Courier New" panose="02070309020205020404" pitchFamily="49" charset="0"/>
                <a:cs typeface="Courier New" panose="02070309020205020404" pitchFamily="49" charset="0"/>
              </a:rPr>
              <a:t>isEmpty</a:t>
            </a:r>
            <a:r>
              <a:rPr lang="en-US" b="1" dirty="0"/>
              <a:t>, </a:t>
            </a:r>
            <a:r>
              <a:rPr lang="en-US" b="1" dirty="0">
                <a:latin typeface="Courier New" panose="02070309020205020404" pitchFamily="49" charset="0"/>
                <a:cs typeface="Courier New" panose="02070309020205020404" pitchFamily="49" charset="0"/>
              </a:rPr>
              <a:t>_str_, </a:t>
            </a:r>
            <a:r>
              <a:rPr lang="en-US" b="1" dirty="0"/>
              <a:t>_</a:t>
            </a:r>
            <a:r>
              <a:rPr lang="en-US" b="1" dirty="0">
                <a:latin typeface="Courier New" panose="02070309020205020404" pitchFamily="49" charset="0"/>
                <a:cs typeface="Courier New" panose="02070309020205020404" pitchFamily="49" charset="0"/>
              </a:rPr>
              <a:t>add_, count</a:t>
            </a:r>
            <a:r>
              <a:rPr lang="en-US" dirty="0"/>
              <a:t>, and </a:t>
            </a:r>
            <a:r>
              <a:rPr lang="en-US" b="1" dirty="0">
                <a:latin typeface="Courier New" panose="02070309020205020404" pitchFamily="49" charset="0"/>
                <a:cs typeface="Courier New" panose="02070309020205020404" pitchFamily="49" charset="0"/>
              </a:rPr>
              <a:t>_eq_</a:t>
            </a:r>
          </a:p>
          <a:p>
            <a:pPr marL="291600" indent="-291600">
              <a:spcBef>
                <a:spcPts val="1000"/>
              </a:spcBef>
            </a:pPr>
            <a:r>
              <a:rPr lang="en-US" dirty="0"/>
              <a:t>Redundant instance variables are trickier to spot:</a:t>
            </a:r>
          </a:p>
          <a:p>
            <a:pPr lvl="1">
              <a:spcBef>
                <a:spcPts val="1000"/>
              </a:spcBef>
            </a:pPr>
            <a:r>
              <a:rPr lang="en-US" dirty="0"/>
              <a:t>Your bag classes use two instance variables: </a:t>
            </a:r>
            <a:r>
              <a:rPr lang="en-US" b="1" dirty="0">
                <a:latin typeface="Courier New" panose="02070309020205020404" pitchFamily="49" charset="0"/>
                <a:cs typeface="Courier New" panose="02070309020205020404" pitchFamily="49" charset="0"/>
              </a:rPr>
              <a:t>self.items</a:t>
            </a:r>
            <a:r>
              <a:rPr lang="en-US" dirty="0"/>
              <a:t> and </a:t>
            </a:r>
            <a:r>
              <a:rPr lang="en-US" b="1" dirty="0">
                <a:latin typeface="Courier New" panose="02070309020205020404" pitchFamily="49" charset="0"/>
                <a:cs typeface="Courier New" panose="02070309020205020404" pitchFamily="49" charset="0"/>
              </a:rPr>
              <a:t>self.size</a:t>
            </a:r>
          </a:p>
          <a:p>
            <a:pPr marL="291600" indent="-291600">
              <a:spcBef>
                <a:spcPts val="1000"/>
              </a:spcBef>
            </a:pPr>
            <a:r>
              <a:rPr lang="en-US" dirty="0"/>
              <a:t>To discovery redundancy:</a:t>
            </a:r>
          </a:p>
          <a:p>
            <a:pPr lvl="1">
              <a:spcBef>
                <a:spcPts val="1000"/>
              </a:spcBef>
            </a:pPr>
            <a:r>
              <a:rPr lang="en-US" dirty="0"/>
              <a:t>Look at the types of data to which the variables refer</a:t>
            </a:r>
          </a:p>
          <a:p>
            <a:pPr lvl="1">
              <a:spcBef>
                <a:spcPts val="1000"/>
              </a:spcBef>
            </a:pPr>
            <a:r>
              <a:rPr lang="en-US" dirty="0"/>
              <a:t>Only </a:t>
            </a:r>
            <a:r>
              <a:rPr lang="en-US" b="1" dirty="0">
                <a:latin typeface="Courier New" panose="02070309020205020404" pitchFamily="49" charset="0"/>
                <a:cs typeface="Courier New" panose="02070309020205020404" pitchFamily="49" charset="0"/>
              </a:rPr>
              <a:t>self.size</a:t>
            </a:r>
            <a:r>
              <a:rPr lang="en-US" dirty="0"/>
              <a:t> is redundant as it refers to an integer value in every bag class (safe to move to an abstract class)</a:t>
            </a:r>
          </a:p>
          <a:p>
            <a:pPr marL="291600" indent="-291600">
              <a:spcBef>
                <a:spcPts val="1000"/>
              </a:spcBef>
            </a:pPr>
            <a:r>
              <a:rPr lang="en-US" dirty="0"/>
              <a:t>Because the </a:t>
            </a:r>
            <a:r>
              <a:rPr lang="en-US" b="1" dirty="0">
                <a:latin typeface="Courier New" panose="02070309020205020404" pitchFamily="49" charset="0"/>
                <a:cs typeface="Courier New" panose="02070309020205020404" pitchFamily="49" charset="0"/>
              </a:rPr>
              <a:t>_len_</a:t>
            </a:r>
            <a:r>
              <a:rPr lang="en-US" dirty="0"/>
              <a:t> method accesses </a:t>
            </a:r>
            <a:r>
              <a:rPr lang="en-US" b="1" dirty="0">
                <a:latin typeface="Courier New" panose="02070309020205020404" pitchFamily="49" charset="0"/>
                <a:cs typeface="Courier New" panose="02070309020205020404" pitchFamily="49" charset="0"/>
              </a:rPr>
              <a:t>self.size</a:t>
            </a:r>
            <a:r>
              <a:rPr lang="en-US" dirty="0"/>
              <a:t> but not </a:t>
            </a:r>
            <a:r>
              <a:rPr lang="en-US" b="1" dirty="0">
                <a:latin typeface="Courier New" panose="02070309020205020404" pitchFamily="49" charset="0"/>
                <a:cs typeface="Courier New" panose="02070309020205020404" pitchFamily="49" charset="0"/>
              </a:rPr>
              <a:t>self.items</a:t>
            </a:r>
            <a:r>
              <a:rPr lang="en-US" dirty="0"/>
              <a:t>:</a:t>
            </a:r>
          </a:p>
          <a:p>
            <a:pPr lvl="1">
              <a:spcBef>
                <a:spcPts val="1000"/>
              </a:spcBef>
            </a:pPr>
            <a:r>
              <a:rPr lang="en-US" dirty="0"/>
              <a:t>It counts as a redundant method</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01185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Designing an </a:t>
            </a:r>
            <a:r>
              <a:rPr lang="en-US" b="1" dirty="0">
                <a:latin typeface="Courier New" panose="02070309020205020404" pitchFamily="49" charset="0"/>
                <a:cs typeface="Courier New" panose="02070309020205020404" pitchFamily="49" charset="0"/>
              </a:rPr>
              <a:t>AbstractBag</a:t>
            </a:r>
            <a:r>
              <a:rPr lang="en-US" b="1" dirty="0"/>
              <a:t> Class </a:t>
            </a:r>
            <a:r>
              <a:rPr lang="en-US" sz="2000" dirty="0"/>
              <a:t>(2 of 4)</a:t>
            </a:r>
          </a:p>
        </p:txBody>
      </p:sp>
      <p:sp>
        <p:nvSpPr>
          <p:cNvPr id="3" name="Content Placeholder 2"/>
          <p:cNvSpPr>
            <a:spLocks noGrp="1"/>
          </p:cNvSpPr>
          <p:nvPr>
            <p:ph idx="1"/>
          </p:nvPr>
        </p:nvSpPr>
        <p:spPr>
          <a:xfrm>
            <a:off x="628650" y="1851263"/>
            <a:ext cx="7886700" cy="3660775"/>
          </a:xfrm>
        </p:spPr>
        <p:txBody>
          <a:bodyPr>
            <a:normAutofit lnSpcReduction="10000"/>
          </a:bodyPr>
          <a:lstStyle/>
          <a:p>
            <a:pPr marL="291600" indent="-291600">
              <a:spcBef>
                <a:spcPts val="1000"/>
              </a:spcBef>
            </a:pPr>
            <a:r>
              <a:rPr lang="en-US" dirty="0"/>
              <a:t>You can remove redundant methods from the bag classes and place them in a new class called </a:t>
            </a:r>
            <a:r>
              <a:rPr lang="en-US" b="1" dirty="0">
                <a:latin typeface="Courier New" panose="02070309020205020404" pitchFamily="49" charset="0"/>
                <a:cs typeface="Courier New" panose="02070309020205020404" pitchFamily="49" charset="0"/>
              </a:rPr>
              <a:t>AbstractBag</a:t>
            </a:r>
          </a:p>
          <a:p>
            <a:pPr marL="291600" indent="-291600">
              <a:spcBef>
                <a:spcPts val="1000"/>
              </a:spcBef>
            </a:pPr>
            <a:r>
              <a:rPr lang="en-US" dirty="0"/>
              <a:t>The bag classes then access these methods via inheritance by becoming subclasses of </a:t>
            </a:r>
            <a:r>
              <a:rPr lang="en-US" b="1" dirty="0">
                <a:latin typeface="Courier New" panose="02070309020205020404" pitchFamily="49" charset="0"/>
                <a:cs typeface="Courier New" panose="02070309020205020404" pitchFamily="49" charset="0"/>
              </a:rPr>
              <a:t>AbstractBag</a:t>
            </a:r>
          </a:p>
          <a:p>
            <a:pPr marL="291600" indent="-291600">
              <a:spcBef>
                <a:spcPts val="1000"/>
              </a:spcBef>
            </a:pPr>
            <a:r>
              <a:rPr lang="en-US" dirty="0">
                <a:latin typeface="Open Sans Regular"/>
                <a:cs typeface="Courier New" panose="02070309020205020404" pitchFamily="49" charset="0"/>
              </a:rPr>
              <a:t>Note that the </a:t>
            </a:r>
            <a:r>
              <a:rPr lang="en-US" b="1" dirty="0">
                <a:latin typeface="Courier New" panose="02070309020205020404" pitchFamily="49" charset="0"/>
                <a:cs typeface="Courier New" panose="02070309020205020404" pitchFamily="49" charset="0"/>
              </a:rPr>
              <a:t>AbstractBag</a:t>
            </a:r>
            <a:r>
              <a:rPr lang="en-US" dirty="0">
                <a:latin typeface="Open Sans Regular"/>
                <a:cs typeface="Courier New" panose="02070309020205020404" pitchFamily="49" charset="0"/>
              </a:rPr>
              <a:t> class does not implement the bag interface:</a:t>
            </a:r>
          </a:p>
          <a:p>
            <a:pPr lvl="1">
              <a:spcBef>
                <a:spcPts val="1000"/>
              </a:spcBef>
            </a:pPr>
            <a:r>
              <a:rPr lang="en-US" dirty="0">
                <a:latin typeface="Open Sans Regular"/>
                <a:cs typeface="Courier New" panose="02070309020205020404" pitchFamily="49" charset="0"/>
              </a:rPr>
              <a:t>You also now have a more obvious class hierarchy, with two levels of inheritance</a:t>
            </a:r>
          </a:p>
          <a:p>
            <a:pPr marL="291600" indent="-291600">
              <a:spcBef>
                <a:spcPts val="1000"/>
              </a:spcBef>
            </a:pPr>
            <a:r>
              <a:rPr lang="en-US" dirty="0">
                <a:latin typeface="Open Sans Regular"/>
                <a:cs typeface="Courier New" panose="02070309020205020404" pitchFamily="49" charset="0"/>
              </a:rPr>
              <a:t>The </a:t>
            </a:r>
            <a:r>
              <a:rPr lang="en-US" b="1" dirty="0">
                <a:latin typeface="Courier New" panose="02070309020205020404" pitchFamily="49" charset="0"/>
                <a:cs typeface="Courier New" panose="02070309020205020404" pitchFamily="49" charset="0"/>
              </a:rPr>
              <a:t>ArraySortedBag</a:t>
            </a:r>
            <a:r>
              <a:rPr lang="en-US" dirty="0">
                <a:latin typeface="Open Sans Regular"/>
                <a:cs typeface="Courier New" panose="02070309020205020404" pitchFamily="49" charset="0"/>
              </a:rPr>
              <a:t> class now inherits some methods and data directly from its parent class </a:t>
            </a:r>
            <a:r>
              <a:rPr lang="en-US" b="1" dirty="0">
                <a:latin typeface="Courier New" panose="02070309020205020404" pitchFamily="49" charset="0"/>
                <a:cs typeface="Courier New" panose="02070309020205020404" pitchFamily="49" charset="0"/>
              </a:rPr>
              <a:t>ArrayBag</a:t>
            </a:r>
            <a:endParaRPr lang="en-US" dirty="0">
              <a:latin typeface="Open Sans Regular"/>
              <a:cs typeface="Courier New" panose="02070309020205020404" pitchFamily="49" charset="0"/>
            </a:endParaRPr>
          </a:p>
          <a:p>
            <a:pPr lvl="1">
              <a:spcBef>
                <a:spcPts val="1000"/>
              </a:spcBef>
            </a:pPr>
            <a:r>
              <a:rPr lang="en-US" dirty="0">
                <a:latin typeface="Open Sans Regular"/>
                <a:cs typeface="Courier New" panose="02070309020205020404" pitchFamily="49" charset="0"/>
              </a:rPr>
              <a:t>And other methods and data indirectly from its ancestor class </a:t>
            </a:r>
            <a:r>
              <a:rPr lang="en-US" b="1" dirty="0">
                <a:latin typeface="Courier New" panose="02070309020205020404" pitchFamily="49" charset="0"/>
                <a:cs typeface="Courier New" panose="02070309020205020404" pitchFamily="49" charset="0"/>
              </a:rPr>
              <a:t>AbstractBag</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32112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Designing an </a:t>
            </a:r>
            <a:r>
              <a:rPr lang="en-US" b="1" dirty="0">
                <a:latin typeface="Courier New" panose="02070309020205020404" pitchFamily="49" charset="0"/>
                <a:cs typeface="Courier New" panose="02070309020205020404" pitchFamily="49" charset="0"/>
              </a:rPr>
              <a:t>AbstractBag</a:t>
            </a:r>
            <a:r>
              <a:rPr lang="en-US" b="1" dirty="0"/>
              <a:t> Class </a:t>
            </a:r>
            <a:r>
              <a:rPr lang="en-US" sz="2000" dirty="0"/>
              <a:t>(3 of 4)</a:t>
            </a:r>
          </a:p>
        </p:txBody>
      </p:sp>
      <p:sp>
        <p:nvSpPr>
          <p:cNvPr id="3" name="Content Placeholder 2"/>
          <p:cNvSpPr>
            <a:spLocks noGrp="1"/>
          </p:cNvSpPr>
          <p:nvPr>
            <p:ph idx="1"/>
          </p:nvPr>
        </p:nvSpPr>
        <p:spPr>
          <a:xfrm>
            <a:off x="628650" y="1825626"/>
            <a:ext cx="8284614" cy="384174"/>
          </a:xfrm>
        </p:spPr>
        <p:txBody>
          <a:bodyPr>
            <a:normAutofit/>
          </a:bodyPr>
          <a:lstStyle/>
          <a:p>
            <a:pPr marL="0" indent="0">
              <a:spcBef>
                <a:spcPts val="1000"/>
              </a:spcBef>
              <a:buNone/>
            </a:pPr>
            <a:r>
              <a:rPr lang="en-IN" b="1" dirty="0"/>
              <a:t>Figure 6-3: </a:t>
            </a:r>
            <a:r>
              <a:rPr lang="en-IN" dirty="0"/>
              <a:t>Adding an abstract bag class to the collection framework</a:t>
            </a:r>
            <a:endParaRPr lang="en-US" b="1" dirty="0">
              <a:latin typeface="Courier New" panose="02070309020205020404" pitchFamily="49" charset="0"/>
              <a:cs typeface="Courier New" panose="02070309020205020404" pitchFamily="49" charset="0"/>
            </a:endParaRPr>
          </a:p>
        </p:txBody>
      </p:sp>
      <p:pic>
        <p:nvPicPr>
          <p:cNvPr id="7" name="Content Placeholder 6" descr="Illustrations shows have an abstract class is added to the collection framework. Figure shows boxes with labels pointing to others with arrows from bottom to top. Array Sorted Bag points to Array Bag. Linked Bag and Array Bag point to Bag Interface with dashed arrows. Linked Bag and Array Bag point to Abstract Bag."/>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2477924" y="2433979"/>
            <a:ext cx="3667081" cy="3443301"/>
          </a:xfr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658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Designing an </a:t>
            </a:r>
            <a:r>
              <a:rPr lang="en-US" b="1" dirty="0">
                <a:latin typeface="Courier New" panose="02070309020205020404" pitchFamily="49" charset="0"/>
                <a:cs typeface="Courier New" panose="02070309020205020404" pitchFamily="49" charset="0"/>
              </a:rPr>
              <a:t>AbstractBag</a:t>
            </a:r>
            <a:r>
              <a:rPr lang="en-US" b="1" dirty="0"/>
              <a:t> Class </a:t>
            </a:r>
            <a:r>
              <a:rPr lang="en-US" sz="2000" dirty="0"/>
              <a:t>(4 of 4)</a:t>
            </a:r>
          </a:p>
        </p:txBody>
      </p:sp>
      <p:sp>
        <p:nvSpPr>
          <p:cNvPr id="3" name="Content Placeholder 2"/>
          <p:cNvSpPr>
            <a:spLocks noGrp="1"/>
          </p:cNvSpPr>
          <p:nvPr>
            <p:ph idx="1"/>
          </p:nvPr>
        </p:nvSpPr>
        <p:spPr>
          <a:xfrm>
            <a:off x="628650" y="1825625"/>
            <a:ext cx="7886700" cy="3355975"/>
          </a:xfrm>
        </p:spPr>
        <p:txBody>
          <a:bodyPr>
            <a:normAutofit/>
          </a:bodyPr>
          <a:lstStyle/>
          <a:p>
            <a:pPr marL="291600" indent="-291600">
              <a:spcBef>
                <a:spcPts val="1000"/>
              </a:spcBef>
            </a:pPr>
            <a:r>
              <a:rPr lang="en-US" dirty="0"/>
              <a:t>To create the </a:t>
            </a:r>
            <a:r>
              <a:rPr lang="en-US" b="1" dirty="0">
                <a:latin typeface="Courier New" panose="02070309020205020404" pitchFamily="49" charset="0"/>
                <a:cs typeface="Courier New" panose="02070309020205020404" pitchFamily="49" charset="0"/>
              </a:rPr>
              <a:t>AbstractBag</a:t>
            </a:r>
            <a:r>
              <a:rPr lang="en-US" dirty="0"/>
              <a:t> class, you start by copying the contents of one of its subclasses to a new file and save that file as </a:t>
            </a:r>
            <a:r>
              <a:rPr lang="en-US" b="1" dirty="0">
                <a:latin typeface="Courier New" panose="02070309020205020404" pitchFamily="49" charset="0"/>
                <a:cs typeface="Courier New" panose="02070309020205020404" pitchFamily="49" charset="0"/>
              </a:rPr>
              <a:t>abstractbag.py</a:t>
            </a:r>
          </a:p>
          <a:p>
            <a:pPr marL="291600" indent="-291600">
              <a:spcBef>
                <a:spcPts val="1000"/>
              </a:spcBef>
            </a:pPr>
            <a:r>
              <a:rPr lang="en-US" dirty="0"/>
              <a:t>Then perform the following steps:</a:t>
            </a:r>
          </a:p>
          <a:p>
            <a:pPr lvl="1">
              <a:spcBef>
                <a:spcPts val="1000"/>
              </a:spcBef>
            </a:pPr>
            <a:r>
              <a:rPr lang="en-US" dirty="0"/>
              <a:t>Delete any irrelevant imports and rename the class </a:t>
            </a:r>
            <a:r>
              <a:rPr lang="en-US" b="1" dirty="0">
                <a:latin typeface="Courier New" panose="02070309020205020404" pitchFamily="49" charset="0"/>
                <a:cs typeface="Courier New" panose="02070309020205020404" pitchFamily="49" charset="0"/>
              </a:rPr>
              <a:t>AbstractBag</a:t>
            </a:r>
            <a:endParaRPr lang="en-US" dirty="0">
              <a:latin typeface="Courier New" panose="02070309020205020404" pitchFamily="49" charset="0"/>
              <a:cs typeface="Courier New" panose="02070309020205020404" pitchFamily="49" charset="0"/>
            </a:endParaRPr>
          </a:p>
          <a:p>
            <a:pPr lvl="1">
              <a:spcBef>
                <a:spcPts val="1000"/>
              </a:spcBef>
            </a:pPr>
            <a:r>
              <a:rPr lang="en-US" dirty="0"/>
              <a:t>Delete all the methods that directly access the instance variable </a:t>
            </a:r>
            <a:r>
              <a:rPr lang="en-US" b="1" dirty="0">
                <a:latin typeface="Courier New" panose="02070309020205020404" pitchFamily="49" charset="0"/>
                <a:cs typeface="Courier New" panose="02070309020205020404" pitchFamily="49" charset="0"/>
              </a:rPr>
              <a:t>self.items</a:t>
            </a:r>
            <a:r>
              <a:rPr lang="en-US" dirty="0"/>
              <a:t>, except for the </a:t>
            </a:r>
            <a:r>
              <a:rPr lang="en-US" b="1" dirty="0">
                <a:latin typeface="Courier New" panose="02070309020205020404" pitchFamily="49" charset="0"/>
                <a:cs typeface="Courier New" panose="02070309020205020404" pitchFamily="49" charset="0"/>
              </a:rPr>
              <a:t>__init__</a:t>
            </a:r>
            <a:r>
              <a:rPr lang="en-US" dirty="0">
                <a:latin typeface="Courier New" panose="02070309020205020404" pitchFamily="49" charset="0"/>
                <a:cs typeface="Courier New" panose="02070309020205020404" pitchFamily="49" charset="0"/>
              </a:rPr>
              <a:t> </a:t>
            </a:r>
            <a:r>
              <a:rPr lang="en-US" dirty="0"/>
              <a:t>method:</a:t>
            </a:r>
          </a:p>
          <a:p>
            <a:pPr lvl="2">
              <a:spcBef>
                <a:spcPts val="1000"/>
              </a:spcBef>
            </a:pPr>
            <a:r>
              <a:rPr lang="en-US" dirty="0"/>
              <a:t>The next subsection shows you how to modify the </a:t>
            </a:r>
            <a:r>
              <a:rPr lang="en-US" b="1" dirty="0">
                <a:latin typeface="Courier New" panose="02070309020205020404" pitchFamily="49" charset="0"/>
                <a:cs typeface="Courier New" panose="02070309020205020404" pitchFamily="49" charset="0"/>
              </a:rPr>
              <a:t>__init__</a:t>
            </a:r>
            <a:r>
              <a:rPr lang="en-US" dirty="0">
                <a:latin typeface="Courier New" panose="02070309020205020404" pitchFamily="49" charset="0"/>
                <a:cs typeface="Courier New" panose="02070309020205020404" pitchFamily="49" charset="0"/>
              </a:rPr>
              <a:t> </a:t>
            </a:r>
            <a:r>
              <a:rPr lang="en-US" dirty="0"/>
              <a:t>method</a:t>
            </a:r>
            <a:endParaRPr lang="en-US" dirty="0">
              <a:latin typeface="Open Sans Regular"/>
              <a:cs typeface="Courier New" panose="02070309020205020404" pitchFamily="49" charset="0"/>
            </a:endParaRP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8004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6991350" cy="854074"/>
          </a:xfrm>
        </p:spPr>
        <p:txBody>
          <a:bodyPr/>
          <a:lstStyle/>
          <a:p>
            <a:r>
              <a:rPr lang="en-US" b="1" dirty="0"/>
              <a:t>Redoing the </a:t>
            </a:r>
            <a:r>
              <a:rPr lang="en-US" b="1" dirty="0">
                <a:latin typeface="Courier New" panose="02070309020205020404" pitchFamily="49" charset="0"/>
                <a:cs typeface="Courier New" panose="02070309020205020404" pitchFamily="49" charset="0"/>
              </a:rPr>
              <a:t>_init_ </a:t>
            </a:r>
            <a:r>
              <a:rPr lang="en-US" b="1" dirty="0"/>
              <a:t>Method in </a:t>
            </a:r>
            <a:r>
              <a:rPr lang="en-US" b="1" dirty="0">
                <a:latin typeface="Courier New" panose="02070309020205020404" pitchFamily="49" charset="0"/>
                <a:cs typeface="Courier New" panose="02070309020205020404" pitchFamily="49" charset="0"/>
              </a:rPr>
              <a:t>AbstractBag </a:t>
            </a:r>
            <a:r>
              <a:rPr lang="en-US" sz="2000" dirty="0">
                <a:latin typeface="Open Sans"/>
                <a:cs typeface="Courier New" panose="02070309020205020404" pitchFamily="49" charset="0"/>
              </a:rPr>
              <a:t>(1 of 2)</a:t>
            </a:r>
            <a:endParaRPr lang="en-US" sz="2000" b="1"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a:xfrm>
            <a:off x="628650" y="1825625"/>
            <a:ext cx="7886700" cy="2974975"/>
          </a:xfrm>
        </p:spPr>
        <p:txBody>
          <a:bodyPr>
            <a:normAutofit/>
          </a:bodyPr>
          <a:lstStyle/>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__init__</a:t>
            </a:r>
            <a:r>
              <a:rPr lang="en-US" dirty="0">
                <a:latin typeface="Courier New" panose="02070309020205020404" pitchFamily="49" charset="0"/>
                <a:cs typeface="Courier New" panose="02070309020205020404" pitchFamily="49" charset="0"/>
              </a:rPr>
              <a:t> </a:t>
            </a:r>
            <a:r>
              <a:rPr lang="en-US" dirty="0"/>
              <a:t>method in </a:t>
            </a:r>
            <a:r>
              <a:rPr lang="en-US" b="1" dirty="0">
                <a:latin typeface="Courier New" panose="02070309020205020404" pitchFamily="49" charset="0"/>
                <a:cs typeface="Courier New" panose="02070309020205020404" pitchFamily="49" charset="0"/>
              </a:rPr>
              <a:t>AbstractBag</a:t>
            </a:r>
            <a:r>
              <a:rPr lang="en-US" dirty="0"/>
              <a:t> is responsible for performing two steps:</a:t>
            </a:r>
          </a:p>
          <a:p>
            <a:pPr lvl="1">
              <a:spcBef>
                <a:spcPts val="1000"/>
              </a:spcBef>
            </a:pPr>
            <a:r>
              <a:rPr lang="en-US" dirty="0"/>
              <a:t>Introducing the variable </a:t>
            </a:r>
            <a:r>
              <a:rPr lang="en-US" b="1" dirty="0">
                <a:latin typeface="Courier New" panose="02070309020205020404" pitchFamily="49" charset="0"/>
                <a:cs typeface="Courier New" panose="02070309020205020404" pitchFamily="49" charset="0"/>
              </a:rPr>
              <a:t>self.size</a:t>
            </a:r>
            <a:r>
              <a:rPr lang="en-US" dirty="0"/>
              <a:t> and initializing it to 0</a:t>
            </a:r>
          </a:p>
          <a:p>
            <a:pPr lvl="1">
              <a:spcBef>
                <a:spcPts val="1000"/>
              </a:spcBef>
            </a:pPr>
            <a:r>
              <a:rPr lang="en-US" dirty="0"/>
              <a:t>Adding the items from the source collection to </a:t>
            </a:r>
            <a:r>
              <a:rPr lang="en-US" b="1" dirty="0">
                <a:latin typeface="Courier New" panose="02070309020205020404" pitchFamily="49" charset="0"/>
                <a:cs typeface="Courier New" panose="02070309020205020404" pitchFamily="49" charset="0"/>
              </a:rPr>
              <a:t>self</a:t>
            </a:r>
            <a:r>
              <a:rPr lang="en-US" dirty="0"/>
              <a:t>, if the source collection is present</a:t>
            </a:r>
          </a:p>
          <a:p>
            <a:pPr marL="291600" indent="-291600">
              <a:spcBef>
                <a:spcPts val="1000"/>
              </a:spcBef>
            </a:pPr>
            <a:r>
              <a:rPr lang="en-US" dirty="0"/>
              <a:t>Therefore, you delete the line of code that initializes the variable </a:t>
            </a:r>
            <a:r>
              <a:rPr lang="en-US" b="1" dirty="0">
                <a:latin typeface="Courier New" panose="02070309020205020404" pitchFamily="49" charset="0"/>
                <a:cs typeface="Courier New" panose="02070309020205020404" pitchFamily="49" charset="0"/>
              </a:rPr>
              <a:t>self.items</a:t>
            </a:r>
            <a:r>
              <a:rPr lang="en-US" dirty="0"/>
              <a:t>:</a:t>
            </a:r>
          </a:p>
          <a:p>
            <a:pPr lvl="1">
              <a:spcBef>
                <a:spcPts val="1000"/>
              </a:spcBef>
            </a:pPr>
            <a:r>
              <a:rPr lang="en-US" dirty="0"/>
              <a:t>This code is still the responsibility of the </a:t>
            </a:r>
            <a:r>
              <a:rPr lang="en-US" b="1" dirty="0">
                <a:latin typeface="Courier New" panose="02070309020205020404" pitchFamily="49" charset="0"/>
                <a:cs typeface="Courier New" panose="02070309020205020404" pitchFamily="49" charset="0"/>
              </a:rPr>
              <a:t>_init_ method </a:t>
            </a:r>
            <a:r>
              <a:rPr lang="en-US" dirty="0"/>
              <a:t>in the subclasses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71141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067550" cy="777873"/>
          </a:xfrm>
        </p:spPr>
        <p:txBody>
          <a:bodyPr/>
          <a:lstStyle/>
          <a:p>
            <a:r>
              <a:rPr lang="en-US" b="1" dirty="0"/>
              <a:t>Redoing the </a:t>
            </a:r>
            <a:r>
              <a:rPr lang="en-US" b="1" dirty="0">
                <a:latin typeface="Courier New" panose="02070309020205020404" pitchFamily="49" charset="0"/>
                <a:cs typeface="Courier New" panose="02070309020205020404" pitchFamily="49" charset="0"/>
              </a:rPr>
              <a:t>_init_ </a:t>
            </a:r>
            <a:r>
              <a:rPr lang="en-US" b="1" dirty="0"/>
              <a:t>Method in </a:t>
            </a:r>
            <a:r>
              <a:rPr lang="en-US" b="1" dirty="0">
                <a:latin typeface="Courier New" panose="02070309020205020404" pitchFamily="49" charset="0"/>
                <a:cs typeface="Courier New" panose="02070309020205020404" pitchFamily="49" charset="0"/>
              </a:rPr>
              <a:t>AbstractBag </a:t>
            </a:r>
            <a:r>
              <a:rPr lang="en-US" sz="2000" dirty="0">
                <a:latin typeface="Open Sans"/>
                <a:cs typeface="Courier New" panose="02070309020205020404" pitchFamily="49" charset="0"/>
              </a:rPr>
              <a:t>(2 of 2)</a:t>
            </a:r>
            <a:endParaRPr lang="en-US" sz="2000" b="1"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a:xfrm>
            <a:off x="628650" y="1690690"/>
            <a:ext cx="1123950" cy="306193"/>
          </a:xfrm>
        </p:spPr>
        <p:txBody>
          <a:bodyPr>
            <a:normAutofit/>
          </a:bodyPr>
          <a:lstStyle/>
          <a:p>
            <a:pPr marL="291600" indent="-291600">
              <a:spcBef>
                <a:spcPts val="1000"/>
              </a:spcBef>
            </a:pPr>
            <a:r>
              <a:rPr lang="en-US" dirty="0"/>
              <a:t>Code:</a:t>
            </a:r>
          </a:p>
        </p:txBody>
      </p:sp>
      <p:sp>
        <p:nvSpPr>
          <p:cNvPr id="5" name="Content Placeholder 4"/>
          <p:cNvSpPr>
            <a:spLocks noGrp="1"/>
          </p:cNvSpPr>
          <p:nvPr>
            <p:ph idx="12"/>
          </p:nvPr>
        </p:nvSpPr>
        <p:spPr>
          <a:xfrm>
            <a:off x="628650" y="2057401"/>
            <a:ext cx="7886700" cy="4038600"/>
          </a:xfrm>
        </p:spPr>
        <p:txBody>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abstractbag.py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Ken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AbstractBag</a:t>
            </a:r>
            <a:r>
              <a:rPr lang="en-US" b="1" dirty="0">
                <a:latin typeface="Courier New Bold" panose="02070609020205020404" pitchFamily="49" charset="0"/>
                <a:ea typeface="MS Mincho"/>
                <a:cs typeface="Courier New" panose="02070309020205020404" pitchFamily="49" charset="0"/>
              </a:rPr>
              <a:t>(</a:t>
            </a:r>
            <a:r>
              <a:rPr lang="en-US" b="1" dirty="0">
                <a:solidFill>
                  <a:srgbClr val="660066"/>
                </a:solidFill>
                <a:latin typeface="Courier New Bold" panose="02070609020205020404" pitchFamily="49" charset="0"/>
                <a:ea typeface="MS Mincho"/>
                <a:cs typeface="Courier New" panose="02070309020205020404" pitchFamily="49" charset="0"/>
              </a:rPr>
              <a:t>object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marR="91440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abstract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bag</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implementation."""</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marR="91440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Constructor</a:t>
            </a:r>
            <a:endParaRPr lang="en-US" sz="1300" dirty="0">
              <a:solidFill>
                <a:srgbClr val="C00000"/>
              </a:solidFill>
              <a:latin typeface="Bank Gothic Bold"/>
              <a:ea typeface="MS Mincho"/>
              <a:cs typeface="Bank Gothic Bold"/>
            </a:endParaRPr>
          </a:p>
          <a:p>
            <a:pPr marL="171450" marR="91440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__init__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"""Sets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initial</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state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which</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includes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contents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sourceCollection,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a:t>
            </a:r>
            <a:r>
              <a:rPr lang="en-US" dirty="0">
                <a:solidFill>
                  <a:srgbClr val="006800"/>
                </a:solidFill>
                <a:latin typeface="Times" panose="02020603050405020304" pitchFamily="18"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present."""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self.size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0</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endParaRPr lang="en-US" sz="1300" dirty="0">
              <a:latin typeface="Bank Gothic Bold"/>
              <a:ea typeface="MS Mincho"/>
              <a:cs typeface="Bank Gothic Bold"/>
            </a:endParaRPr>
          </a:p>
          <a:p>
            <a:pPr marL="171450" marR="91440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                self.add(item)</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50785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3908"/>
            <a:ext cx="7753350" cy="381000"/>
          </a:xfrm>
        </p:spPr>
        <p:txBody>
          <a:bodyPr/>
          <a:lstStyle/>
          <a:p>
            <a:r>
              <a:rPr lang="en-US" b="1" dirty="0"/>
              <a:t>Modifying the Subclasses of </a:t>
            </a:r>
            <a:r>
              <a:rPr lang="en-US" b="1" dirty="0">
                <a:latin typeface="Courier New" panose="02070309020205020404" pitchFamily="49" charset="0"/>
                <a:cs typeface="Courier New" panose="02070309020205020404" pitchFamily="49" charset="0"/>
              </a:rPr>
              <a:t>AbstractBag </a:t>
            </a:r>
            <a:r>
              <a:rPr lang="en-US" sz="2000" dirty="0">
                <a:latin typeface="Open Sans"/>
                <a:cs typeface="Courier New" panose="02070309020205020404" pitchFamily="49" charset="0"/>
              </a:rPr>
              <a:t>(1 of 3)</a:t>
            </a:r>
            <a:endParaRPr lang="en-US" sz="2000"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a:xfrm>
            <a:off x="628650" y="1825625"/>
            <a:ext cx="7886700" cy="3813175"/>
          </a:xfrm>
        </p:spPr>
        <p:txBody>
          <a:bodyPr>
            <a:normAutofit lnSpcReduction="10000"/>
          </a:bodyPr>
          <a:lstStyle/>
          <a:p>
            <a:pPr marL="291600" indent="-291600">
              <a:spcBef>
                <a:spcPts val="1000"/>
              </a:spcBef>
            </a:pPr>
            <a:r>
              <a:rPr lang="en-US" dirty="0"/>
              <a:t>Each subclass of </a:t>
            </a:r>
            <a:r>
              <a:rPr lang="en-US" b="1" dirty="0">
                <a:latin typeface="Courier New" panose="02070309020205020404" pitchFamily="49" charset="0"/>
                <a:cs typeface="Courier New" panose="02070309020205020404" pitchFamily="49" charset="0"/>
              </a:rPr>
              <a:t>AbstractBag</a:t>
            </a:r>
            <a:r>
              <a:rPr lang="en-US" dirty="0"/>
              <a:t> must now</a:t>
            </a:r>
          </a:p>
          <a:p>
            <a:pPr lvl="1">
              <a:spcBef>
                <a:spcPts val="1000"/>
              </a:spcBef>
            </a:pPr>
            <a:r>
              <a:rPr lang="en-US" dirty="0"/>
              <a:t>Import this class</a:t>
            </a:r>
          </a:p>
          <a:p>
            <a:pPr lvl="1">
              <a:spcBef>
                <a:spcPts val="1000"/>
              </a:spcBef>
            </a:pPr>
            <a:r>
              <a:rPr lang="en-US" dirty="0"/>
              <a:t>Place its name within the parentheses in the class header</a:t>
            </a:r>
          </a:p>
          <a:p>
            <a:pPr lvl="1">
              <a:spcBef>
                <a:spcPts val="1000"/>
              </a:spcBef>
            </a:pPr>
            <a:r>
              <a:rPr lang="en-US" dirty="0"/>
              <a:t>Omit the redundant methods mentioned earlier</a:t>
            </a:r>
          </a:p>
          <a:p>
            <a:pPr lvl="1">
              <a:spcBef>
                <a:spcPts val="1000"/>
              </a:spcBef>
            </a:pPr>
            <a:r>
              <a:rPr lang="en-US" dirty="0"/>
              <a:t>Include a modified </a:t>
            </a:r>
            <a:r>
              <a:rPr lang="en-US" b="1" dirty="0">
                <a:latin typeface="Courier New" panose="02070309020205020404" pitchFamily="49" charset="0"/>
                <a:cs typeface="Courier New" panose="02070309020205020404" pitchFamily="49" charset="0"/>
              </a:rPr>
              <a:t>_init_ </a:t>
            </a:r>
            <a:r>
              <a:rPr lang="en-US" dirty="0"/>
              <a:t>method</a:t>
            </a:r>
          </a:p>
          <a:p>
            <a:pPr marL="291600" indent="-291600">
              <a:spcBef>
                <a:spcPts val="1000"/>
              </a:spcBef>
            </a:pPr>
            <a:r>
              <a:rPr lang="en-US" dirty="0"/>
              <a:t>Examine the changes to the </a:t>
            </a:r>
            <a:r>
              <a:rPr lang="en-US" b="1" dirty="0">
                <a:latin typeface="Courier New" panose="02070309020205020404" pitchFamily="49" charset="0"/>
                <a:cs typeface="Courier New" panose="02070309020205020404" pitchFamily="49" charset="0"/>
              </a:rPr>
              <a:t>_init_</a:t>
            </a:r>
            <a:r>
              <a:rPr lang="en-US" b="1" dirty="0"/>
              <a:t> </a:t>
            </a:r>
            <a:r>
              <a:rPr lang="en-US" dirty="0"/>
              <a:t>method of </a:t>
            </a:r>
            <a:r>
              <a:rPr lang="en-US" b="1" dirty="0">
                <a:latin typeface="Courier New" panose="02070309020205020404" pitchFamily="49" charset="0"/>
                <a:cs typeface="Courier New" panose="02070309020205020404" pitchFamily="49" charset="0"/>
              </a:rPr>
              <a:t>ArrayBag</a:t>
            </a:r>
            <a:r>
              <a:rPr lang="en-US" dirty="0"/>
              <a:t>:</a:t>
            </a:r>
          </a:p>
          <a:p>
            <a:pPr lvl="1">
              <a:spcBef>
                <a:spcPts val="1000"/>
              </a:spcBef>
            </a:pPr>
            <a:r>
              <a:rPr lang="en-US" dirty="0"/>
              <a:t>This method is still responsible for setting self.items to a new array</a:t>
            </a:r>
          </a:p>
          <a:p>
            <a:pPr lvl="1">
              <a:spcBef>
                <a:spcPts val="1000"/>
              </a:spcBef>
            </a:pPr>
            <a:r>
              <a:rPr lang="en-US" dirty="0"/>
              <a:t>That’s the only line of code kept from before</a:t>
            </a:r>
          </a:p>
          <a:p>
            <a:pPr marL="291600" indent="-291600">
              <a:spcBef>
                <a:spcPts val="1000"/>
              </a:spcBef>
            </a:pPr>
            <a:r>
              <a:rPr lang="en-US" dirty="0"/>
              <a:t>Run the </a:t>
            </a:r>
            <a:r>
              <a:rPr lang="en-US" b="1" dirty="0">
                <a:latin typeface="Courier New" panose="02070309020205020404" pitchFamily="49" charset="0"/>
                <a:cs typeface="Courier New" panose="02070309020205020404" pitchFamily="49" charset="0"/>
              </a:rPr>
              <a:t>_init_ </a:t>
            </a:r>
            <a:r>
              <a:rPr lang="en-US" dirty="0"/>
              <a:t>method</a:t>
            </a:r>
          </a:p>
          <a:p>
            <a:pPr lvl="1">
              <a:spcBef>
                <a:spcPts val="1000"/>
              </a:spcBef>
            </a:pPr>
            <a:r>
              <a:rPr lang="en-US" dirty="0"/>
              <a:t>Initializes the bag’s size and adds the items from the source collection, if necessary</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47468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Modifying the Subclasses of </a:t>
            </a:r>
            <a:r>
              <a:rPr lang="en-US" b="1" dirty="0">
                <a:latin typeface="Courier New" panose="02070309020205020404" pitchFamily="49" charset="0"/>
                <a:cs typeface="Courier New" panose="02070309020205020404" pitchFamily="49" charset="0"/>
              </a:rPr>
              <a:t>AbstractBag </a:t>
            </a:r>
            <a:r>
              <a:rPr lang="en-US" sz="2000" dirty="0">
                <a:latin typeface="Open Sans"/>
                <a:cs typeface="Courier New" panose="02070309020205020404" pitchFamily="49" charset="0"/>
              </a:rPr>
              <a:t>(2 of 3)</a:t>
            </a:r>
            <a:endParaRPr lang="en-US" sz="2000" b="1"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a:xfrm>
            <a:off x="628650" y="1677829"/>
            <a:ext cx="7886700" cy="381000"/>
          </a:xfrm>
        </p:spPr>
        <p:txBody>
          <a:bodyPr>
            <a:normAutofit/>
          </a:bodyPr>
          <a:lstStyle/>
          <a:p>
            <a:r>
              <a:rPr lang="en-US" dirty="0"/>
              <a:t>Code for the changes to </a:t>
            </a:r>
            <a:r>
              <a:rPr lang="en-US" b="1" dirty="0">
                <a:latin typeface="Courier New" panose="02070309020205020404" pitchFamily="49" charset="0"/>
                <a:cs typeface="Courier New" panose="02070309020205020404" pitchFamily="49" charset="0"/>
              </a:rPr>
              <a:t>_init_ </a:t>
            </a:r>
            <a:r>
              <a:rPr lang="en-US" dirty="0"/>
              <a:t>in </a:t>
            </a:r>
            <a:r>
              <a:rPr lang="en-US" b="1" dirty="0">
                <a:latin typeface="Courier New" panose="02070309020205020404" pitchFamily="49" charset="0"/>
                <a:cs typeface="Courier New" panose="02070309020205020404" pitchFamily="49" charset="0"/>
              </a:rPr>
              <a:t>ArrayBag</a:t>
            </a:r>
            <a:r>
              <a:rPr lang="en-US" dirty="0"/>
              <a:t>:</a:t>
            </a:r>
          </a:p>
        </p:txBody>
      </p:sp>
      <p:sp>
        <p:nvSpPr>
          <p:cNvPr id="5" name="Content Placeholder 4"/>
          <p:cNvSpPr>
            <a:spLocks noGrp="1"/>
          </p:cNvSpPr>
          <p:nvPr>
            <p:ph idx="12"/>
          </p:nvPr>
        </p:nvSpPr>
        <p:spPr>
          <a:xfrm>
            <a:off x="654288" y="2141034"/>
            <a:ext cx="7886700" cy="3767670"/>
          </a:xfrm>
        </p:spPr>
        <p:txBody>
          <a:bodyPr>
            <a:normAutofit fontScale="92500" lnSpcReduction="2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arraybag.py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Ken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arrays</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Array</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abstractbag</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AbstractBag</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ArrayBag</a:t>
            </a:r>
            <a:r>
              <a:rPr lang="en-US" b="1" dirty="0">
                <a:latin typeface="Courier New Bold" panose="02070609020205020404" pitchFamily="49" charset="0"/>
                <a:ea typeface="MS Mincho"/>
                <a:cs typeface="Courier New" panose="02070309020205020404" pitchFamily="49" charset="0"/>
              </a:rPr>
              <a:t>(AbstractBag):</a:t>
            </a:r>
            <a:endParaRPr lang="en-US" sz="1300" dirty="0">
              <a:latin typeface="Bank Gothic Bold"/>
              <a:ea typeface="MS Mincho"/>
              <a:cs typeface="Bank Gothic Bold"/>
            </a:endParaRPr>
          </a:p>
          <a:p>
            <a:pPr marL="171450" marR="91440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"""An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array-based</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bag</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implementation."""</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marR="91440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Class</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variable</a:t>
            </a:r>
            <a:endParaRPr lang="en-US" sz="1300" dirty="0">
              <a:solidFill>
                <a:srgbClr val="C00000"/>
              </a:solidFill>
              <a:latin typeface="Bank Gothic Bold"/>
              <a:ea typeface="MS Mincho"/>
              <a:cs typeface="Bank Gothic Bold"/>
            </a:endParaRPr>
          </a:p>
          <a:p>
            <a:pPr marL="171450" marR="914400" lvl="1" indent="0">
              <a:spcBef>
                <a:spcPts val="0"/>
              </a:spcBef>
              <a:buNone/>
            </a:pPr>
            <a:r>
              <a:rPr lang="en-US" b="1" dirty="0">
                <a:latin typeface="Courier New Bold" panose="02070609020205020404" pitchFamily="49" charset="0"/>
                <a:ea typeface="MS Mincho"/>
                <a:cs typeface="Courier New" panose="02070309020205020404" pitchFamily="49" charset="0"/>
              </a:rPr>
              <a:t>    DEFAULT_CAPACITY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10</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marR="91440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Constructor</a:t>
            </a:r>
            <a:endParaRPr lang="en-US" sz="1300" dirty="0">
              <a:solidFill>
                <a:srgbClr val="C00000"/>
              </a:solidFill>
              <a:latin typeface="Bank Gothic Bold"/>
              <a:ea typeface="MS Mincho"/>
              <a:cs typeface="Bank Gothic Bold"/>
            </a:endParaRPr>
          </a:p>
          <a:p>
            <a:pPr marL="171450" marR="91440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__init__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"""Sets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initial</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state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which</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includes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contents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sourceCollection,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a:t>
            </a:r>
            <a:r>
              <a:rPr lang="en-US" dirty="0">
                <a:solidFill>
                  <a:srgbClr val="006800"/>
                </a:solidFill>
                <a:latin typeface="Times" panose="02020603050405020304" pitchFamily="18"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present."""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self.items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Array(ArrayBag.DEFAULT_CAPACITY)</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       AbstractBag.__init__(self,</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sourceCollection)</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57998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8134350" cy="549273"/>
          </a:xfrm>
        </p:spPr>
        <p:txBody>
          <a:bodyPr/>
          <a:lstStyle/>
          <a:p>
            <a:r>
              <a:rPr lang="en-US" b="1" dirty="0"/>
              <a:t>Modifying the Subclasses of </a:t>
            </a:r>
            <a:r>
              <a:rPr lang="en-US" b="1" dirty="0">
                <a:latin typeface="Courier New" panose="02070309020205020404" pitchFamily="49" charset="0"/>
                <a:cs typeface="Courier New" panose="02070309020205020404" pitchFamily="49" charset="0"/>
              </a:rPr>
              <a:t>AbstractBag </a:t>
            </a:r>
            <a:r>
              <a:rPr lang="en-US" sz="2000" dirty="0">
                <a:latin typeface="Open Sans"/>
                <a:cs typeface="Courier New" panose="02070309020205020404" pitchFamily="49" charset="0"/>
              </a:rPr>
              <a:t>(3 of 3)</a:t>
            </a:r>
            <a:endParaRPr lang="en-US" sz="2000" b="1"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a:xfrm>
            <a:off x="628650" y="1825625"/>
            <a:ext cx="8134350" cy="1603375"/>
          </a:xfrm>
        </p:spPr>
        <p:txBody>
          <a:bodyPr>
            <a:normAutofit/>
          </a:bodyPr>
          <a:lstStyle/>
          <a:p>
            <a:pPr marL="291600" indent="-291600">
              <a:spcBef>
                <a:spcPts val="1000"/>
              </a:spcBef>
            </a:pPr>
            <a:r>
              <a:rPr lang="en-US" sz="2000" dirty="0"/>
              <a:t>Note the order in which the two statements are written in </a:t>
            </a:r>
            <a:r>
              <a:rPr lang="en-US" sz="2000" b="1" dirty="0">
                <a:latin typeface="Courier New" panose="02070309020205020404" pitchFamily="49" charset="0"/>
                <a:cs typeface="Courier New" panose="02070309020205020404" pitchFamily="49" charset="0"/>
              </a:rPr>
              <a:t>__init__</a:t>
            </a:r>
          </a:p>
          <a:p>
            <a:pPr marL="291600" indent="-291600">
              <a:spcBef>
                <a:spcPts val="1000"/>
              </a:spcBef>
            </a:pPr>
            <a:r>
              <a:rPr lang="en-US" sz="2000" dirty="0"/>
              <a:t>It is critical to initialize </a:t>
            </a:r>
            <a:r>
              <a:rPr lang="en-US" sz="2000" b="1" dirty="0">
                <a:latin typeface="Courier New" panose="02070309020205020404" pitchFamily="49" charset="0"/>
                <a:cs typeface="Courier New" panose="02070309020205020404" pitchFamily="49" charset="0"/>
              </a:rPr>
              <a:t>self.items</a:t>
            </a:r>
            <a:r>
              <a:rPr lang="en-US" sz="2000" dirty="0"/>
              <a:t> to the new array before running the constructor in the superclass</a:t>
            </a:r>
          </a:p>
          <a:p>
            <a:pPr lvl="1">
              <a:spcBef>
                <a:spcPts val="1000"/>
              </a:spcBef>
            </a:pPr>
            <a:r>
              <a:rPr lang="en-US" sz="1700" dirty="0"/>
              <a:t>So that there will be storage for any items that are added to the new bag</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69854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219950" cy="930274"/>
          </a:xfrm>
        </p:spPr>
        <p:txBody>
          <a:bodyPr>
            <a:normAutofit/>
          </a:bodyPr>
          <a:lstStyle/>
          <a:p>
            <a:r>
              <a:rPr lang="en-US" b="1" dirty="0"/>
              <a:t>Generalizing the </a:t>
            </a:r>
            <a:r>
              <a:rPr lang="en-US" b="1" dirty="0">
                <a:latin typeface="Courier New" panose="02070309020205020404" pitchFamily="49" charset="0"/>
                <a:cs typeface="Courier New" panose="02070309020205020404" pitchFamily="49" charset="0"/>
              </a:rPr>
              <a:t>_add_ </a:t>
            </a:r>
            <a:r>
              <a:rPr lang="en-US" b="1" dirty="0"/>
              <a:t>Method in </a:t>
            </a:r>
            <a:r>
              <a:rPr lang="en-US" b="1" dirty="0">
                <a:latin typeface="Courier New" panose="02070309020205020404" pitchFamily="49" charset="0"/>
                <a:cs typeface="Courier New" panose="02070309020205020404" pitchFamily="49" charset="0"/>
              </a:rPr>
              <a:t>AbstractBag </a:t>
            </a:r>
            <a:r>
              <a:rPr lang="en-US" sz="2000" dirty="0">
                <a:latin typeface="Open Sans"/>
                <a:cs typeface="Courier New" panose="02070309020205020404" pitchFamily="49" charset="0"/>
              </a:rPr>
              <a:t>(1 of 2)</a:t>
            </a:r>
            <a:endParaRPr lang="en-US" sz="2000" b="1"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a:xfrm>
            <a:off x="625089" y="1761569"/>
            <a:ext cx="7886700" cy="2289175"/>
          </a:xfrm>
        </p:spPr>
        <p:txBody>
          <a:bodyPr>
            <a:normAutofit fontScale="92500" lnSpcReduction="10000"/>
          </a:bodyPr>
          <a:lstStyle/>
          <a:p>
            <a:pPr marL="291600" indent="-291600">
              <a:spcBef>
                <a:spcPts val="1000"/>
              </a:spcBef>
            </a:pPr>
            <a:r>
              <a:rPr lang="en-US" dirty="0"/>
              <a:t>If you test the bag classes with your tester function at this point,</a:t>
            </a:r>
          </a:p>
          <a:p>
            <a:pPr lvl="1">
              <a:spcBef>
                <a:spcPts val="1000"/>
              </a:spcBef>
            </a:pPr>
            <a:r>
              <a:rPr lang="en-US" dirty="0"/>
              <a:t>The </a:t>
            </a:r>
            <a:r>
              <a:rPr lang="en-US" b="1" dirty="0"/>
              <a:t>+</a:t>
            </a:r>
            <a:r>
              <a:rPr lang="en-US" dirty="0"/>
              <a:t> operator (which uses the </a:t>
            </a:r>
            <a:r>
              <a:rPr lang="en-US" b="1" dirty="0">
                <a:latin typeface="Courier New" panose="02070309020205020404" pitchFamily="49" charset="0"/>
                <a:cs typeface="Courier New" panose="02070309020205020404" pitchFamily="49" charset="0"/>
              </a:rPr>
              <a:t>__add__</a:t>
            </a:r>
            <a:r>
              <a:rPr lang="en-US" dirty="0">
                <a:latin typeface="Courier New" panose="02070309020205020404" pitchFamily="49" charset="0"/>
                <a:cs typeface="Courier New" panose="02070309020205020404" pitchFamily="49" charset="0"/>
              </a:rPr>
              <a:t> </a:t>
            </a:r>
            <a:r>
              <a:rPr lang="en-US" dirty="0"/>
              <a:t>method in </a:t>
            </a:r>
            <a:r>
              <a:rPr lang="en-US" b="1" dirty="0">
                <a:latin typeface="Courier New" panose="02070309020205020404" pitchFamily="49" charset="0"/>
                <a:cs typeface="Courier New" panose="02070309020205020404" pitchFamily="49" charset="0"/>
              </a:rPr>
              <a:t>AbstractBag</a:t>
            </a:r>
            <a:r>
              <a:rPr lang="en-US" dirty="0"/>
              <a:t>) raises an exception</a:t>
            </a:r>
          </a:p>
          <a:p>
            <a:pPr lvl="1">
              <a:spcBef>
                <a:spcPts val="1000"/>
              </a:spcBef>
            </a:pPr>
            <a:r>
              <a:rPr lang="en-US" dirty="0"/>
              <a:t>The exception states that </a:t>
            </a:r>
            <a:r>
              <a:rPr lang="en-US" b="1" dirty="0">
                <a:latin typeface="Courier New" panose="02070309020205020404" pitchFamily="49" charset="0"/>
                <a:cs typeface="Courier New" panose="02070309020205020404" pitchFamily="49" charset="0"/>
              </a:rPr>
              <a:t>AbstractBag</a:t>
            </a:r>
            <a:r>
              <a:rPr lang="en-US" dirty="0"/>
              <a:t> does not know about </a:t>
            </a:r>
            <a:r>
              <a:rPr lang="en-US" b="1" dirty="0">
                <a:latin typeface="Courier New" panose="02070309020205020404" pitchFamily="49" charset="0"/>
                <a:cs typeface="Courier New" panose="02070309020205020404" pitchFamily="49" charset="0"/>
              </a:rPr>
              <a:t>ArrayBag</a:t>
            </a:r>
            <a:r>
              <a:rPr lang="en-US" dirty="0"/>
              <a:t> (or </a:t>
            </a:r>
            <a:r>
              <a:rPr lang="en-US" b="1" dirty="0">
                <a:latin typeface="Courier New" panose="02070309020205020404" pitchFamily="49" charset="0"/>
                <a:cs typeface="Courier New" panose="02070309020205020404" pitchFamily="49" charset="0"/>
              </a:rPr>
              <a:t>LinkedBag</a:t>
            </a:r>
            <a:r>
              <a:rPr lang="en-US" dirty="0"/>
              <a:t> or </a:t>
            </a:r>
            <a:r>
              <a:rPr lang="en-US" b="1" dirty="0">
                <a:latin typeface="Courier New" panose="02070309020205020404" pitchFamily="49" charset="0"/>
                <a:cs typeface="Courier New" panose="02070309020205020404" pitchFamily="49" charset="0"/>
              </a:rPr>
              <a:t>ArraySortedBag</a:t>
            </a:r>
            <a:r>
              <a:rPr lang="en-US" dirty="0"/>
              <a:t>)</a:t>
            </a:r>
          </a:p>
          <a:p>
            <a:pPr marL="291600" indent="-291600">
              <a:spcBef>
                <a:spcPts val="1000"/>
              </a:spcBef>
            </a:pPr>
            <a:r>
              <a:rPr lang="en-US" dirty="0"/>
              <a:t>The cause of this error is that the </a:t>
            </a:r>
            <a:r>
              <a:rPr lang="en-US" b="1" dirty="0">
                <a:latin typeface="Courier New" panose="02070309020205020404" pitchFamily="49" charset="0"/>
                <a:cs typeface="Courier New" panose="02070309020205020404" pitchFamily="49" charset="0"/>
              </a:rPr>
              <a:t>__add__</a:t>
            </a:r>
            <a:r>
              <a:rPr lang="en-US" dirty="0">
                <a:latin typeface="Courier New" panose="02070309020205020404" pitchFamily="49" charset="0"/>
                <a:cs typeface="Courier New" panose="02070309020205020404" pitchFamily="49" charset="0"/>
              </a:rPr>
              <a:t> </a:t>
            </a:r>
            <a:r>
              <a:rPr lang="en-US" dirty="0"/>
              <a:t>method has attempted to create an instance of </a:t>
            </a:r>
            <a:r>
              <a:rPr lang="en-US" b="1" dirty="0">
                <a:latin typeface="Courier New" panose="02070309020205020404" pitchFamily="49" charset="0"/>
                <a:cs typeface="Courier New" panose="02070309020205020404" pitchFamily="49" charset="0"/>
              </a:rPr>
              <a:t>ArrayBag</a:t>
            </a:r>
            <a:r>
              <a:rPr lang="en-US" dirty="0"/>
              <a:t> to hold its results</a:t>
            </a:r>
          </a:p>
          <a:p>
            <a:pPr lvl="1">
              <a:spcBef>
                <a:spcPts val="1000"/>
              </a:spcBef>
            </a:pPr>
            <a:r>
              <a:rPr lang="en-US" dirty="0"/>
              <a:t>As shown in the next code segment:</a:t>
            </a:r>
          </a:p>
        </p:txBody>
      </p:sp>
      <p:sp>
        <p:nvSpPr>
          <p:cNvPr id="5" name="Content Placeholder 4"/>
          <p:cNvSpPr>
            <a:spLocks noGrp="1"/>
          </p:cNvSpPr>
          <p:nvPr>
            <p:ph idx="12"/>
          </p:nvPr>
        </p:nvSpPr>
        <p:spPr>
          <a:xfrm>
            <a:off x="628650" y="4171399"/>
            <a:ext cx="7886700" cy="1627634"/>
          </a:xfrm>
        </p:spPr>
        <p:txBody>
          <a:bodyPr>
            <a:normAutofit/>
          </a:bodyPr>
          <a:lstStyle/>
          <a:p>
            <a:pPr marL="514350" lvl="2"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__add__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000" dirty="0">
              <a:latin typeface="Bank Gothic Bold"/>
              <a:ea typeface="MS Mincho"/>
              <a:cs typeface="Bank Gothic Bold"/>
            </a:endParaRPr>
          </a:p>
          <a:p>
            <a:pPr marL="514350" marR="914400" lvl="2"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new</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bag</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containing</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contents</a:t>
            </a:r>
            <a:endParaRPr lang="en-US" sz="1000" dirty="0">
              <a:solidFill>
                <a:srgbClr val="006800"/>
              </a:solidFill>
              <a:latin typeface="Bank Gothic Bold"/>
              <a:ea typeface="MS Mincho"/>
              <a:cs typeface="Bank Gothic Bold"/>
            </a:endParaRPr>
          </a:p>
          <a:p>
            <a:pPr marL="514350" marR="914400" lvl="2"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and</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other."""</a:t>
            </a:r>
            <a:endParaRPr lang="en-US" sz="1000" dirty="0">
              <a:solidFill>
                <a:srgbClr val="006800"/>
              </a:solidFill>
              <a:latin typeface="Bank Gothic Bold"/>
              <a:ea typeface="MS Mincho"/>
              <a:cs typeface="Bank Gothic Bold"/>
            </a:endParaRPr>
          </a:p>
          <a:p>
            <a:pPr marL="514350" marR="914400" lvl="2" indent="0">
              <a:spcBef>
                <a:spcPts val="0"/>
              </a:spcBef>
              <a:buNone/>
            </a:pPr>
            <a:r>
              <a:rPr lang="en-US" b="1" dirty="0">
                <a:latin typeface="Courier New Bold" panose="02070609020205020404" pitchFamily="49" charset="0"/>
                <a:ea typeface="MS Mincho"/>
                <a:cs typeface="Courier New" panose="02070309020205020404" pitchFamily="49" charset="0"/>
              </a:rPr>
              <a:t>    result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ArrayBag(self)</a:t>
            </a:r>
            <a:endParaRPr lang="en-US" sz="1000" dirty="0">
              <a:latin typeface="Bank Gothic Bold"/>
              <a:ea typeface="MS Mincho"/>
              <a:cs typeface="Bank Gothic Bold"/>
            </a:endParaRPr>
          </a:p>
          <a:p>
            <a:pPr marL="514350" marR="914400" lvl="2"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000" dirty="0">
              <a:latin typeface="Bank Gothic Bold"/>
              <a:ea typeface="MS Mincho"/>
              <a:cs typeface="Bank Gothic Bold"/>
            </a:endParaRPr>
          </a:p>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        result.add(item)</a:t>
            </a:r>
            <a:endParaRPr lang="en-US" sz="1000" dirty="0">
              <a:latin typeface="Bank Gothic Bold"/>
              <a:ea typeface="MS Mincho"/>
              <a:cs typeface="Bank Gothic Bold"/>
            </a:endParaRPr>
          </a:p>
          <a:p>
            <a:pPr marL="685800" lvl="2" indent="0">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result</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519263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143750" cy="777874"/>
          </a:xfrm>
        </p:spPr>
        <p:txBody>
          <a:bodyPr/>
          <a:lstStyle/>
          <a:p>
            <a:r>
              <a:rPr lang="en-US" b="1" dirty="0"/>
              <a:t>Generalizing the </a:t>
            </a:r>
            <a:r>
              <a:rPr lang="en-US" b="1" dirty="0">
                <a:latin typeface="Courier New" panose="02070309020205020404" pitchFamily="49" charset="0"/>
                <a:cs typeface="Courier New" panose="02070309020205020404" pitchFamily="49" charset="0"/>
              </a:rPr>
              <a:t>_add_ </a:t>
            </a:r>
            <a:r>
              <a:rPr lang="en-US" b="1" dirty="0"/>
              <a:t>Method in </a:t>
            </a:r>
            <a:r>
              <a:rPr lang="en-US" b="1" dirty="0">
                <a:latin typeface="Courier New" panose="02070309020205020404" pitchFamily="49" charset="0"/>
                <a:cs typeface="Courier New" panose="02070309020205020404" pitchFamily="49" charset="0"/>
              </a:rPr>
              <a:t>AbstractBag </a:t>
            </a:r>
            <a:r>
              <a:rPr lang="en-US" sz="2000" dirty="0">
                <a:latin typeface="Open Sans"/>
                <a:cs typeface="Courier New" panose="02070309020205020404" pitchFamily="49" charset="0"/>
              </a:rPr>
              <a:t>(2 of 2)</a:t>
            </a:r>
            <a:endParaRPr lang="en-US" sz="2000" b="1"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a:xfrm>
            <a:off x="628650" y="1880077"/>
            <a:ext cx="7886700" cy="1625124"/>
          </a:xfrm>
        </p:spPr>
        <p:txBody>
          <a:bodyPr>
            <a:normAutofit lnSpcReduction="10000"/>
          </a:bodyPr>
          <a:lstStyle/>
          <a:p>
            <a:pPr marL="291600" indent="-291600">
              <a:spcBef>
                <a:spcPts val="1000"/>
              </a:spcBef>
            </a:pPr>
            <a:r>
              <a:rPr lang="en-US" dirty="0"/>
              <a:t>To solve this problem,</a:t>
            </a:r>
          </a:p>
          <a:p>
            <a:pPr lvl="1">
              <a:spcBef>
                <a:spcPts val="1000"/>
              </a:spcBef>
            </a:pPr>
            <a:r>
              <a:rPr lang="en-US" dirty="0"/>
              <a:t>Use Python’s </a:t>
            </a:r>
            <a:r>
              <a:rPr lang="en-US" b="1" dirty="0">
                <a:latin typeface="Courier New" panose="02070309020205020404" pitchFamily="49" charset="0"/>
                <a:cs typeface="Courier New" panose="02070309020205020404" pitchFamily="49" charset="0"/>
              </a:rPr>
              <a:t>type</a:t>
            </a:r>
            <a:r>
              <a:rPr lang="en-US" dirty="0"/>
              <a:t> function to access the type of </a:t>
            </a:r>
            <a:r>
              <a:rPr lang="en-US" b="1" dirty="0">
                <a:latin typeface="Courier New" panose="02070309020205020404" pitchFamily="49" charset="0"/>
                <a:cs typeface="Courier New" panose="02070309020205020404" pitchFamily="49" charset="0"/>
              </a:rPr>
              <a:t>self</a:t>
            </a:r>
          </a:p>
          <a:p>
            <a:pPr lvl="1">
              <a:spcBef>
                <a:spcPts val="1000"/>
              </a:spcBef>
            </a:pPr>
            <a:r>
              <a:rPr lang="en-US" dirty="0"/>
              <a:t>Then use the resulting type to create a clone of </a:t>
            </a:r>
            <a:r>
              <a:rPr lang="en-US" b="1" dirty="0">
                <a:latin typeface="Courier New" panose="02070309020205020404" pitchFamily="49" charset="0"/>
                <a:cs typeface="Courier New" panose="02070309020205020404" pitchFamily="49" charset="0"/>
              </a:rPr>
              <a:t>self</a:t>
            </a:r>
            <a:r>
              <a:rPr lang="en-US" dirty="0"/>
              <a:t> in the usual manner</a:t>
            </a:r>
          </a:p>
          <a:p>
            <a:pPr marL="291600" indent="-291600">
              <a:spcBef>
                <a:spcPts val="1000"/>
              </a:spcBef>
            </a:pPr>
            <a:r>
              <a:rPr lang="en-US" dirty="0"/>
              <a:t>Code for an </a:t>
            </a:r>
            <a:r>
              <a:rPr lang="en-US" b="1" dirty="0">
                <a:latin typeface="Courier New" panose="02070309020205020404" pitchFamily="49" charset="0"/>
                <a:cs typeface="Courier New" panose="02070309020205020404" pitchFamily="49" charset="0"/>
              </a:rPr>
              <a:t>__add__</a:t>
            </a:r>
            <a:r>
              <a:rPr lang="en-US" dirty="0">
                <a:latin typeface="Courier New" panose="02070309020205020404" pitchFamily="49" charset="0"/>
                <a:cs typeface="Courier New" panose="02070309020205020404" pitchFamily="49" charset="0"/>
              </a:rPr>
              <a:t> </a:t>
            </a:r>
            <a:r>
              <a:rPr lang="en-US" dirty="0"/>
              <a:t>method that works with all bag types:</a:t>
            </a:r>
          </a:p>
        </p:txBody>
      </p:sp>
      <p:sp>
        <p:nvSpPr>
          <p:cNvPr id="6" name="Content Placeholder 5"/>
          <p:cNvSpPr>
            <a:spLocks noGrp="1"/>
          </p:cNvSpPr>
          <p:nvPr>
            <p:ph idx="13"/>
          </p:nvPr>
        </p:nvSpPr>
        <p:spPr>
          <a:xfrm>
            <a:off x="762000" y="3631250"/>
            <a:ext cx="7886700" cy="1981200"/>
          </a:xfrm>
        </p:spPr>
        <p:txBody>
          <a:bodyPr>
            <a:normAutofit/>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__add__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marR="91440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"""Returns</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a</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new</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bag</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containing</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the</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contents</a:t>
            </a:r>
            <a:endParaRPr lang="en-US" sz="1300" dirty="0">
              <a:latin typeface="Bank Gothic Bold"/>
              <a:ea typeface="MS Mincho"/>
              <a:cs typeface="Bank Gothic Bold"/>
            </a:endParaRPr>
          </a:p>
          <a:p>
            <a:pPr marL="171450" marR="91440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of</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self</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and</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marR="914400" lvl="1" indent="0">
              <a:spcBef>
                <a:spcPts val="0"/>
              </a:spcBef>
              <a:buNone/>
            </a:pPr>
            <a:r>
              <a:rPr lang="en-US" b="1" dirty="0">
                <a:latin typeface="Courier New Bold" panose="02070609020205020404" pitchFamily="49" charset="0"/>
                <a:ea typeface="MS Mincho"/>
                <a:cs typeface="Courier New" panose="02070309020205020404" pitchFamily="49" charset="0"/>
              </a:rPr>
              <a:t>    result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type</a:t>
            </a:r>
            <a:r>
              <a:rPr lang="en-US" b="1" dirty="0">
                <a:latin typeface="Courier New Bold" panose="02070609020205020404" pitchFamily="49" charset="0"/>
                <a:ea typeface="MS Mincho"/>
                <a:cs typeface="Courier New" panose="02070309020205020404" pitchFamily="49" charset="0"/>
              </a:rPr>
              <a:t>(self)(self)</a:t>
            </a:r>
            <a:endParaRPr lang="en-US" sz="1300" dirty="0">
              <a:latin typeface="Bank Gothic Bold"/>
              <a:ea typeface="MS Mincho"/>
              <a:cs typeface="Bank Gothic Bold"/>
            </a:endParaRPr>
          </a:p>
          <a:p>
            <a:pPr marL="171450" marR="91440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result.add(item)</a:t>
            </a:r>
            <a:endParaRPr lang="en-US" sz="1300" dirty="0">
              <a:latin typeface="Bank Gothic Bold"/>
              <a:ea typeface="MS Mincho"/>
              <a:cs typeface="Bank Gothic Bold"/>
            </a:endParaRPr>
          </a:p>
          <a:p>
            <a:pPr marL="342900" lvl="1" indent="0">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result</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79227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An Abstract Class For All Collections</a:t>
            </a:r>
          </a:p>
        </p:txBody>
      </p:sp>
      <p:sp>
        <p:nvSpPr>
          <p:cNvPr id="3" name="Content Placeholder 2"/>
          <p:cNvSpPr>
            <a:spLocks noGrp="1"/>
          </p:cNvSpPr>
          <p:nvPr>
            <p:ph idx="1"/>
          </p:nvPr>
        </p:nvSpPr>
        <p:spPr>
          <a:xfrm>
            <a:off x="628650" y="1825625"/>
            <a:ext cx="7886700" cy="3584575"/>
          </a:xfrm>
        </p:spPr>
        <p:txBody>
          <a:bodyPr>
            <a:normAutofit/>
          </a:bodyPr>
          <a:lstStyle/>
          <a:p>
            <a:pPr marL="291600" indent="-291600">
              <a:spcBef>
                <a:spcPts val="1000"/>
              </a:spcBef>
            </a:pPr>
            <a:r>
              <a:rPr lang="en-US" dirty="0"/>
              <a:t>Review the code for the </a:t>
            </a:r>
            <a:r>
              <a:rPr lang="en-US" b="1" dirty="0">
                <a:latin typeface="Courier New" panose="02070309020205020404" pitchFamily="49" charset="0"/>
                <a:cs typeface="Courier New" panose="02070309020205020404" pitchFamily="49" charset="0"/>
              </a:rPr>
              <a:t>AbstractBag</a:t>
            </a:r>
            <a:r>
              <a:rPr lang="en-US" b="1" dirty="0"/>
              <a:t> </a:t>
            </a:r>
            <a:r>
              <a:rPr lang="en-US" dirty="0"/>
              <a:t>and note the following:</a:t>
            </a:r>
          </a:p>
          <a:p>
            <a:pPr lvl="1">
              <a:spcBef>
                <a:spcPts val="1000"/>
              </a:spcBef>
            </a:pPr>
            <a:r>
              <a:rPr lang="en-US" dirty="0"/>
              <a:t>All of its methods, including </a:t>
            </a:r>
            <a:r>
              <a:rPr lang="en-US" b="1" dirty="0">
                <a:latin typeface="Courier New" panose="02070309020205020404" pitchFamily="49" charset="0"/>
                <a:cs typeface="Courier New" panose="02070309020205020404" pitchFamily="49" charset="0"/>
              </a:rPr>
              <a:t>__init__</a:t>
            </a:r>
            <a:r>
              <a:rPr lang="en-US" dirty="0">
                <a:latin typeface="Courier New" panose="02070309020205020404" pitchFamily="49" charset="0"/>
                <a:cs typeface="Courier New" panose="02070309020205020404" pitchFamily="49" charset="0"/>
              </a:rPr>
              <a:t>, </a:t>
            </a:r>
            <a:r>
              <a:rPr lang="en-US" dirty="0"/>
              <a:t>run other methods or functions or simply access the variable </a:t>
            </a:r>
            <a:r>
              <a:rPr lang="en-US" b="1" dirty="0">
                <a:latin typeface="Courier New" panose="02070309020205020404" pitchFamily="49" charset="0"/>
                <a:cs typeface="Courier New" panose="02070309020205020404" pitchFamily="49" charset="0"/>
              </a:rPr>
              <a:t>self.size</a:t>
            </a:r>
          </a:p>
          <a:p>
            <a:pPr lvl="1">
              <a:spcBef>
                <a:spcPts val="1000"/>
              </a:spcBef>
            </a:pPr>
            <a:r>
              <a:rPr lang="en-US" dirty="0"/>
              <a:t>They make no mention of bag classes</a:t>
            </a:r>
          </a:p>
          <a:p>
            <a:pPr lvl="1">
              <a:spcBef>
                <a:spcPts val="1000"/>
              </a:spcBef>
            </a:pPr>
            <a:r>
              <a:rPr lang="en-US" dirty="0"/>
              <a:t>With the exception of the </a:t>
            </a:r>
            <a:r>
              <a:rPr lang="en-US" b="1" dirty="0">
                <a:latin typeface="Courier New" panose="02070309020205020404" pitchFamily="49" charset="0"/>
                <a:cs typeface="Courier New" panose="02070309020205020404" pitchFamily="49" charset="0"/>
              </a:rPr>
              <a:t>__str__</a:t>
            </a:r>
            <a:r>
              <a:rPr lang="en-US" dirty="0">
                <a:latin typeface="Courier New" panose="02070309020205020404" pitchFamily="49" charset="0"/>
                <a:cs typeface="Courier New" panose="02070309020205020404" pitchFamily="49" charset="0"/>
              </a:rPr>
              <a:t> </a:t>
            </a:r>
            <a:r>
              <a:rPr lang="en-US" dirty="0"/>
              <a:t>method, which creates a string with curly braces, and the </a:t>
            </a:r>
            <a:r>
              <a:rPr lang="en-US" b="1" dirty="0">
                <a:latin typeface="Courier New" panose="02070309020205020404" pitchFamily="49" charset="0"/>
                <a:cs typeface="Courier New" panose="02070309020205020404" pitchFamily="49" charset="0"/>
              </a:rPr>
              <a:t>__eq__ </a:t>
            </a:r>
            <a:r>
              <a:rPr lang="en-US" dirty="0"/>
              <a:t>method, which does not compare pairs of items at given positions</a:t>
            </a:r>
          </a:p>
          <a:p>
            <a:pPr lvl="1">
              <a:spcBef>
                <a:spcPts val="1000"/>
              </a:spcBef>
            </a:pPr>
            <a:r>
              <a:rPr lang="en-US" dirty="0"/>
              <a:t>The </a:t>
            </a:r>
            <a:r>
              <a:rPr lang="en-US" b="1" dirty="0">
                <a:latin typeface="Courier New" panose="02070309020205020404" pitchFamily="49" charset="0"/>
                <a:cs typeface="Courier New" panose="02070309020205020404" pitchFamily="49" charset="0"/>
              </a:rPr>
              <a:t>AbstractBag</a:t>
            </a:r>
            <a:r>
              <a:rPr lang="en-US" dirty="0"/>
              <a:t>’s methods are also methods that could be run on any other types of collections, such as lists, stacks, and queues</a:t>
            </a:r>
          </a:p>
          <a:p>
            <a:pPr lvl="1">
              <a:spcBef>
                <a:spcPts val="1000"/>
              </a:spcBef>
            </a:pPr>
            <a:r>
              <a:rPr lang="en-US" dirty="0"/>
              <a:t>Finally, the one instance variable, </a:t>
            </a:r>
            <a:r>
              <a:rPr lang="en-US" b="1" dirty="0">
                <a:latin typeface="Courier New" panose="02070309020205020404" pitchFamily="49" charset="0"/>
                <a:cs typeface="Courier New" panose="02070309020205020404" pitchFamily="49" charset="0"/>
              </a:rPr>
              <a:t>self.size</a:t>
            </a:r>
            <a:r>
              <a:rPr lang="en-US" dirty="0"/>
              <a:t>, could be used in the implementation of any collection as well</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50162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Integrating </a:t>
            </a:r>
            <a:r>
              <a:rPr lang="en-US" b="1" dirty="0">
                <a:latin typeface="Courier New" panose="02070309020205020404" pitchFamily="49" charset="0"/>
                <a:cs typeface="Courier New" panose="02070309020205020404" pitchFamily="49" charset="0"/>
              </a:rPr>
              <a:t>AbstractCollection</a:t>
            </a:r>
            <a:r>
              <a:rPr lang="en-US" b="1" dirty="0"/>
              <a:t> into the Collection Hierarchy </a:t>
            </a:r>
            <a:r>
              <a:rPr lang="en-US" sz="2000" dirty="0"/>
              <a:t>(1 of 3)</a:t>
            </a:r>
          </a:p>
        </p:txBody>
      </p:sp>
      <p:sp>
        <p:nvSpPr>
          <p:cNvPr id="3" name="Content Placeholder 2"/>
          <p:cNvSpPr>
            <a:spLocks noGrp="1"/>
          </p:cNvSpPr>
          <p:nvPr>
            <p:ph idx="1"/>
          </p:nvPr>
        </p:nvSpPr>
        <p:spPr>
          <a:xfrm>
            <a:off x="628650" y="1791441"/>
            <a:ext cx="8286750" cy="4152159"/>
          </a:xfrm>
        </p:spPr>
        <p:txBody>
          <a:bodyPr>
            <a:normAutofit lnSpcReduction="10000"/>
          </a:bodyPr>
          <a:lstStyle/>
          <a:p>
            <a:pPr marL="291600" indent="-291600">
              <a:lnSpc>
                <a:spcPct val="100000"/>
              </a:lnSpc>
              <a:spcBef>
                <a:spcPts val="1000"/>
              </a:spcBef>
            </a:pPr>
            <a:r>
              <a:rPr lang="en-US" dirty="0"/>
              <a:t>The </a:t>
            </a:r>
            <a:r>
              <a:rPr lang="en-US" b="1" dirty="0">
                <a:latin typeface="Courier New" panose="02070309020205020404" pitchFamily="49" charset="0"/>
                <a:cs typeface="Courier New" panose="02070309020205020404" pitchFamily="49" charset="0"/>
              </a:rPr>
              <a:t>AbstractCollection</a:t>
            </a:r>
            <a:r>
              <a:rPr lang="en-US" b="1" dirty="0"/>
              <a:t> </a:t>
            </a:r>
            <a:r>
              <a:rPr lang="en-US" dirty="0"/>
              <a:t>class is responsible for introducing and initializing </a:t>
            </a:r>
            <a:r>
              <a:rPr lang="en-US" b="1" dirty="0">
                <a:latin typeface="Courier New" panose="02070309020205020404" pitchFamily="49" charset="0"/>
                <a:cs typeface="Courier New" panose="02070309020205020404" pitchFamily="49" charset="0"/>
              </a:rPr>
              <a:t>self.size</a:t>
            </a:r>
            <a:r>
              <a:rPr lang="en-US" dirty="0"/>
              <a:t>:</a:t>
            </a:r>
          </a:p>
          <a:p>
            <a:pPr lvl="1">
              <a:lnSpc>
                <a:spcPct val="100000"/>
              </a:lnSpc>
              <a:spcBef>
                <a:spcPts val="1000"/>
              </a:spcBef>
            </a:pPr>
            <a:r>
              <a:rPr lang="en-US" dirty="0"/>
              <a:t>This variable is used by all the collection classes below it in the hierarchy</a:t>
            </a:r>
          </a:p>
          <a:p>
            <a:pPr marL="291600" indent="-291600">
              <a:lnSpc>
                <a:spcPct val="100000"/>
              </a:lnSpc>
              <a:spcBef>
                <a:spcPts val="1000"/>
              </a:spcBef>
            </a:pPr>
            <a:r>
              <a:rPr lang="en-US" dirty="0"/>
              <a:t>The </a:t>
            </a:r>
            <a:r>
              <a:rPr lang="en-US" b="1" dirty="0">
                <a:latin typeface="Courier New" panose="02070309020205020404" pitchFamily="49" charset="0"/>
                <a:cs typeface="Courier New" panose="02070309020205020404" pitchFamily="49" charset="0"/>
              </a:rPr>
              <a:t>__init__</a:t>
            </a:r>
            <a:r>
              <a:rPr lang="en-US" dirty="0">
                <a:latin typeface="Courier New" panose="02070309020205020404" pitchFamily="49" charset="0"/>
                <a:cs typeface="Courier New" panose="02070309020205020404" pitchFamily="49" charset="0"/>
              </a:rPr>
              <a:t> </a:t>
            </a:r>
            <a:r>
              <a:rPr lang="en-US" dirty="0"/>
              <a:t>method of </a:t>
            </a:r>
            <a:r>
              <a:rPr lang="en-US" b="1" dirty="0">
                <a:latin typeface="Courier New" panose="02070309020205020404" pitchFamily="49" charset="0"/>
                <a:cs typeface="Courier New" panose="02070309020205020404" pitchFamily="49" charset="0"/>
              </a:rPr>
              <a:t>AbstractCollection</a:t>
            </a:r>
            <a:r>
              <a:rPr lang="en-US" dirty="0"/>
              <a:t> can also add the items from the source collection to </a:t>
            </a:r>
            <a:r>
              <a:rPr lang="en-US" b="1" dirty="0">
                <a:latin typeface="Courier New" panose="02070309020205020404" pitchFamily="49" charset="0"/>
                <a:cs typeface="Courier New" panose="02070309020205020404" pitchFamily="49" charset="0"/>
              </a:rPr>
              <a:t>self </a:t>
            </a:r>
            <a:r>
              <a:rPr lang="en-US" dirty="0"/>
              <a:t>(if necessary)</a:t>
            </a:r>
          </a:p>
          <a:p>
            <a:pPr marL="291600" indent="-291600">
              <a:lnSpc>
                <a:spcPct val="100000"/>
              </a:lnSpc>
              <a:spcBef>
                <a:spcPts val="1000"/>
              </a:spcBef>
            </a:pPr>
            <a:r>
              <a:rPr lang="en-US" dirty="0"/>
              <a:t>This class also includes the most general methods available to all collections: </a:t>
            </a:r>
          </a:p>
          <a:p>
            <a:pPr lvl="1">
              <a:lnSpc>
                <a:spcPct val="100000"/>
              </a:lnSpc>
              <a:spcBef>
                <a:spcPts val="1000"/>
              </a:spcBef>
            </a:pPr>
            <a:r>
              <a:rPr lang="en-US" b="1" dirty="0">
                <a:latin typeface="Courier New" panose="02070309020205020404" pitchFamily="49" charset="0"/>
                <a:cs typeface="Courier New" panose="02070309020205020404" pitchFamily="49" charset="0"/>
              </a:rPr>
              <a:t>isEmpty</a:t>
            </a:r>
            <a:r>
              <a:rPr lang="en-US" dirty="0"/>
              <a:t>, </a:t>
            </a:r>
            <a:r>
              <a:rPr lang="en-US" b="1" dirty="0">
                <a:latin typeface="Courier New" panose="02070309020205020404" pitchFamily="49" charset="0"/>
                <a:cs typeface="Courier New" panose="02070309020205020404" pitchFamily="49" charset="0"/>
              </a:rPr>
              <a:t>__len__</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count</a:t>
            </a:r>
            <a:r>
              <a:rPr lang="en-US" dirty="0"/>
              <a:t>, and </a:t>
            </a:r>
            <a:r>
              <a:rPr lang="en-US" b="1" dirty="0">
                <a:latin typeface="Courier New" panose="02070309020205020404" pitchFamily="49" charset="0"/>
                <a:cs typeface="Courier New" panose="02070309020205020404" pitchFamily="49" charset="0"/>
              </a:rPr>
              <a:t>__add__</a:t>
            </a:r>
            <a:endParaRPr lang="en-US" dirty="0">
              <a:latin typeface="Courier New" panose="02070309020205020404" pitchFamily="49" charset="0"/>
              <a:cs typeface="Courier New" panose="02070309020205020404" pitchFamily="49" charset="0"/>
            </a:endParaRPr>
          </a:p>
          <a:p>
            <a:pPr marL="291600" indent="-291600">
              <a:lnSpc>
                <a:spcPct val="100000"/>
              </a:lnSpc>
              <a:spcBef>
                <a:spcPts val="1000"/>
              </a:spcBef>
            </a:pPr>
            <a:r>
              <a:rPr lang="en-US" b="1" dirty="0">
                <a:latin typeface="Courier New" panose="02070309020205020404" pitchFamily="49" charset="0"/>
                <a:cs typeface="Courier New" panose="02070309020205020404" pitchFamily="49" charset="0"/>
              </a:rPr>
              <a:t>AbstractCollection</a:t>
            </a:r>
            <a:r>
              <a:rPr lang="en-US" dirty="0"/>
              <a:t> also includes default implementations of the </a:t>
            </a:r>
            <a:r>
              <a:rPr lang="en-US" b="1" dirty="0">
                <a:latin typeface="Courier New" panose="02070309020205020404" pitchFamily="49" charset="0"/>
                <a:cs typeface="Courier New" panose="02070309020205020404" pitchFamily="49" charset="0"/>
              </a:rPr>
              <a:t>__str__</a:t>
            </a:r>
            <a:r>
              <a:rPr lang="en-US" dirty="0">
                <a:latin typeface="Courier New" panose="02070309020205020404" pitchFamily="49" charset="0"/>
                <a:cs typeface="Courier New" panose="02070309020205020404" pitchFamily="49" charset="0"/>
              </a:rPr>
              <a:t> </a:t>
            </a:r>
            <a:r>
              <a:rPr lang="en-US" dirty="0"/>
              <a:t>and </a:t>
            </a:r>
            <a:r>
              <a:rPr lang="en-US" b="1" dirty="0">
                <a:latin typeface="Courier New" panose="02070309020205020404" pitchFamily="49" charset="0"/>
                <a:cs typeface="Courier New" panose="02070309020205020404" pitchFamily="49" charset="0"/>
              </a:rPr>
              <a:t>__eq__</a:t>
            </a:r>
            <a:r>
              <a:rPr lang="en-US" dirty="0">
                <a:latin typeface="Courier New" panose="02070309020205020404" pitchFamily="49" charset="0"/>
                <a:cs typeface="Courier New" panose="02070309020205020404" pitchFamily="49" charset="0"/>
              </a:rPr>
              <a:t> </a:t>
            </a:r>
            <a:r>
              <a:rPr lang="en-US" dirty="0"/>
              <a:t>methods:</a:t>
            </a:r>
          </a:p>
          <a:p>
            <a:pPr lvl="1">
              <a:lnSpc>
                <a:spcPct val="100000"/>
              </a:lnSpc>
              <a:spcBef>
                <a:spcPts val="1000"/>
              </a:spcBef>
            </a:pPr>
            <a:r>
              <a:rPr lang="en-US" dirty="0"/>
              <a:t>Their current form in </a:t>
            </a:r>
            <a:r>
              <a:rPr lang="en-US" b="1" dirty="0">
                <a:latin typeface="Courier New" panose="02070309020205020404" pitchFamily="49" charset="0"/>
                <a:cs typeface="Courier New" panose="02070309020205020404" pitchFamily="49" charset="0"/>
              </a:rPr>
              <a:t>AbstractBag</a:t>
            </a:r>
            <a:r>
              <a:rPr lang="en-US" dirty="0"/>
              <a:t> is appropriate for unordered collections, but most collection classes are likely to be linear rather than unordered</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608972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Integrating </a:t>
            </a:r>
            <a:r>
              <a:rPr lang="en-US" b="1" dirty="0">
                <a:latin typeface="Courier New" panose="02070309020205020404" pitchFamily="49" charset="0"/>
                <a:cs typeface="Courier New" panose="02070309020205020404" pitchFamily="49" charset="0"/>
              </a:rPr>
              <a:t>AbstractCollection</a:t>
            </a:r>
            <a:r>
              <a:rPr lang="en-US" b="1" dirty="0"/>
              <a:t> into the Collection Hierarchy </a:t>
            </a:r>
            <a:r>
              <a:rPr lang="en-US" sz="2000" dirty="0"/>
              <a:t>(2 of 3)</a:t>
            </a:r>
          </a:p>
        </p:txBody>
      </p:sp>
      <p:sp>
        <p:nvSpPr>
          <p:cNvPr id="3" name="Content Placeholder 2"/>
          <p:cNvSpPr>
            <a:spLocks noGrp="1"/>
          </p:cNvSpPr>
          <p:nvPr>
            <p:ph idx="1"/>
          </p:nvPr>
        </p:nvSpPr>
        <p:spPr>
          <a:xfrm>
            <a:off x="628650" y="1654708"/>
            <a:ext cx="7886700" cy="688975"/>
          </a:xfrm>
        </p:spPr>
        <p:txBody>
          <a:bodyPr>
            <a:normAutofit/>
          </a:bodyPr>
          <a:lstStyle/>
          <a:p>
            <a:pPr marL="0" indent="0">
              <a:spcBef>
                <a:spcPts val="1000"/>
              </a:spcBef>
              <a:buNone/>
            </a:pPr>
            <a:r>
              <a:rPr lang="en-IN" b="1" dirty="0"/>
              <a:t>Figure 6-4: </a:t>
            </a:r>
            <a:r>
              <a:rPr lang="en-IN" dirty="0"/>
              <a:t>Adding an abstract collection class to the collection framework</a:t>
            </a:r>
            <a:endParaRPr lang="en-US" dirty="0"/>
          </a:p>
        </p:txBody>
      </p:sp>
      <p:pic>
        <p:nvPicPr>
          <p:cNvPr id="7" name="Content Placeholder 6" descr="Illustration shows how an abstract collection is added to the collection framework. Figure shows labeled boxes pointing to others with arrows from bottom to top. Array Sorted Bag points to Array Bag. Linked Bag and Array Bag point to Bag Interface with dashed arrows. Linked Bag and Array Bag point to Abstract Bag. Abstract Bag points to Abstract Collection."/>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2697585" y="2447162"/>
            <a:ext cx="3183989" cy="3572583"/>
          </a:xfr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567315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Integrating </a:t>
            </a:r>
            <a:r>
              <a:rPr lang="en-US" b="1" dirty="0">
                <a:latin typeface="Courier New" panose="02070309020205020404" pitchFamily="49" charset="0"/>
                <a:cs typeface="Courier New" panose="02070309020205020404" pitchFamily="49" charset="0"/>
              </a:rPr>
              <a:t>AbstractCollection</a:t>
            </a:r>
            <a:r>
              <a:rPr lang="en-US" b="1" dirty="0"/>
              <a:t> into the Collection Hierarchy </a:t>
            </a:r>
            <a:r>
              <a:rPr lang="en-US" sz="2000" dirty="0"/>
              <a:t>(3 of 3)</a:t>
            </a:r>
          </a:p>
        </p:txBody>
      </p:sp>
      <p:sp>
        <p:nvSpPr>
          <p:cNvPr id="3" name="Content Placeholder 2"/>
          <p:cNvSpPr>
            <a:spLocks noGrp="1"/>
          </p:cNvSpPr>
          <p:nvPr>
            <p:ph idx="1"/>
          </p:nvPr>
        </p:nvSpPr>
        <p:spPr>
          <a:xfrm>
            <a:off x="628650" y="1825625"/>
            <a:ext cx="7886700" cy="3203575"/>
          </a:xfrm>
        </p:spPr>
        <p:txBody>
          <a:bodyPr>
            <a:normAutofit lnSpcReduction="10000"/>
          </a:bodyPr>
          <a:lstStyle/>
          <a:p>
            <a:pPr marL="291600" indent="-291600">
              <a:spcBef>
                <a:spcPts val="1000"/>
              </a:spcBef>
            </a:pPr>
            <a:r>
              <a:rPr lang="en-US" dirty="0"/>
              <a:t>To create the </a:t>
            </a:r>
            <a:r>
              <a:rPr lang="en-US" b="1" dirty="0">
                <a:latin typeface="Courier New" panose="02070309020205020404" pitchFamily="49" charset="0"/>
                <a:cs typeface="Courier New" panose="02070309020205020404" pitchFamily="49" charset="0"/>
              </a:rPr>
              <a:t>AbstractCollection</a:t>
            </a:r>
            <a:r>
              <a:rPr lang="en-US" dirty="0"/>
              <a:t> class, copy code as usual from another module, in this case, </a:t>
            </a:r>
            <a:r>
              <a:rPr lang="en-US" b="1" dirty="0">
                <a:latin typeface="Courier New" panose="02070309020205020404" pitchFamily="49" charset="0"/>
                <a:cs typeface="Courier New" panose="02070309020205020404" pitchFamily="49" charset="0"/>
              </a:rPr>
              <a:t>AbstractBag</a:t>
            </a:r>
          </a:p>
          <a:p>
            <a:pPr marL="291600" indent="-291600">
              <a:spcBef>
                <a:spcPts val="1000"/>
              </a:spcBef>
            </a:pPr>
            <a:r>
              <a:rPr lang="en-US" dirty="0"/>
              <a:t>You can now perform the following steps:</a:t>
            </a:r>
          </a:p>
          <a:p>
            <a:pPr lvl="1">
              <a:spcBef>
                <a:spcPts val="1000"/>
              </a:spcBef>
            </a:pPr>
            <a:r>
              <a:rPr lang="en-US" dirty="0"/>
              <a:t>Rename the class to </a:t>
            </a:r>
            <a:r>
              <a:rPr lang="en-US" b="1" dirty="0">
                <a:latin typeface="Courier New" panose="02070309020205020404" pitchFamily="49" charset="0"/>
                <a:cs typeface="Courier New" panose="02070309020205020404" pitchFamily="49" charset="0"/>
              </a:rPr>
              <a:t>AbstractCollection</a:t>
            </a:r>
            <a:endParaRPr lang="en-US" dirty="0">
              <a:latin typeface="Courier New" panose="02070309020205020404" pitchFamily="49" charset="0"/>
              <a:cs typeface="Courier New" panose="02070309020205020404" pitchFamily="49" charset="0"/>
            </a:endParaRPr>
          </a:p>
          <a:p>
            <a:pPr lvl="1">
              <a:spcBef>
                <a:spcPts val="1000"/>
              </a:spcBef>
            </a:pPr>
            <a:r>
              <a:rPr lang="en-US" dirty="0"/>
              <a:t>Modify the </a:t>
            </a:r>
            <a:r>
              <a:rPr lang="en-US" b="1" dirty="0">
                <a:latin typeface="Courier New" panose="02070309020205020404" pitchFamily="49" charset="0"/>
                <a:cs typeface="Courier New" panose="02070309020205020404" pitchFamily="49" charset="0"/>
              </a:rPr>
              <a:t>__init__</a:t>
            </a:r>
            <a:r>
              <a:rPr lang="en-US" dirty="0">
                <a:latin typeface="Courier New" panose="02070309020205020404" pitchFamily="49" charset="0"/>
                <a:cs typeface="Courier New" panose="02070309020205020404" pitchFamily="49" charset="0"/>
              </a:rPr>
              <a:t> </a:t>
            </a:r>
            <a:r>
              <a:rPr lang="en-US" dirty="0"/>
              <a:t>method by removing the call to </a:t>
            </a:r>
            <a:r>
              <a:rPr lang="en-US" b="1" dirty="0">
                <a:latin typeface="Courier New" panose="02070309020205020404" pitchFamily="49" charset="0"/>
                <a:cs typeface="Courier New" panose="02070309020205020404" pitchFamily="49" charset="0"/>
              </a:rPr>
              <a:t>__init__</a:t>
            </a:r>
            <a:r>
              <a:rPr lang="en-US" dirty="0">
                <a:latin typeface="Courier New" panose="02070309020205020404" pitchFamily="49" charset="0"/>
                <a:cs typeface="Courier New" panose="02070309020205020404" pitchFamily="49" charset="0"/>
              </a:rPr>
              <a:t> </a:t>
            </a:r>
            <a:r>
              <a:rPr lang="en-US" dirty="0"/>
              <a:t>in a parent class</a:t>
            </a:r>
          </a:p>
          <a:p>
            <a:pPr lvl="1">
              <a:spcBef>
                <a:spcPts val="1000"/>
              </a:spcBef>
            </a:pPr>
            <a:r>
              <a:rPr lang="en-US" dirty="0"/>
              <a:t>Modify the </a:t>
            </a:r>
            <a:r>
              <a:rPr lang="en-US" b="1" dirty="0">
                <a:latin typeface="Courier New" panose="02070309020205020404" pitchFamily="49" charset="0"/>
                <a:cs typeface="Courier New" panose="02070309020205020404" pitchFamily="49" charset="0"/>
              </a:rPr>
              <a:t>__str__</a:t>
            </a:r>
            <a:r>
              <a:rPr lang="en-US" dirty="0"/>
              <a:t> and </a:t>
            </a:r>
            <a:r>
              <a:rPr lang="en-US" b="1" dirty="0">
                <a:latin typeface="Courier New" panose="02070309020205020404" pitchFamily="49" charset="0"/>
                <a:cs typeface="Courier New" panose="02070309020205020404" pitchFamily="49" charset="0"/>
              </a:rPr>
              <a:t>__eq__</a:t>
            </a:r>
            <a:r>
              <a:rPr lang="en-US" dirty="0"/>
              <a:t> methods</a:t>
            </a:r>
            <a:r>
              <a:rPr lang="en-US" b="1" dirty="0"/>
              <a:t> </a:t>
            </a:r>
            <a:r>
              <a:rPr lang="en-US" dirty="0"/>
              <a:t>to provide reasonable default behavior</a:t>
            </a:r>
          </a:p>
          <a:p>
            <a:pPr lvl="1">
              <a:spcBef>
                <a:spcPts val="1000"/>
              </a:spcBef>
            </a:pPr>
            <a:r>
              <a:rPr lang="en-US" dirty="0"/>
              <a:t>Then remove the </a:t>
            </a:r>
            <a:r>
              <a:rPr lang="en-US" b="1" dirty="0">
                <a:latin typeface="Courier New" panose="02070309020205020404" pitchFamily="49" charset="0"/>
                <a:cs typeface="Courier New" panose="02070309020205020404" pitchFamily="49" charset="0"/>
              </a:rPr>
              <a:t>isEmpty</a:t>
            </a:r>
            <a:r>
              <a:rPr lang="en-US" b="1" dirty="0"/>
              <a:t>,</a:t>
            </a:r>
            <a:r>
              <a:rPr lang="en-US" dirty="0"/>
              <a:t> </a:t>
            </a:r>
            <a:r>
              <a:rPr lang="en-US" b="1" dirty="0">
                <a:latin typeface="Courier New" panose="02070309020205020404" pitchFamily="49" charset="0"/>
                <a:cs typeface="Courier New" panose="02070309020205020404" pitchFamily="49" charset="0"/>
              </a:rPr>
              <a:t>__len__</a:t>
            </a:r>
            <a:r>
              <a:rPr lang="en-US" dirty="0">
                <a:latin typeface="Courier New" panose="02070309020205020404" pitchFamily="49" charset="0"/>
                <a:cs typeface="Courier New" panose="02070309020205020404" pitchFamily="49" charset="0"/>
              </a:rPr>
              <a:t>, </a:t>
            </a:r>
            <a:r>
              <a:rPr lang="en-US" dirty="0"/>
              <a:t>and </a:t>
            </a:r>
            <a:r>
              <a:rPr lang="en-US" b="1" dirty="0">
                <a:latin typeface="Courier New" panose="02070309020205020404" pitchFamily="49" charset="0"/>
                <a:cs typeface="Courier New" panose="02070309020205020404" pitchFamily="49" charset="0"/>
              </a:rPr>
              <a:t>__add__</a:t>
            </a:r>
            <a:r>
              <a:rPr lang="en-US" dirty="0">
                <a:latin typeface="Courier New" panose="02070309020205020404" pitchFamily="49" charset="0"/>
                <a:cs typeface="Courier New" panose="02070309020205020404" pitchFamily="49" charset="0"/>
              </a:rPr>
              <a:t> </a:t>
            </a:r>
            <a:r>
              <a:rPr lang="en-US" dirty="0"/>
              <a:t>methods from </a:t>
            </a:r>
            <a:r>
              <a:rPr lang="en-US" b="1" dirty="0">
                <a:latin typeface="Courier New" panose="02070309020205020404" pitchFamily="49" charset="0"/>
                <a:cs typeface="Courier New" panose="02070309020205020404" pitchFamily="49" charset="0"/>
              </a:rPr>
              <a:t>AbstractBag</a:t>
            </a:r>
            <a:endParaRPr lang="en-US"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49473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Using Two Iterators in the </a:t>
            </a:r>
            <a:r>
              <a:rPr lang="en-US" b="1" dirty="0">
                <a:latin typeface="Courier New" panose="02070309020205020404" pitchFamily="49" charset="0"/>
                <a:cs typeface="Courier New" panose="02070309020205020404" pitchFamily="49" charset="0"/>
              </a:rPr>
              <a:t>_eq_ </a:t>
            </a:r>
            <a:r>
              <a:rPr lang="en-US" b="1" dirty="0"/>
              <a:t>Method </a:t>
            </a:r>
            <a:r>
              <a:rPr lang="en-US" sz="2000" dirty="0"/>
              <a:t>(1 of 3)</a:t>
            </a:r>
          </a:p>
        </p:txBody>
      </p:sp>
      <p:sp>
        <p:nvSpPr>
          <p:cNvPr id="3" name="Content Placeholder 2"/>
          <p:cNvSpPr>
            <a:spLocks noGrp="1"/>
          </p:cNvSpPr>
          <p:nvPr>
            <p:ph idx="1"/>
          </p:nvPr>
        </p:nvSpPr>
        <p:spPr>
          <a:xfrm>
            <a:off x="628650" y="1600200"/>
            <a:ext cx="7886700" cy="1527175"/>
          </a:xfrm>
        </p:spPr>
        <p:txBody>
          <a:bodyPr>
            <a:normAutofit fontScale="92500" lnSpcReduction="10000"/>
          </a:bodyPr>
          <a:lstStyle/>
          <a:p>
            <a:pPr marL="291600" indent="-291600">
              <a:spcBef>
                <a:spcPts val="1000"/>
              </a:spcBef>
            </a:pPr>
            <a:r>
              <a:rPr lang="en-US" dirty="0"/>
              <a:t>The implementation of the </a:t>
            </a:r>
            <a:r>
              <a:rPr lang="en-US" b="1" dirty="0">
                <a:latin typeface="Courier New" panose="02070309020205020404" pitchFamily="49" charset="0"/>
                <a:cs typeface="Courier New" panose="02070309020205020404" pitchFamily="49" charset="0"/>
              </a:rPr>
              <a:t>_eq_ </a:t>
            </a:r>
            <a:r>
              <a:rPr lang="en-US" dirty="0"/>
              <a:t>method in the </a:t>
            </a:r>
            <a:r>
              <a:rPr lang="en-US" b="1" dirty="0">
                <a:latin typeface="Courier New" panose="02070309020205020404" pitchFamily="49" charset="0"/>
                <a:cs typeface="Courier New" panose="02070309020205020404" pitchFamily="49" charset="0"/>
              </a:rPr>
              <a:t>AbstractCollection </a:t>
            </a:r>
            <a:r>
              <a:rPr lang="en-US" dirty="0"/>
              <a:t>class compares pairs of items in the two collections</a:t>
            </a:r>
          </a:p>
          <a:p>
            <a:pPr marL="291600" indent="-291600">
              <a:spcBef>
                <a:spcPts val="1000"/>
              </a:spcBef>
            </a:pPr>
            <a:r>
              <a:rPr lang="en-US" dirty="0"/>
              <a:t>The following two code segments perform the same task, but the first one uses Python’s </a:t>
            </a:r>
            <a:r>
              <a:rPr lang="en-US" b="1" dirty="0">
                <a:latin typeface="Courier New" panose="02070309020205020404" pitchFamily="49" charset="0"/>
                <a:cs typeface="Courier New" panose="02070309020205020404" pitchFamily="49" charset="0"/>
              </a:rPr>
              <a:t>for</a:t>
            </a:r>
            <a:r>
              <a:rPr lang="en-US" dirty="0"/>
              <a:t> loop and the second one directly manipulates the collection’s iterator object:</a:t>
            </a:r>
          </a:p>
        </p:txBody>
      </p:sp>
      <p:sp>
        <p:nvSpPr>
          <p:cNvPr id="6" name="Content Placeholder 5"/>
          <p:cNvSpPr>
            <a:spLocks noGrp="1"/>
          </p:cNvSpPr>
          <p:nvPr>
            <p:ph idx="13"/>
          </p:nvPr>
        </p:nvSpPr>
        <p:spPr>
          <a:xfrm>
            <a:off x="406457" y="3250962"/>
            <a:ext cx="7886700" cy="2269768"/>
          </a:xfrm>
        </p:spPr>
        <p:txBody>
          <a:bodyPr>
            <a:normAutofit/>
          </a:bodyPr>
          <a:lstStyle/>
          <a:p>
            <a:pPr marL="514350" lvl="2"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Print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all</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the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items</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in</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theCollection</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using</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for</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loop</a:t>
            </a:r>
            <a:endParaRPr lang="en-US" sz="1000" dirty="0">
              <a:solidFill>
                <a:srgbClr val="C00000"/>
              </a:solidFill>
              <a:latin typeface="Bank Gothic Bold"/>
              <a:ea typeface="MS Mincho"/>
              <a:cs typeface="Bank Gothic Bold"/>
            </a:endParaRPr>
          </a:p>
          <a:p>
            <a:pPr marL="514350" lvl="2"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theCollection:</a:t>
            </a:r>
            <a:endParaRPr lang="en-US" sz="1000" dirty="0">
              <a:latin typeface="Bank Gothic Bold"/>
              <a:ea typeface="MS Mincho"/>
              <a:cs typeface="Bank Gothic Bold"/>
            </a:endParaRPr>
          </a:p>
          <a:p>
            <a:pPr marL="514350" marR="914400" lvl="2"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    print</a:t>
            </a:r>
            <a:r>
              <a:rPr lang="en-US" b="1" dirty="0">
                <a:latin typeface="Courier New Bold" panose="02070609020205020404" pitchFamily="49" charset="0"/>
                <a:ea typeface="MS Mincho"/>
                <a:cs typeface="Courier New" panose="02070309020205020404" pitchFamily="49" charset="0"/>
              </a:rPr>
              <a:t>(item)</a:t>
            </a:r>
            <a:endParaRPr lang="en-US" sz="1000" dirty="0">
              <a:latin typeface="Bank Gothic Bold"/>
              <a:ea typeface="MS Mincho"/>
              <a:cs typeface="Bank Gothic Bold"/>
            </a:endParaRPr>
          </a:p>
          <a:p>
            <a:pPr marL="514350" lvl="2" indent="0">
              <a:spcBef>
                <a:spcPts val="0"/>
              </a:spcBef>
              <a:buNone/>
            </a:pPr>
            <a:r>
              <a:rPr lang="en-US" dirty="0">
                <a:latin typeface="Bank Gothic Bold"/>
                <a:ea typeface="MS Mincho"/>
                <a:cs typeface="Bank Gothic Bold"/>
              </a:rPr>
              <a:t> </a:t>
            </a:r>
          </a:p>
          <a:p>
            <a:pPr marL="514350" lvl="2"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Print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all</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the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items</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in</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theCollection</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using</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an</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explicit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iterator</a:t>
            </a:r>
            <a:endParaRPr lang="en-US" sz="1000" dirty="0">
              <a:solidFill>
                <a:srgbClr val="C00000"/>
              </a:solidFill>
              <a:latin typeface="Bank Gothic Bold"/>
              <a:ea typeface="MS Mincho"/>
              <a:cs typeface="Bank Gothic Bold"/>
            </a:endParaRPr>
          </a:p>
          <a:p>
            <a:pPr marL="514350" lvl="2" indent="0">
              <a:spcBef>
                <a:spcPts val="0"/>
              </a:spcBef>
              <a:buNone/>
            </a:pPr>
            <a:r>
              <a:rPr lang="en-US" b="1" dirty="0">
                <a:latin typeface="Courier New Bold" panose="02070609020205020404" pitchFamily="49" charset="0"/>
                <a:ea typeface="MS Mincho"/>
                <a:cs typeface="Courier New" panose="02070309020205020404" pitchFamily="49" charset="0"/>
              </a:rPr>
              <a:t>iteratorObject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iter</a:t>
            </a:r>
            <a:r>
              <a:rPr lang="en-US" b="1" dirty="0">
                <a:latin typeface="Courier New Bold" panose="02070609020205020404" pitchFamily="49" charset="0"/>
                <a:ea typeface="MS Mincho"/>
                <a:cs typeface="Courier New" panose="02070309020205020404" pitchFamily="49" charset="0"/>
              </a:rPr>
              <a:t>(theCollection)</a:t>
            </a:r>
            <a:endParaRPr lang="en-US" sz="1000" dirty="0">
              <a:latin typeface="Bank Gothic Bold"/>
              <a:ea typeface="MS Mincho"/>
              <a:cs typeface="Bank Gothic Bold"/>
            </a:endParaRPr>
          </a:p>
          <a:p>
            <a:pPr marL="514350" lvl="2"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try</a:t>
            </a:r>
            <a:r>
              <a:rPr lang="en-US" b="1" dirty="0">
                <a:latin typeface="Courier New Bold" panose="02070609020205020404" pitchFamily="49" charset="0"/>
                <a:ea typeface="MS Mincho"/>
                <a:cs typeface="Courier New" panose="02070309020205020404" pitchFamily="49" charset="0"/>
              </a:rPr>
              <a:t>:</a:t>
            </a:r>
            <a:endParaRPr lang="en-US" sz="1000" dirty="0">
              <a:latin typeface="Bank Gothic Bold"/>
              <a:ea typeface="MS Mincho"/>
              <a:cs typeface="Bank Gothic Bold"/>
            </a:endParaRPr>
          </a:p>
          <a:p>
            <a:pPr marL="514350" marR="914400" lvl="2"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while</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True</a:t>
            </a:r>
            <a:r>
              <a:rPr lang="en-US" b="1" dirty="0">
                <a:latin typeface="Courier New Bold" panose="02070609020205020404" pitchFamily="49" charset="0"/>
                <a:ea typeface="MS Mincho"/>
                <a:cs typeface="Courier New" panose="02070309020205020404" pitchFamily="49" charset="0"/>
              </a:rPr>
              <a:t>:</a:t>
            </a:r>
            <a:endParaRPr lang="en-US" sz="1000" dirty="0">
              <a:latin typeface="Bank Gothic Bold"/>
              <a:ea typeface="MS Mincho"/>
              <a:cs typeface="Bank Gothic Bold"/>
            </a:endParaRPr>
          </a:p>
          <a:p>
            <a:pPr marL="514350" lvl="2"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        print</a:t>
            </a:r>
            <a:r>
              <a:rPr lang="en-US" b="1" dirty="0">
                <a:latin typeface="Courier New Bold" panose="02070609020205020404" pitchFamily="49" charset="0"/>
                <a:ea typeface="MS Mincho"/>
                <a:cs typeface="Courier New" panose="02070309020205020404" pitchFamily="49" charset="0"/>
              </a:rPr>
              <a:t>(</a:t>
            </a:r>
            <a:r>
              <a:rPr lang="en-US" b="1" dirty="0">
                <a:solidFill>
                  <a:srgbClr val="660066"/>
                </a:solidFill>
                <a:latin typeface="Courier New Bold" panose="02070609020205020404" pitchFamily="49" charset="0"/>
                <a:ea typeface="MS Mincho"/>
                <a:cs typeface="Courier New" panose="02070309020205020404" pitchFamily="49" charset="0"/>
              </a:rPr>
              <a:t>next</a:t>
            </a:r>
            <a:r>
              <a:rPr lang="en-US" b="1" dirty="0">
                <a:latin typeface="Courier New Bold" panose="02070609020205020404" pitchFamily="49" charset="0"/>
                <a:ea typeface="MS Mincho"/>
                <a:cs typeface="Courier New" panose="02070309020205020404" pitchFamily="49" charset="0"/>
              </a:rPr>
              <a:t>(iteratorObject))</a:t>
            </a:r>
            <a:endParaRPr lang="en-US" sz="1000" dirty="0">
              <a:latin typeface="Bank Gothic Bold"/>
              <a:ea typeface="MS Mincho"/>
              <a:cs typeface="Bank Gothic Bold"/>
            </a:endParaRPr>
          </a:p>
          <a:p>
            <a:pPr marL="685800" lvl="2" indent="0">
              <a:buNone/>
            </a:pPr>
            <a:r>
              <a:rPr lang="en-US" b="1" dirty="0">
                <a:solidFill>
                  <a:srgbClr val="8A3800"/>
                </a:solidFill>
                <a:latin typeface="Courier New Bold" panose="02070609020205020404" pitchFamily="49" charset="0"/>
                <a:ea typeface="MS Mincho"/>
                <a:cs typeface="Courier New" panose="02070309020205020404" pitchFamily="49" charset="0"/>
              </a:rPr>
              <a:t>except</a:t>
            </a:r>
            <a:r>
              <a:rPr lang="en-US" dirty="0">
                <a:latin typeface="Times" panose="02020603050405020304" pitchFamily="18" charset="0"/>
                <a:ea typeface="MS Mincho"/>
              </a:rPr>
              <a:t> </a:t>
            </a:r>
            <a:r>
              <a:rPr lang="en-US" b="1" dirty="0">
                <a:solidFill>
                  <a:srgbClr val="660066"/>
                </a:solidFill>
                <a:latin typeface="Courier New Bold" panose="02070609020205020404" pitchFamily="49" charset="0"/>
                <a:ea typeface="MS Mincho"/>
                <a:cs typeface="Courier New" panose="02070309020205020404" pitchFamily="49" charset="0"/>
              </a:rPr>
              <a:t>StopIteration</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rPr>
              <a:t> </a:t>
            </a:r>
            <a:r>
              <a:rPr lang="en-US" b="1" dirty="0">
                <a:solidFill>
                  <a:srgbClr val="8A3800"/>
                </a:solidFill>
                <a:latin typeface="Courier New Bold" panose="02070609020205020404" pitchFamily="49" charset="0"/>
                <a:ea typeface="MS Mincho"/>
                <a:cs typeface="Courier New" panose="02070309020205020404" pitchFamily="49" charset="0"/>
              </a:rPr>
              <a:t>pass</a:t>
            </a:r>
            <a:endParaRPr lang="en-US" dirty="0">
              <a:solidFill>
                <a:srgbClr val="8A3800"/>
              </a:solidFill>
            </a:endParaRP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323129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Using Two Iterators in the </a:t>
            </a:r>
            <a:r>
              <a:rPr lang="en-US" b="1" dirty="0">
                <a:latin typeface="Courier New" panose="02070309020205020404" pitchFamily="49" charset="0"/>
                <a:cs typeface="Courier New" panose="02070309020205020404" pitchFamily="49" charset="0"/>
              </a:rPr>
              <a:t>_eq_ </a:t>
            </a:r>
            <a:r>
              <a:rPr lang="en-US" b="1" dirty="0"/>
              <a:t>Method </a:t>
            </a:r>
            <a:r>
              <a:rPr lang="en-US" sz="2000" dirty="0"/>
              <a:t>(2 of 3)</a:t>
            </a:r>
          </a:p>
        </p:txBody>
      </p:sp>
      <p:sp>
        <p:nvSpPr>
          <p:cNvPr id="3" name="Content Placeholder 2"/>
          <p:cNvSpPr>
            <a:spLocks noGrp="1"/>
          </p:cNvSpPr>
          <p:nvPr>
            <p:ph idx="1"/>
          </p:nvPr>
        </p:nvSpPr>
        <p:spPr>
          <a:xfrm>
            <a:off x="628650" y="1752600"/>
            <a:ext cx="7886700" cy="2822575"/>
          </a:xfrm>
        </p:spPr>
        <p:txBody>
          <a:bodyPr>
            <a:normAutofit/>
          </a:bodyPr>
          <a:lstStyle/>
          <a:p>
            <a:pPr marL="291600" indent="-291600">
              <a:spcBef>
                <a:spcPts val="1000"/>
              </a:spcBef>
            </a:pPr>
            <a:r>
              <a:rPr lang="en-US" dirty="0"/>
              <a:t>When you employ an explicit iterator in the </a:t>
            </a:r>
            <a:r>
              <a:rPr lang="en-US" b="1" dirty="0">
                <a:latin typeface="Courier New" panose="02070309020205020404" pitchFamily="49" charset="0"/>
                <a:cs typeface="Courier New" panose="02070309020205020404" pitchFamily="49" charset="0"/>
              </a:rPr>
              <a:t>__eq__</a:t>
            </a:r>
            <a:r>
              <a:rPr lang="en-US" dirty="0">
                <a:latin typeface="Courier New" panose="02070309020205020404" pitchFamily="49" charset="0"/>
                <a:cs typeface="Courier New" panose="02070309020205020404" pitchFamily="49" charset="0"/>
              </a:rPr>
              <a:t> </a:t>
            </a:r>
            <a:r>
              <a:rPr lang="en-US" dirty="0"/>
              <a:t>method of </a:t>
            </a:r>
            <a:r>
              <a:rPr lang="en-US" b="1" dirty="0">
                <a:latin typeface="Courier New" panose="02070309020205020404" pitchFamily="49" charset="0"/>
                <a:cs typeface="Courier New" panose="02070309020205020404" pitchFamily="49" charset="0"/>
              </a:rPr>
              <a:t>AbstractCollection:</a:t>
            </a:r>
          </a:p>
          <a:p>
            <a:pPr lvl="1">
              <a:spcBef>
                <a:spcPts val="1000"/>
              </a:spcBef>
            </a:pPr>
            <a:r>
              <a:rPr lang="en-US" dirty="0"/>
              <a:t>There is no need to trap a </a:t>
            </a:r>
            <a:r>
              <a:rPr lang="en-US" b="1" dirty="0">
                <a:latin typeface="Courier New" panose="02070309020205020404" pitchFamily="49" charset="0"/>
                <a:cs typeface="Courier New" panose="02070309020205020404" pitchFamily="49" charset="0"/>
              </a:rPr>
              <a:t>StopIteration</a:t>
            </a:r>
            <a:r>
              <a:rPr lang="en-US" dirty="0"/>
              <a:t> exception</a:t>
            </a:r>
          </a:p>
          <a:p>
            <a:pPr marL="291600" indent="-291600">
              <a:spcBef>
                <a:spcPts val="1000"/>
              </a:spcBef>
            </a:pPr>
            <a:r>
              <a:rPr lang="en-US" dirty="0"/>
              <a:t>Because the two collections have the same length, the </a:t>
            </a:r>
            <a:r>
              <a:rPr lang="en-US" b="1" dirty="0">
                <a:latin typeface="Courier New" panose="02070309020205020404" pitchFamily="49" charset="0"/>
                <a:cs typeface="Courier New" panose="02070309020205020404" pitchFamily="49" charset="0"/>
              </a:rPr>
              <a:t>for</a:t>
            </a:r>
            <a:r>
              <a:rPr lang="en-US" dirty="0"/>
              <a:t> loop on the first collection will stop when the iterator on the second collection reaches the end of its sequence of items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646536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Using Two Iterators in the </a:t>
            </a:r>
            <a:r>
              <a:rPr lang="en-US" b="1" dirty="0">
                <a:latin typeface="Courier New" panose="02070309020205020404" pitchFamily="49" charset="0"/>
                <a:cs typeface="Courier New" panose="02070309020205020404" pitchFamily="49" charset="0"/>
              </a:rPr>
              <a:t>_eq_ </a:t>
            </a:r>
            <a:r>
              <a:rPr lang="en-US" b="1" dirty="0"/>
              <a:t>Method </a:t>
            </a:r>
            <a:r>
              <a:rPr lang="en-US" sz="2000" dirty="0"/>
              <a:t>(3 of 3)</a:t>
            </a:r>
          </a:p>
        </p:txBody>
      </p:sp>
      <p:sp>
        <p:nvSpPr>
          <p:cNvPr id="3" name="Content Placeholder 2"/>
          <p:cNvSpPr>
            <a:spLocks noGrp="1"/>
          </p:cNvSpPr>
          <p:nvPr>
            <p:ph idx="1"/>
          </p:nvPr>
        </p:nvSpPr>
        <p:spPr>
          <a:xfrm>
            <a:off x="628650" y="1600200"/>
            <a:ext cx="7886700" cy="384175"/>
          </a:xfrm>
        </p:spPr>
        <p:txBody>
          <a:bodyPr>
            <a:normAutofit/>
          </a:bodyPr>
          <a:lstStyle/>
          <a:p>
            <a:pPr marL="291600" indent="-291600">
              <a:spcBef>
                <a:spcPts val="1000"/>
              </a:spcBef>
            </a:pPr>
            <a:r>
              <a:rPr lang="en-US" dirty="0"/>
              <a:t>Code for the new </a:t>
            </a:r>
            <a:r>
              <a:rPr lang="en-US" b="1" dirty="0">
                <a:latin typeface="Courier New" panose="02070309020205020404" pitchFamily="49" charset="0"/>
                <a:cs typeface="Courier New" panose="02070309020205020404" pitchFamily="49" charset="0"/>
              </a:rPr>
              <a:t>_eq_ </a:t>
            </a:r>
            <a:r>
              <a:rPr lang="en-US" dirty="0"/>
              <a:t>method</a:t>
            </a:r>
          </a:p>
        </p:txBody>
      </p:sp>
      <p:sp>
        <p:nvSpPr>
          <p:cNvPr id="5" name="Content Placeholder 4"/>
          <p:cNvSpPr>
            <a:spLocks noGrp="1"/>
          </p:cNvSpPr>
          <p:nvPr>
            <p:ph idx="12"/>
          </p:nvPr>
        </p:nvSpPr>
        <p:spPr>
          <a:xfrm>
            <a:off x="762000" y="2080186"/>
            <a:ext cx="7753350" cy="2794531"/>
          </a:xfrm>
        </p:spPr>
        <p:txBody>
          <a:bodyPr>
            <a:normAutofit lnSpcReduction="1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__eq__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True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equals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other,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False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otherwise."""</a:t>
            </a:r>
            <a:endParaRPr lang="en-US" sz="1300" dirty="0">
              <a:solidFill>
                <a:srgbClr val="006800"/>
              </a:solidFill>
              <a:latin typeface="Bank Gothic Bold"/>
              <a:ea typeface="MS Mincho"/>
              <a:cs typeface="Bank Gothic Bold"/>
            </a:endParaRPr>
          </a:p>
          <a:p>
            <a:pPr marL="171450" marR="91440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True</a:t>
            </a:r>
            <a:endParaRPr lang="en-US" sz="1300" dirty="0">
              <a:solidFill>
                <a:srgbClr val="8A3800"/>
              </a:solidFill>
              <a:latin typeface="Bank Gothic Bold"/>
              <a:ea typeface="MS Mincho"/>
              <a:cs typeface="Bank Gothic Bold"/>
            </a:endParaRPr>
          </a:p>
          <a:p>
            <a:pPr marL="171450" marR="91440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type</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type</a:t>
            </a:r>
            <a:r>
              <a:rPr lang="en-US" b="1" dirty="0">
                <a:latin typeface="Courier New Bold" panose="02070609020205020404" pitchFamily="49" charset="0"/>
                <a:ea typeface="MS Mincho"/>
                <a:cs typeface="Courier New" panose="02070309020205020404" pitchFamily="49" charset="0"/>
              </a:rPr>
              <a:t>(other)</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or</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marR="914400" lvl="1" indent="0">
              <a:spcBef>
                <a:spcPts val="0"/>
              </a:spcBef>
              <a:buNone/>
            </a:pPr>
            <a:r>
              <a:rPr lang="en-US" sz="1300" b="1" dirty="0">
                <a:latin typeface="Courier New Bold" panose="02070609020205020404" pitchFamily="49" charset="0"/>
                <a:ea typeface="MS Mincho"/>
                <a:cs typeface="Courier New" panose="02070309020205020404" pitchFamily="49" charset="0"/>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False</a:t>
            </a:r>
            <a:endParaRPr lang="en-US" sz="1300" dirty="0">
              <a:solidFill>
                <a:srgbClr val="8A3800"/>
              </a:solidFill>
              <a:latin typeface="Bank Gothic Bold"/>
              <a:ea typeface="MS Mincho"/>
              <a:cs typeface="Bank Gothic Bold"/>
            </a:endParaRPr>
          </a:p>
          <a:p>
            <a:pPr marL="171450" marR="914400" lvl="1" indent="0">
              <a:spcBef>
                <a:spcPts val="0"/>
              </a:spcBef>
              <a:buNone/>
            </a:pPr>
            <a:r>
              <a:rPr lang="en-US" b="1" dirty="0">
                <a:latin typeface="Courier New Bold" panose="02070609020205020404" pitchFamily="49" charset="0"/>
                <a:ea typeface="MS Mincho"/>
                <a:cs typeface="Courier New" panose="02070309020205020404" pitchFamily="49" charset="0"/>
              </a:rPr>
              <a:t>    otherIter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iter</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171450" marR="91440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next</a:t>
            </a:r>
            <a:r>
              <a:rPr lang="en-US" b="1" dirty="0">
                <a:latin typeface="Courier New Bold" panose="02070609020205020404" pitchFamily="49" charset="0"/>
                <a:ea typeface="MS Mincho"/>
                <a:cs typeface="Courier New" panose="02070309020205020404" pitchFamily="49" charset="0"/>
              </a:rPr>
              <a:t>(otherIter):</a:t>
            </a:r>
            <a:endParaRPr lang="en-US" sz="1300" dirty="0">
              <a:latin typeface="Bank Gothic Bold"/>
              <a:ea typeface="MS Mincho"/>
              <a:cs typeface="Bank Gothic Bold"/>
            </a:endParaRPr>
          </a:p>
          <a:p>
            <a:pPr marL="171450" marR="91440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False</a:t>
            </a:r>
            <a:endParaRPr lang="en-US" sz="1300" dirty="0">
              <a:solidFill>
                <a:srgbClr val="8A3800"/>
              </a:solidFill>
              <a:latin typeface="Bank Gothic Bold"/>
              <a:ea typeface="MS Mincho"/>
              <a:cs typeface="Bank Gothic Bold"/>
            </a:endParaRPr>
          </a:p>
          <a:p>
            <a:pPr marL="342900" lvl="1" indent="0">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rPr>
              <a:t> </a:t>
            </a:r>
            <a:r>
              <a:rPr lang="en-US" b="1" dirty="0">
                <a:solidFill>
                  <a:srgbClr val="8A3800"/>
                </a:solidFill>
                <a:latin typeface="Courier New Bold" panose="02070609020205020404" pitchFamily="49" charset="0"/>
                <a:ea typeface="MS Mincho"/>
                <a:cs typeface="Courier New" panose="02070309020205020404" pitchFamily="49" charset="0"/>
              </a:rPr>
              <a:t>True</a:t>
            </a:r>
            <a:endParaRPr lang="en-US" dirty="0">
              <a:solidFill>
                <a:srgbClr val="8A3800"/>
              </a:solidFill>
            </a:endParaRP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20549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 Professional-Quality Framework of Collections</a:t>
            </a:r>
          </a:p>
        </p:txBody>
      </p:sp>
      <p:sp>
        <p:nvSpPr>
          <p:cNvPr id="3" name="Content Placeholder 2"/>
          <p:cNvSpPr>
            <a:spLocks noGrp="1"/>
          </p:cNvSpPr>
          <p:nvPr>
            <p:ph idx="1"/>
          </p:nvPr>
        </p:nvSpPr>
        <p:spPr>
          <a:xfrm>
            <a:off x="628650" y="1589713"/>
            <a:ext cx="2800350" cy="1001087"/>
          </a:xfrm>
        </p:spPr>
        <p:txBody>
          <a:bodyPr>
            <a:normAutofit/>
          </a:bodyPr>
          <a:lstStyle/>
          <a:p>
            <a:pPr marL="0" indent="0">
              <a:spcBef>
                <a:spcPts val="1000"/>
              </a:spcBef>
              <a:buNone/>
            </a:pPr>
            <a:r>
              <a:rPr lang="en-IN" b="1" dirty="0"/>
              <a:t>Figure 6-5: </a:t>
            </a:r>
            <a:r>
              <a:rPr lang="en-IN" dirty="0"/>
              <a:t>A professional-quality collection framework</a:t>
            </a:r>
            <a:endParaRPr lang="en-US" dirty="0"/>
          </a:p>
        </p:txBody>
      </p:sp>
      <p:pic>
        <p:nvPicPr>
          <p:cNvPr id="7" name="Content Placeholder 6" descr="The class hierarchy of a professional-quality collection framework is displayed. The hierarchy has classes at 5 levels. The following is the class at the top of the hierarchy or level 1. Abstract Collection. The following are the classes at Level 2 which are inherited by Abstract Collection at Level 1. Abstract Bag, Abstract Dict, Abstract List, Abstract Stack, Array Queue, Linked Queue, Array Heap, Heap Priority Queue, Linked B S T, and Linked Directed Graph. The following are the classes at Level 3. The classes at Level 2 inherit from them. The following are the classes inherited by Abstract Bag. They are Array Bag, Hash Bag, Linked Bag, and Tree Sorted Bag. The following are the classes inherited by Abstract Dict. They are Array Dict, Hash Dict, Linked Dict, and Tree Sorted Dict. The following are  the classes inherited by Abstract List. They are Array Sorted List and Linked List. The following are the classes inherited by Abstract Stack. They are Array Stack and Linked Stack. The following class is inherited by Linked Queue. Linked Priority Queue. The following are the classes at Level 4. The classes at Level 3 inherit from them. The following classes are inherited by Array Bag. They are Array Sorted Bag and Array Set. The following classes are inherited by Hash Bag. Hash Set. The following class is inherited by Linked Bag. Linked Set. The following class is inherited by Tree Sorted Bag. Tree Sorted Set. The following class is inherited by Array Dict. Array Sorted Dict. The following class is inherited by Array Sorted List. Array List. The following class is at Level 5 and is inherited by the class Array Sorted Bag at Level 4. Array Sorted Set."/>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4564903" y="994185"/>
            <a:ext cx="4015865" cy="4976468"/>
          </a:xfr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870413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Chapter Summary </a:t>
            </a:r>
            <a:r>
              <a:rPr lang="en-US" sz="2000" dirty="0"/>
              <a:t>(1 of 2)</a:t>
            </a:r>
          </a:p>
        </p:txBody>
      </p:sp>
      <p:sp>
        <p:nvSpPr>
          <p:cNvPr id="3" name="Content Placeholder 2"/>
          <p:cNvSpPr>
            <a:spLocks noGrp="1"/>
          </p:cNvSpPr>
          <p:nvPr>
            <p:ph idx="1"/>
          </p:nvPr>
        </p:nvSpPr>
        <p:spPr>
          <a:xfrm>
            <a:off x="628650" y="1825625"/>
            <a:ext cx="7886700" cy="3889375"/>
          </a:xfrm>
        </p:spPr>
        <p:txBody>
          <a:bodyPr>
            <a:normAutofit/>
          </a:bodyPr>
          <a:lstStyle/>
          <a:p>
            <a:pPr marL="291600" lvl="0" indent="-291600">
              <a:spcBef>
                <a:spcPts val="1000"/>
              </a:spcBef>
            </a:pPr>
            <a:r>
              <a:rPr lang="en-US" dirty="0"/>
              <a:t>Two classes can be related as subclass and superclass:</a:t>
            </a:r>
          </a:p>
          <a:p>
            <a:pPr lvl="1">
              <a:spcBef>
                <a:spcPts val="1000"/>
              </a:spcBef>
            </a:pPr>
            <a:r>
              <a:rPr lang="en-US" dirty="0"/>
              <a:t>A subclass generally is a more specialized version of its superclass</a:t>
            </a:r>
          </a:p>
          <a:p>
            <a:pPr lvl="1">
              <a:spcBef>
                <a:spcPts val="1000"/>
              </a:spcBef>
            </a:pPr>
            <a:r>
              <a:rPr lang="en-US" dirty="0"/>
              <a:t>The superclass is also called the parent of its subclasses</a:t>
            </a:r>
          </a:p>
          <a:p>
            <a:pPr marL="291600" lvl="0" indent="-291600">
              <a:spcBef>
                <a:spcPts val="1000"/>
              </a:spcBef>
            </a:pPr>
            <a:r>
              <a:rPr lang="en-US" dirty="0"/>
              <a:t>A subclass inherits all the methods and variables from its parent class, as well as any of its ancestor classes</a:t>
            </a:r>
          </a:p>
          <a:p>
            <a:pPr marL="291600" lvl="0" indent="-291600">
              <a:spcBef>
                <a:spcPts val="1000"/>
              </a:spcBef>
            </a:pPr>
            <a:r>
              <a:rPr lang="en-US" dirty="0"/>
              <a:t>A subclass specializes the behavior of its superclass by modifying its methods or adding new methods</a:t>
            </a:r>
          </a:p>
          <a:p>
            <a:pPr marL="291600" lvl="0" indent="-291600">
              <a:spcBef>
                <a:spcPts val="1000"/>
              </a:spcBef>
            </a:pPr>
            <a:r>
              <a:rPr lang="en-US" dirty="0"/>
              <a:t>A class can call a method in its superclass by using the superclass name as a prefix to the method</a:t>
            </a:r>
          </a:p>
          <a:p>
            <a:pPr marL="291600" lvl="0" indent="-291600">
              <a:spcBef>
                <a:spcPts val="1000"/>
              </a:spcBef>
            </a:pPr>
            <a:r>
              <a:rPr lang="en-US" dirty="0"/>
              <a:t>An abstract class serves as a repository of data and methods that are common to a set of other classes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86935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Chapter Summary </a:t>
            </a:r>
            <a:r>
              <a:rPr lang="en-US" sz="2000" dirty="0"/>
              <a:t>(2 of 2)</a:t>
            </a:r>
          </a:p>
        </p:txBody>
      </p:sp>
      <p:sp>
        <p:nvSpPr>
          <p:cNvPr id="3" name="Content Placeholder 2"/>
          <p:cNvSpPr>
            <a:spLocks noGrp="1"/>
          </p:cNvSpPr>
          <p:nvPr>
            <p:ph idx="1"/>
          </p:nvPr>
        </p:nvSpPr>
        <p:spPr>
          <a:xfrm>
            <a:off x="628650" y="1825625"/>
            <a:ext cx="7886700" cy="2136775"/>
          </a:xfrm>
        </p:spPr>
        <p:txBody>
          <a:bodyPr>
            <a:normAutofit/>
          </a:bodyPr>
          <a:lstStyle/>
          <a:p>
            <a:pPr marL="291600" indent="-291600">
              <a:spcBef>
                <a:spcPts val="1000"/>
              </a:spcBef>
            </a:pPr>
            <a:r>
              <a:rPr lang="en-US" dirty="0"/>
              <a:t>Abstract classes are not instantiated</a:t>
            </a:r>
          </a:p>
          <a:p>
            <a:pPr marL="291600" indent="-291600">
              <a:spcBef>
                <a:spcPts val="1000"/>
              </a:spcBef>
            </a:pPr>
            <a:r>
              <a:rPr lang="en-US" dirty="0"/>
              <a:t>Python includes all classes in a hierarchy, with the </a:t>
            </a:r>
            <a:r>
              <a:rPr lang="en-US" b="1" dirty="0">
                <a:latin typeface="Courier New" panose="02070309020205020404" pitchFamily="49" charset="0"/>
                <a:cs typeface="Courier New" panose="02070309020205020404" pitchFamily="49" charset="0"/>
              </a:rPr>
              <a:t>object</a:t>
            </a:r>
            <a:r>
              <a:rPr lang="en-US" dirty="0"/>
              <a:t> class as the topmost parent class</a:t>
            </a:r>
          </a:p>
          <a:p>
            <a:pPr marL="291600" indent="-291600">
              <a:spcBef>
                <a:spcPts val="1000"/>
              </a:spcBef>
            </a:pPr>
            <a:r>
              <a:rPr lang="en-US" dirty="0"/>
              <a:t>The methods with more general behavior should be located further up in a class hierarchy</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212011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1d35bb94cae7c924ac1e5457aa937dbc99691dd5"/>
</p:tagLst>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37086</TotalTime>
  <Words>5421</Words>
  <Application>Microsoft Office PowerPoint</Application>
  <PresentationFormat>On-screen Show (4:3)</PresentationFormat>
  <Paragraphs>371</Paragraphs>
  <Slides>40</Slides>
  <Notes>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52" baseType="lpstr">
      <vt:lpstr>MS Mincho</vt:lpstr>
      <vt:lpstr>Arial</vt:lpstr>
      <vt:lpstr>Bank Gothic Bold</vt:lpstr>
      <vt:lpstr>Courier New</vt:lpstr>
      <vt:lpstr>Courier New Bold</vt:lpstr>
      <vt:lpstr>Open Sans</vt:lpstr>
      <vt:lpstr>Open Sans Regular</vt:lpstr>
      <vt:lpstr>Summer Font</vt:lpstr>
      <vt:lpstr>Times</vt:lpstr>
      <vt:lpstr>Times New Roman</vt:lpstr>
      <vt:lpstr>Brand_PPT_Template_SIMPLIFIED_SD</vt:lpstr>
      <vt:lpstr>Equation</vt:lpstr>
      <vt:lpstr>Chapter 6: Inheritance and Abstract Classes</vt:lpstr>
      <vt:lpstr>Learning Objectives</vt:lpstr>
      <vt:lpstr>Using Inheritance to Customize an Existing Class</vt:lpstr>
      <vt:lpstr>Subclassing an Existing Class (1 of 3)</vt:lpstr>
      <vt:lpstr>Subclassing an Existing Class (2 of 3)</vt:lpstr>
      <vt:lpstr>Subclassing an Existing Class (3 of 3)</vt:lpstr>
      <vt:lpstr>Revising the _init_ Method (1 of 2)</vt:lpstr>
      <vt:lpstr>Revising the _init_ Method (2 of 2)</vt:lpstr>
      <vt:lpstr>Adding a New _contains_ Method (1 of 2)</vt:lpstr>
      <vt:lpstr>Adding a New _contains_ Method (2 of 2)</vt:lpstr>
      <vt:lpstr>Modifying the Existing add Method (1 of 4)</vt:lpstr>
      <vt:lpstr>Modifying the Existing add Method (2 of 4)</vt:lpstr>
      <vt:lpstr>Modifying the Existing add Method (3 of 4)</vt:lpstr>
      <vt:lpstr>Modifying the Existing add Method (4 of 4)</vt:lpstr>
      <vt:lpstr>Run-Time Performance of ArraySortedBag (1 of 2)</vt:lpstr>
      <vt:lpstr>Run-Time Performance of ArraySortedBag (2 of 2)</vt:lpstr>
      <vt:lpstr>A Note on Class Hierarchies in Python (1 of 2)</vt:lpstr>
      <vt:lpstr>A Note on Class Hierarchies in Python (2 of 2)</vt:lpstr>
      <vt:lpstr>Using Abstract Classes to Eliminate Redundant Code</vt:lpstr>
      <vt:lpstr>Designing an AbstractBag Class (1 of 4)</vt:lpstr>
      <vt:lpstr>Designing an AbstractBag Class (2 of 4)</vt:lpstr>
      <vt:lpstr>Designing an AbstractBag Class (3 of 4)</vt:lpstr>
      <vt:lpstr>Designing an AbstractBag Class (4 of 4)</vt:lpstr>
      <vt:lpstr>Redoing the _init_ Method in AbstractBag (1 of 2)</vt:lpstr>
      <vt:lpstr>Redoing the _init_ Method in AbstractBag (2 of 2)</vt:lpstr>
      <vt:lpstr>Modifying the Subclasses of AbstractBag (1 of 3)</vt:lpstr>
      <vt:lpstr>Modifying the Subclasses of AbstractBag (2 of 3)</vt:lpstr>
      <vt:lpstr>Modifying the Subclasses of AbstractBag (3 of 3)</vt:lpstr>
      <vt:lpstr>Generalizing the _add_ Method in AbstractBag (1 of 2)</vt:lpstr>
      <vt:lpstr>Generalizing the _add_ Method in AbstractBag (2 of 2)</vt:lpstr>
      <vt:lpstr>An Abstract Class For All Collections</vt:lpstr>
      <vt:lpstr>Integrating AbstractCollection into the Collection Hierarchy (1 of 3)</vt:lpstr>
      <vt:lpstr>Integrating AbstractCollection into the Collection Hierarchy (2 of 3)</vt:lpstr>
      <vt:lpstr>Integrating AbstractCollection into the Collection Hierarchy (3 of 3)</vt:lpstr>
      <vt:lpstr>Using Two Iterators in the _eq_ Method (1 of 3)</vt:lpstr>
      <vt:lpstr>Using Two Iterators in the _eq_ Method (2 of 3)</vt:lpstr>
      <vt:lpstr>Using Two Iterators in the _eq_ Method (3 of 3)</vt:lpstr>
      <vt:lpstr>A Professional-Quality Framework of Collections</vt:lpstr>
      <vt:lpstr>Chapter Summary (1 of 2)</vt:lpstr>
      <vt:lpstr>Chapter Summary (2 of 2)</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Project Management</dc:title>
  <dc:creator>Stulga, Michele L</dc:creator>
  <cp:lastModifiedBy>Preethi S</cp:lastModifiedBy>
  <cp:revision>660</cp:revision>
  <dcterms:created xsi:type="dcterms:W3CDTF">2001-07-05T23:10:12Z</dcterms:created>
  <dcterms:modified xsi:type="dcterms:W3CDTF">2018-10-26T05:48:10Z</dcterms:modified>
</cp:coreProperties>
</file>