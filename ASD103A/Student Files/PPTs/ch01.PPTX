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8" r:id="rId1"/>
  </p:sldMasterIdLst>
  <p:notesMasterIdLst>
    <p:notesMasterId r:id="rId66"/>
  </p:notesMasterIdLst>
  <p:handoutMasterIdLst>
    <p:handoutMasterId r:id="rId67"/>
  </p:handoutMasterIdLst>
  <p:sldIdLst>
    <p:sldId id="423" r:id="rId2"/>
    <p:sldId id="333" r:id="rId3"/>
    <p:sldId id="288" r:id="rId4"/>
    <p:sldId id="361" r:id="rId5"/>
    <p:sldId id="362" r:id="rId6"/>
    <p:sldId id="422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74" r:id="rId18"/>
    <p:sldId id="375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424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25" r:id="rId54"/>
    <p:sldId id="426" r:id="rId55"/>
    <p:sldId id="412" r:id="rId56"/>
    <p:sldId id="413" r:id="rId57"/>
    <p:sldId id="414" r:id="rId58"/>
    <p:sldId id="415" r:id="rId59"/>
    <p:sldId id="416" r:id="rId60"/>
    <p:sldId id="417" r:id="rId61"/>
    <p:sldId id="418" r:id="rId62"/>
    <p:sldId id="419" r:id="rId63"/>
    <p:sldId id="420" r:id="rId64"/>
    <p:sldId id="421" r:id="rId65"/>
  </p:sldIdLst>
  <p:sldSz cx="9144000" cy="6858000" type="screen4x3"/>
  <p:notesSz cx="6858000" cy="9144000"/>
  <p:custDataLst>
    <p:tags r:id="rId6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2" clrIdx="0"/>
  <p:cmAuthor id="1" name="Rafael Ignacio Bonilla Armijos" initials="RIBA" lastIdx="2" clrIdx="1">
    <p:extLst/>
  </p:cmAuthor>
  <p:cmAuthor id="2" name="Stulga, Michele L" initials="SML" lastIdx="19" clrIdx="2">
    <p:extLst/>
  </p:cmAuthor>
  <p:cmAuthor id="3" name="S.A.Bennett" initials="SB" lastIdx="7" clrIdx="3"/>
  <p:cmAuthor id="4" name="Gregory Tomsho" initials="GT" lastIdx="4" clrIdx="4">
    <p:extLst>
      <p:ext uri="{19B8F6BF-5375-455C-9EA6-DF929625EA0E}">
        <p15:presenceInfo xmlns:p15="http://schemas.microsoft.com/office/powerpoint/2012/main" userId="Gregory Tomsh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3800"/>
    <a:srgbClr val="0000FF"/>
    <a:srgbClr val="004978"/>
    <a:srgbClr val="490C00"/>
    <a:srgbClr val="660066"/>
    <a:srgbClr val="8A3800"/>
    <a:srgbClr val="C00000"/>
    <a:srgbClr val="006800"/>
    <a:srgbClr val="5B53FF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2" autoAdjust="0"/>
    <p:restoredTop sz="96408" autoAdjust="0"/>
  </p:normalViewPr>
  <p:slideViewPr>
    <p:cSldViewPr>
      <p:cViewPr varScale="1">
        <p:scale>
          <a:sx n="108" d="100"/>
          <a:sy n="108" d="100"/>
        </p:scale>
        <p:origin x="172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73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94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e Freeman" userId="1199072752_tp_dropbox" providerId="OAuth2" clId="{E538005D-6C9D-074D-B7B3-C4950FF5C9F2}"/>
    <pc:docChg chg="undo custSel modSld">
      <pc:chgData name="Marianne Freeman" userId="1199072752_tp_dropbox" providerId="OAuth2" clId="{E538005D-6C9D-074D-B7B3-C4950FF5C9F2}" dt="2018-09-23T19:32:24.218" v="203"/>
      <pc:docMkLst>
        <pc:docMk/>
      </pc:docMkLst>
      <pc:sldChg chg="addSp delSp modSp mod setBg">
        <pc:chgData name="Marianne Freeman" userId="1199072752_tp_dropbox" providerId="OAuth2" clId="{E538005D-6C9D-074D-B7B3-C4950FF5C9F2}" dt="2018-09-23T18:13:52.987" v="61"/>
        <pc:sldMkLst>
          <pc:docMk/>
          <pc:sldMk cId="0" sldId="257"/>
        </pc:sldMkLst>
        <pc:spChg chg="mod">
          <ac:chgData name="Marianne Freeman" userId="1199072752_tp_dropbox" providerId="OAuth2" clId="{E538005D-6C9D-074D-B7B3-C4950FF5C9F2}" dt="2018-09-23T17:44:32.579" v="6" actId="20577"/>
          <ac:spMkLst>
            <pc:docMk/>
            <pc:sldMk cId="0" sldId="257"/>
            <ac:spMk id="4" creationId="{2B7206C4-20D6-1E4B-A9BF-F06AB8FA9727}"/>
          </ac:spMkLst>
        </pc:spChg>
        <pc:spChg chg="mod">
          <ac:chgData name="Marianne Freeman" userId="1199072752_tp_dropbox" providerId="OAuth2" clId="{E538005D-6C9D-074D-B7B3-C4950FF5C9F2}" dt="2018-09-23T17:39:34.651" v="3" actId="20577"/>
          <ac:spMkLst>
            <pc:docMk/>
            <pc:sldMk cId="0" sldId="257"/>
            <ac:spMk id="3074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7:46:49.643" v="12"/>
          <ac:inkMkLst>
            <pc:docMk/>
            <pc:sldMk cId="0" sldId="257"/>
            <ac:inkMk id="3" creationId="{9AA63AE0-66CD-F044-80FB-FBA9DB4E4743}"/>
          </ac:inkMkLst>
        </pc:inkChg>
        <pc:inkChg chg="add del">
          <ac:chgData name="Marianne Freeman" userId="1199072752_tp_dropbox" providerId="OAuth2" clId="{E538005D-6C9D-074D-B7B3-C4950FF5C9F2}" dt="2018-09-23T17:46:53.591" v="14"/>
          <ac:inkMkLst>
            <pc:docMk/>
            <pc:sldMk cId="0" sldId="257"/>
            <ac:inkMk id="5" creationId="{F3B154DB-9584-A74F-B86D-76F8085223D5}"/>
          </ac:inkMkLst>
        </pc:inkChg>
        <pc:inkChg chg="add del">
          <ac:chgData name="Marianne Freeman" userId="1199072752_tp_dropbox" providerId="OAuth2" clId="{E538005D-6C9D-074D-B7B3-C4950FF5C9F2}" dt="2018-09-23T17:48:51.730" v="16" actId="478"/>
          <ac:inkMkLst>
            <pc:docMk/>
            <pc:sldMk cId="0" sldId="257"/>
            <ac:inkMk id="6" creationId="{DEB3D3BF-BCF1-6F4C-BDDE-12EB1C3C3FB1}"/>
          </ac:inkMkLst>
        </pc:inkChg>
        <pc:inkChg chg="add">
          <ac:chgData name="Marianne Freeman" userId="1199072752_tp_dropbox" providerId="OAuth2" clId="{E538005D-6C9D-074D-B7B3-C4950FF5C9F2}" dt="2018-09-23T18:13:52.987" v="61"/>
          <ac:inkMkLst>
            <pc:docMk/>
            <pc:sldMk cId="0" sldId="257"/>
            <ac:inkMk id="7" creationId="{69CC1377-EABE-8446-B16E-091C41A4F446}"/>
          </ac:inkMkLst>
        </pc:inkChg>
      </pc:sldChg>
      <pc:sldChg chg="modSp">
        <pc:chgData name="Marianne Freeman" userId="1199072752_tp_dropbox" providerId="OAuth2" clId="{E538005D-6C9D-074D-B7B3-C4950FF5C9F2}" dt="2018-09-23T17:57:51.993" v="42" actId="20577"/>
        <pc:sldMkLst>
          <pc:docMk/>
          <pc:sldMk cId="0" sldId="288"/>
        </pc:sldMkLst>
        <pc:spChg chg="mod">
          <ac:chgData name="Marianne Freeman" userId="1199072752_tp_dropbox" providerId="OAuth2" clId="{E538005D-6C9D-074D-B7B3-C4950FF5C9F2}" dt="2018-09-23T17:57:51.993" v="42" actId="20577"/>
          <ac:spMkLst>
            <pc:docMk/>
            <pc:sldMk cId="0" sldId="288"/>
            <ac:spMk id="38915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7:43.283" v="39" actId="20577"/>
        <pc:sldMkLst>
          <pc:docMk/>
          <pc:sldMk cId="0" sldId="333"/>
        </pc:sldMkLst>
        <pc:spChg chg="mod">
          <ac:chgData name="Marianne Freeman" userId="1199072752_tp_dropbox" providerId="OAuth2" clId="{E538005D-6C9D-074D-B7B3-C4950FF5C9F2}" dt="2018-09-23T17:57:43.283" v="39" actId="20577"/>
          <ac:spMkLst>
            <pc:docMk/>
            <pc:sldMk cId="0" sldId="333"/>
            <ac:spMk id="9219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8:32.264" v="44" actId="20577"/>
        <pc:sldMkLst>
          <pc:docMk/>
          <pc:sldMk cId="379327355" sldId="361"/>
        </pc:sldMkLst>
        <pc:spChg chg="mod">
          <ac:chgData name="Marianne Freeman" userId="1199072752_tp_dropbox" providerId="OAuth2" clId="{E538005D-6C9D-074D-B7B3-C4950FF5C9F2}" dt="2018-09-23T17:58:32.264" v="44" actId="20577"/>
          <ac:spMkLst>
            <pc:docMk/>
            <pc:sldMk cId="379327355" sldId="361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03.532" v="45" actId="20577"/>
        <pc:sldMkLst>
          <pc:docMk/>
          <pc:sldMk cId="4107030490" sldId="362"/>
        </pc:sldMkLst>
        <pc:spChg chg="mod">
          <ac:chgData name="Marianne Freeman" userId="1199072752_tp_dropbox" providerId="OAuth2" clId="{E538005D-6C9D-074D-B7B3-C4950FF5C9F2}" dt="2018-09-23T17:59:03.532" v="45" actId="20577"/>
          <ac:spMkLst>
            <pc:docMk/>
            <pc:sldMk cId="4107030490" sldId="362"/>
            <ac:spMk id="3" creationId="{00000000-0000-0000-0000-000000000000}"/>
          </ac:spMkLst>
        </pc:spChg>
      </pc:sldChg>
      <pc:sldChg chg="modSp">
        <pc:chgData name="Marianne Freeman" userId="1199072752_tp_dropbox" providerId="OAuth2" clId="{E538005D-6C9D-074D-B7B3-C4950FF5C9F2}" dt="2018-09-23T17:59:50.626" v="49" actId="20577"/>
        <pc:sldMkLst>
          <pc:docMk/>
          <pc:sldMk cId="443166251" sldId="365"/>
        </pc:sldMkLst>
        <pc:spChg chg="mod">
          <ac:chgData name="Marianne Freeman" userId="1199072752_tp_dropbox" providerId="OAuth2" clId="{E538005D-6C9D-074D-B7B3-C4950FF5C9F2}" dt="2018-09-23T17:59:50.626" v="49" actId="20577"/>
          <ac:spMkLst>
            <pc:docMk/>
            <pc:sldMk cId="443166251" sldId="36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8:13:43.908" v="60"/>
        <pc:sldMkLst>
          <pc:docMk/>
          <pc:sldMk cId="410699370" sldId="369"/>
        </pc:sldMkLst>
        <pc:spChg chg="mod">
          <ac:chgData name="Marianne Freeman" userId="1199072752_tp_dropbox" providerId="OAuth2" clId="{E538005D-6C9D-074D-B7B3-C4950FF5C9F2}" dt="2018-09-23T18:13:11.211" v="54" actId="20577"/>
          <ac:spMkLst>
            <pc:docMk/>
            <pc:sldMk cId="410699370" sldId="369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13:39.363" v="58"/>
          <ac:inkMkLst>
            <pc:docMk/>
            <pc:sldMk cId="410699370" sldId="369"/>
            <ac:inkMk id="5" creationId="{D3D0B38A-D5ED-674A-B39A-6F5FE99589D0}"/>
          </ac:inkMkLst>
        </pc:inkChg>
        <pc:inkChg chg="add del">
          <ac:chgData name="Marianne Freeman" userId="1199072752_tp_dropbox" providerId="OAuth2" clId="{E538005D-6C9D-074D-B7B3-C4950FF5C9F2}" dt="2018-09-23T18:13:38.064" v="57"/>
          <ac:inkMkLst>
            <pc:docMk/>
            <pc:sldMk cId="410699370" sldId="369"/>
            <ac:inkMk id="6" creationId="{A9765482-B13B-2A43-BCC4-E1B519813D44}"/>
          </ac:inkMkLst>
        </pc:inkChg>
        <pc:inkChg chg="add">
          <ac:chgData name="Marianne Freeman" userId="1199072752_tp_dropbox" providerId="OAuth2" clId="{E538005D-6C9D-074D-B7B3-C4950FF5C9F2}" dt="2018-09-23T18:13:42.116" v="59"/>
          <ac:inkMkLst>
            <pc:docMk/>
            <pc:sldMk cId="410699370" sldId="369"/>
            <ac:inkMk id="7" creationId="{8D87BC13-238B-8742-83B8-7BF3F2E0E660}"/>
          </ac:inkMkLst>
        </pc:inkChg>
        <pc:inkChg chg="add">
          <ac:chgData name="Marianne Freeman" userId="1199072752_tp_dropbox" providerId="OAuth2" clId="{E538005D-6C9D-074D-B7B3-C4950FF5C9F2}" dt="2018-09-23T18:13:43.908" v="60"/>
          <ac:inkMkLst>
            <pc:docMk/>
            <pc:sldMk cId="410699370" sldId="369"/>
            <ac:inkMk id="8" creationId="{1D663B2E-7624-3E46-AC7D-8D2AEC20118E}"/>
          </ac:inkMkLst>
        </pc:inkChg>
      </pc:sldChg>
      <pc:sldChg chg="addSp delSp">
        <pc:chgData name="Marianne Freeman" userId="1199072752_tp_dropbox" providerId="OAuth2" clId="{E538005D-6C9D-074D-B7B3-C4950FF5C9F2}" dt="2018-09-23T18:16:26.821" v="63"/>
        <pc:sldMkLst>
          <pc:docMk/>
          <pc:sldMk cId="2953858939" sldId="372"/>
        </pc:sldMkLst>
        <pc:inkChg chg="add del">
          <ac:chgData name="Marianne Freeman" userId="1199072752_tp_dropbox" providerId="OAuth2" clId="{E538005D-6C9D-074D-B7B3-C4950FF5C9F2}" dt="2018-09-23T18:16:26.821" v="63"/>
          <ac:inkMkLst>
            <pc:docMk/>
            <pc:sldMk cId="2953858939" sldId="372"/>
            <ac:inkMk id="5" creationId="{0271ECEC-C9F4-464A-A7BB-0A13E5001A1A}"/>
          </ac:inkMkLst>
        </pc:inkChg>
      </pc:sldChg>
      <pc:sldChg chg="addSp delSp modSp">
        <pc:chgData name="Marianne Freeman" userId="1199072752_tp_dropbox" providerId="OAuth2" clId="{E538005D-6C9D-074D-B7B3-C4950FF5C9F2}" dt="2018-09-23T18:20:11.480" v="72"/>
        <pc:sldMkLst>
          <pc:docMk/>
          <pc:sldMk cId="1776954696" sldId="375"/>
        </pc:sldMkLst>
        <pc:spChg chg="mod">
          <ac:chgData name="Marianne Freeman" userId="1199072752_tp_dropbox" providerId="OAuth2" clId="{E538005D-6C9D-074D-B7B3-C4950FF5C9F2}" dt="2018-09-23T18:19:51.189" v="67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0:08.046" v="71"/>
          <ac:inkMkLst>
            <pc:docMk/>
            <pc:sldMk cId="1776954696" sldId="375"/>
            <ac:inkMk id="5" creationId="{AC5692E4-7B0A-EA41-A1BC-45BE57F5ECCF}"/>
          </ac:inkMkLst>
        </pc:inkChg>
        <pc:inkChg chg="add del">
          <ac:chgData name="Marianne Freeman" userId="1199072752_tp_dropbox" providerId="OAuth2" clId="{E538005D-6C9D-074D-B7B3-C4950FF5C9F2}" dt="2018-09-23T18:20:06.521" v="70"/>
          <ac:inkMkLst>
            <pc:docMk/>
            <pc:sldMk cId="1776954696" sldId="375"/>
            <ac:inkMk id="6" creationId="{61037956-EAA2-514C-A8B4-0EAD52377BB2}"/>
          </ac:inkMkLst>
        </pc:inkChg>
        <pc:inkChg chg="add">
          <ac:chgData name="Marianne Freeman" userId="1199072752_tp_dropbox" providerId="OAuth2" clId="{E538005D-6C9D-074D-B7B3-C4950FF5C9F2}" dt="2018-09-23T18:20:11.480" v="72"/>
          <ac:inkMkLst>
            <pc:docMk/>
            <pc:sldMk cId="1776954696" sldId="375"/>
            <ac:inkMk id="7" creationId="{93E6202D-C446-BE4B-933C-3739760A46B5}"/>
          </ac:inkMkLst>
        </pc:inkChg>
      </pc:sldChg>
      <pc:sldChg chg="addSp modSp">
        <pc:chgData name="Marianne Freeman" userId="1199072752_tp_dropbox" providerId="OAuth2" clId="{E538005D-6C9D-074D-B7B3-C4950FF5C9F2}" dt="2018-09-23T19:32:24.218" v="203"/>
        <pc:sldMkLst>
          <pc:docMk/>
          <pc:sldMk cId="1192874905" sldId="378"/>
        </pc:sldMkLst>
        <pc:spChg chg="mod">
          <ac:chgData name="Marianne Freeman" userId="1199072752_tp_dropbox" providerId="OAuth2" clId="{E538005D-6C9D-074D-B7B3-C4950FF5C9F2}" dt="2018-09-23T19:31:56.964" v="197" actId="113"/>
          <ac:spMkLst>
            <pc:docMk/>
            <pc:sldMk cId="1192874905" sldId="378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21.585" v="202"/>
          <ac:inkMkLst>
            <pc:docMk/>
            <pc:sldMk cId="1192874905" sldId="378"/>
            <ac:inkMk id="5" creationId="{1AA2738A-B362-C34F-BC8F-F987EAF19C81}"/>
          </ac:inkMkLst>
        </pc:inkChg>
        <pc:inkChg chg="add">
          <ac:chgData name="Marianne Freeman" userId="1199072752_tp_dropbox" providerId="OAuth2" clId="{E538005D-6C9D-074D-B7B3-C4950FF5C9F2}" dt="2018-09-23T19:32:24.218" v="203"/>
          <ac:inkMkLst>
            <pc:docMk/>
            <pc:sldMk cId="1192874905" sldId="378"/>
            <ac:inkMk id="6" creationId="{FBB0321D-532B-5242-B742-56AB8828B7F7}"/>
          </ac:inkMkLst>
        </pc:inkChg>
      </pc:sldChg>
      <pc:sldChg chg="addSp modSp">
        <pc:chgData name="Marianne Freeman" userId="1199072752_tp_dropbox" providerId="OAuth2" clId="{E538005D-6C9D-074D-B7B3-C4950FF5C9F2}" dt="2018-09-23T19:32:19.037" v="201"/>
        <pc:sldMkLst>
          <pc:docMk/>
          <pc:sldMk cId="203412267" sldId="379"/>
        </pc:sldMkLst>
        <pc:spChg chg="mod">
          <ac:chgData name="Marianne Freeman" userId="1199072752_tp_dropbox" providerId="OAuth2" clId="{E538005D-6C9D-074D-B7B3-C4950FF5C9F2}" dt="2018-09-23T19:32:15.377" v="200" actId="1076"/>
          <ac:spMkLst>
            <pc:docMk/>
            <pc:sldMk cId="203412267" sldId="37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32:19.037" v="201"/>
          <ac:inkMkLst>
            <pc:docMk/>
            <pc:sldMk cId="203412267" sldId="379"/>
            <ac:inkMk id="5" creationId="{01895BCA-0C46-7843-BAD6-7256D9F88880}"/>
          </ac:inkMkLst>
        </pc:inkChg>
      </pc:sldChg>
      <pc:sldChg chg="addSp delSp modSp">
        <pc:chgData name="Marianne Freeman" userId="1199072752_tp_dropbox" providerId="OAuth2" clId="{E538005D-6C9D-074D-B7B3-C4950FF5C9F2}" dt="2018-09-23T18:29:05.570" v="91" actId="1076"/>
        <pc:sldMkLst>
          <pc:docMk/>
          <pc:sldMk cId="1727069524" sldId="380"/>
        </pc:sldMkLst>
        <pc:spChg chg="mod">
          <ac:chgData name="Marianne Freeman" userId="1199072752_tp_dropbox" providerId="OAuth2" clId="{E538005D-6C9D-074D-B7B3-C4950FF5C9F2}" dt="2018-09-23T18:29:05.570" v="91" actId="1076"/>
          <ac:spMkLst>
            <pc:docMk/>
            <pc:sldMk cId="1727069524" sldId="380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27:18.530" v="78"/>
          <ac:inkMkLst>
            <pc:docMk/>
            <pc:sldMk cId="1727069524" sldId="380"/>
            <ac:inkMk id="5" creationId="{D0F03E70-05D3-704B-81A9-7C41B6344A6D}"/>
          </ac:inkMkLst>
        </pc:inkChg>
        <pc:inkChg chg="add">
          <ac:chgData name="Marianne Freeman" userId="1199072752_tp_dropbox" providerId="OAuth2" clId="{E538005D-6C9D-074D-B7B3-C4950FF5C9F2}" dt="2018-09-23T18:27:20.757" v="79"/>
          <ac:inkMkLst>
            <pc:docMk/>
            <pc:sldMk cId="1727069524" sldId="380"/>
            <ac:inkMk id="6" creationId="{3FC3CCD5-4FE2-0E4F-9F50-1CCECB02A2CE}"/>
          </ac:inkMkLst>
        </pc:inkChg>
        <pc:inkChg chg="add del">
          <ac:chgData name="Marianne Freeman" userId="1199072752_tp_dropbox" providerId="OAuth2" clId="{E538005D-6C9D-074D-B7B3-C4950FF5C9F2}" dt="2018-09-23T18:27:33.149" v="81"/>
          <ac:inkMkLst>
            <pc:docMk/>
            <pc:sldMk cId="1727069524" sldId="380"/>
            <ac:inkMk id="7" creationId="{0839D04A-C611-5749-A084-0AF2629D3A1E}"/>
          </ac:inkMkLst>
        </pc:inkChg>
        <pc:inkChg chg="add">
          <ac:chgData name="Marianne Freeman" userId="1199072752_tp_dropbox" providerId="OAuth2" clId="{E538005D-6C9D-074D-B7B3-C4950FF5C9F2}" dt="2018-09-23T18:28:28.839" v="86"/>
          <ac:inkMkLst>
            <pc:docMk/>
            <pc:sldMk cId="1727069524" sldId="380"/>
            <ac:inkMk id="8" creationId="{BB2D086F-7772-BB4D-BB11-F3A4F0A27444}"/>
          </ac:inkMkLst>
        </pc:inkChg>
        <pc:inkChg chg="add">
          <ac:chgData name="Marianne Freeman" userId="1199072752_tp_dropbox" providerId="OAuth2" clId="{E538005D-6C9D-074D-B7B3-C4950FF5C9F2}" dt="2018-09-23T18:28:57.728" v="88"/>
          <ac:inkMkLst>
            <pc:docMk/>
            <pc:sldMk cId="1727069524" sldId="380"/>
            <ac:inkMk id="9" creationId="{0E4D745B-8A73-FE42-9E99-BA12AEFF5E58}"/>
          </ac:inkMkLst>
        </pc:inkChg>
        <pc:inkChg chg="add del">
          <ac:chgData name="Marianne Freeman" userId="1199072752_tp_dropbox" providerId="OAuth2" clId="{E538005D-6C9D-074D-B7B3-C4950FF5C9F2}" dt="2018-09-23T18:29:03.305" v="90"/>
          <ac:inkMkLst>
            <pc:docMk/>
            <pc:sldMk cId="1727069524" sldId="380"/>
            <ac:inkMk id="10" creationId="{2E4A1A18-67FB-6345-BF08-376F8545202F}"/>
          </ac:inkMkLst>
        </pc:inkChg>
      </pc:sldChg>
      <pc:sldChg chg="addSp delSp modSp">
        <pc:chgData name="Marianne Freeman" userId="1199072752_tp_dropbox" providerId="OAuth2" clId="{E538005D-6C9D-074D-B7B3-C4950FF5C9F2}" dt="2018-09-23T18:33:39.908" v="98"/>
        <pc:sldMkLst>
          <pc:docMk/>
          <pc:sldMk cId="3160046631" sldId="382"/>
        </pc:sldMkLst>
        <pc:spChg chg="mod">
          <ac:chgData name="Marianne Freeman" userId="1199072752_tp_dropbox" providerId="OAuth2" clId="{E538005D-6C9D-074D-B7B3-C4950FF5C9F2}" dt="2018-09-23T18:33:06.117" v="95" actId="20577"/>
          <ac:spMkLst>
            <pc:docMk/>
            <pc:sldMk cId="3160046631" sldId="382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33:38.148" v="97"/>
          <ac:inkMkLst>
            <pc:docMk/>
            <pc:sldMk cId="3160046631" sldId="382"/>
            <ac:inkMk id="5" creationId="{6E15F09F-8B50-424D-ABF3-7C8C71686C80}"/>
          </ac:inkMkLst>
        </pc:inkChg>
        <pc:inkChg chg="add">
          <ac:chgData name="Marianne Freeman" userId="1199072752_tp_dropbox" providerId="OAuth2" clId="{E538005D-6C9D-074D-B7B3-C4950FF5C9F2}" dt="2018-09-23T18:33:39.908" v="98"/>
          <ac:inkMkLst>
            <pc:docMk/>
            <pc:sldMk cId="3160046631" sldId="382"/>
            <ac:inkMk id="6" creationId="{C5BA7F65-7CE0-E24E-8923-B1D948725609}"/>
          </ac:inkMkLst>
        </pc:inkChg>
      </pc:sldChg>
      <pc:sldChg chg="addSp modSp">
        <pc:chgData name="Marianne Freeman" userId="1199072752_tp_dropbox" providerId="OAuth2" clId="{E538005D-6C9D-074D-B7B3-C4950FF5C9F2}" dt="2018-09-23T18:42:17.185" v="101"/>
        <pc:sldMkLst>
          <pc:docMk/>
          <pc:sldMk cId="1403642304" sldId="384"/>
        </pc:sldMkLst>
        <pc:spChg chg="mod">
          <ac:chgData name="Marianne Freeman" userId="1199072752_tp_dropbox" providerId="OAuth2" clId="{E538005D-6C9D-074D-B7B3-C4950FF5C9F2}" dt="2018-09-23T18:42:05.141" v="100" actId="113"/>
          <ac:spMkLst>
            <pc:docMk/>
            <pc:sldMk cId="1403642304" sldId="384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2:17.185" v="101"/>
          <ac:inkMkLst>
            <pc:docMk/>
            <pc:sldMk cId="1403642304" sldId="384"/>
            <ac:inkMk id="5" creationId="{2E0A7FE8-5459-5946-B275-7B0207F057D0}"/>
          </ac:inkMkLst>
        </pc:inkChg>
      </pc:sldChg>
      <pc:sldChg chg="addSp modSp">
        <pc:chgData name="Marianne Freeman" userId="1199072752_tp_dropbox" providerId="OAuth2" clId="{E538005D-6C9D-074D-B7B3-C4950FF5C9F2}" dt="2018-09-23T18:44:18.332" v="104"/>
        <pc:sldMkLst>
          <pc:docMk/>
          <pc:sldMk cId="167719890" sldId="389"/>
        </pc:sldMkLst>
        <pc:spChg chg="mod">
          <ac:chgData name="Marianne Freeman" userId="1199072752_tp_dropbox" providerId="OAuth2" clId="{E538005D-6C9D-074D-B7B3-C4950FF5C9F2}" dt="2018-09-23T18:43:40.012" v="103" actId="113"/>
          <ac:spMkLst>
            <pc:docMk/>
            <pc:sldMk cId="167719890" sldId="389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8:44:18.332" v="104"/>
          <ac:inkMkLst>
            <pc:docMk/>
            <pc:sldMk cId="167719890" sldId="389"/>
            <ac:inkMk id="5" creationId="{3E4C7EE3-C9F8-BC46-A608-24EDF3B4A133}"/>
          </ac:inkMkLst>
        </pc:inkChg>
      </pc:sldChg>
      <pc:sldChg chg="addSp delSp modSp">
        <pc:chgData name="Marianne Freeman" userId="1199072752_tp_dropbox" providerId="OAuth2" clId="{E538005D-6C9D-074D-B7B3-C4950FF5C9F2}" dt="2018-09-23T18:52:52.947" v="118"/>
        <pc:sldMkLst>
          <pc:docMk/>
          <pc:sldMk cId="702252208" sldId="395"/>
        </pc:sldMkLst>
        <pc:spChg chg="mod">
          <ac:chgData name="Marianne Freeman" userId="1199072752_tp_dropbox" providerId="OAuth2" clId="{E538005D-6C9D-074D-B7B3-C4950FF5C9F2}" dt="2018-09-23T18:52:40.601" v="117" actId="20577"/>
          <ac:spMkLst>
            <pc:docMk/>
            <pc:sldMk cId="702252208" sldId="395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8:51:57.288" v="107"/>
          <ac:inkMkLst>
            <pc:docMk/>
            <pc:sldMk cId="702252208" sldId="395"/>
            <ac:inkMk id="5" creationId="{23BC25AD-6EE2-9C40-B366-9C0D0D6FAC15}"/>
          </ac:inkMkLst>
        </pc:inkChg>
        <pc:inkChg chg="add del">
          <ac:chgData name="Marianne Freeman" userId="1199072752_tp_dropbox" providerId="OAuth2" clId="{E538005D-6C9D-074D-B7B3-C4950FF5C9F2}" dt="2018-09-23T18:52:01.736" v="109"/>
          <ac:inkMkLst>
            <pc:docMk/>
            <pc:sldMk cId="702252208" sldId="395"/>
            <ac:inkMk id="6" creationId="{9DA42052-34AB-E64A-B85C-758CB2EA57AF}"/>
          </ac:inkMkLst>
        </pc:inkChg>
        <pc:inkChg chg="add del">
          <ac:chgData name="Marianne Freeman" userId="1199072752_tp_dropbox" providerId="OAuth2" clId="{E538005D-6C9D-074D-B7B3-C4950FF5C9F2}" dt="2018-09-23T18:52:06.566" v="111"/>
          <ac:inkMkLst>
            <pc:docMk/>
            <pc:sldMk cId="702252208" sldId="395"/>
            <ac:inkMk id="7" creationId="{FA2ABF6D-42AC-FA42-8B66-4DA420BD53CA}"/>
          </ac:inkMkLst>
        </pc:inkChg>
        <pc:inkChg chg="add del">
          <ac:chgData name="Marianne Freeman" userId="1199072752_tp_dropbox" providerId="OAuth2" clId="{E538005D-6C9D-074D-B7B3-C4950FF5C9F2}" dt="2018-09-23T18:52:14.221" v="115"/>
          <ac:inkMkLst>
            <pc:docMk/>
            <pc:sldMk cId="702252208" sldId="395"/>
            <ac:inkMk id="8" creationId="{05F55315-220C-2A4D-A9D9-67775AF96A89}"/>
          </ac:inkMkLst>
        </pc:inkChg>
        <pc:inkChg chg="add del">
          <ac:chgData name="Marianne Freeman" userId="1199072752_tp_dropbox" providerId="OAuth2" clId="{E538005D-6C9D-074D-B7B3-C4950FF5C9F2}" dt="2018-09-23T18:52:12.437" v="114"/>
          <ac:inkMkLst>
            <pc:docMk/>
            <pc:sldMk cId="702252208" sldId="395"/>
            <ac:inkMk id="9" creationId="{C5EF3D8C-A668-B140-8E79-1ED3AFED84C0}"/>
          </ac:inkMkLst>
        </pc:inkChg>
        <pc:inkChg chg="add">
          <ac:chgData name="Marianne Freeman" userId="1199072752_tp_dropbox" providerId="OAuth2" clId="{E538005D-6C9D-074D-B7B3-C4950FF5C9F2}" dt="2018-09-23T18:52:18.696" v="116"/>
          <ac:inkMkLst>
            <pc:docMk/>
            <pc:sldMk cId="702252208" sldId="395"/>
            <ac:inkMk id="10" creationId="{CEB22042-4C69-C645-86A3-19F9B254297B}"/>
          </ac:inkMkLst>
        </pc:inkChg>
        <pc:inkChg chg="add">
          <ac:chgData name="Marianne Freeman" userId="1199072752_tp_dropbox" providerId="OAuth2" clId="{E538005D-6C9D-074D-B7B3-C4950FF5C9F2}" dt="2018-09-23T18:52:52.947" v="118"/>
          <ac:inkMkLst>
            <pc:docMk/>
            <pc:sldMk cId="702252208" sldId="395"/>
            <ac:inkMk id="11" creationId="{9C05428A-DEC5-E643-98EB-FF6AF62A1028}"/>
          </ac:inkMkLst>
        </pc:inkChg>
      </pc:sldChg>
      <pc:sldChg chg="addSp modSp">
        <pc:chgData name="Marianne Freeman" userId="1199072752_tp_dropbox" providerId="OAuth2" clId="{E538005D-6C9D-074D-B7B3-C4950FF5C9F2}" dt="2018-09-23T19:23:30.926" v="184"/>
        <pc:sldMkLst>
          <pc:docMk/>
          <pc:sldMk cId="598036102" sldId="400"/>
        </pc:sldMkLst>
        <pc:spChg chg="mod">
          <ac:chgData name="Marianne Freeman" userId="1199072752_tp_dropbox" providerId="OAuth2" clId="{E538005D-6C9D-074D-B7B3-C4950FF5C9F2}" dt="2018-09-23T19:23:25.159" v="183" actId="20577"/>
          <ac:spMkLst>
            <pc:docMk/>
            <pc:sldMk cId="598036102" sldId="40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3:30.926" v="184"/>
          <ac:inkMkLst>
            <pc:docMk/>
            <pc:sldMk cId="598036102" sldId="400"/>
            <ac:inkMk id="5" creationId="{BBCFD3E9-37FA-A440-8412-6661E44EF590}"/>
          </ac:inkMkLst>
        </pc:inkChg>
      </pc:sldChg>
      <pc:sldChg chg="addSp modSp">
        <pc:chgData name="Marianne Freeman" userId="1199072752_tp_dropbox" providerId="OAuth2" clId="{E538005D-6C9D-074D-B7B3-C4950FF5C9F2}" dt="2018-09-23T19:07:07.562" v="130" actId="1076"/>
        <pc:sldMkLst>
          <pc:docMk/>
          <pc:sldMk cId="4181436688" sldId="407"/>
        </pc:sldMkLst>
        <pc:spChg chg="mod">
          <ac:chgData name="Marianne Freeman" userId="1199072752_tp_dropbox" providerId="OAuth2" clId="{E538005D-6C9D-074D-B7B3-C4950FF5C9F2}" dt="2018-09-23T19:07:07.562" v="130" actId="1076"/>
          <ac:spMkLst>
            <pc:docMk/>
            <pc:sldMk cId="4181436688" sldId="407"/>
            <ac:spMk id="3" creationId="{00000000-0000-0000-0000-000000000000}"/>
          </ac:spMkLst>
        </pc:spChg>
        <pc:inkChg chg="add mod">
          <ac:chgData name="Marianne Freeman" userId="1199072752_tp_dropbox" providerId="OAuth2" clId="{E538005D-6C9D-074D-B7B3-C4950FF5C9F2}" dt="2018-09-23T19:06:57.961" v="128" actId="14100"/>
          <ac:inkMkLst>
            <pc:docMk/>
            <pc:sldMk cId="4181436688" sldId="407"/>
            <ac:inkMk id="5" creationId="{F8816BD5-F4D6-9143-B03D-8E0886F89E90}"/>
          </ac:inkMkLst>
        </pc:inkChg>
        <pc:inkChg chg="add">
          <ac:chgData name="Marianne Freeman" userId="1199072752_tp_dropbox" providerId="OAuth2" clId="{E538005D-6C9D-074D-B7B3-C4950FF5C9F2}" dt="2018-09-23T19:06:36.906" v="126"/>
          <ac:inkMkLst>
            <pc:docMk/>
            <pc:sldMk cId="4181436688" sldId="407"/>
            <ac:inkMk id="6" creationId="{7301C363-1F5B-334D-B910-8842F41A00F2}"/>
          </ac:inkMkLst>
        </pc:inkChg>
      </pc:sldChg>
      <pc:sldChg chg="addSp modSp">
        <pc:chgData name="Marianne Freeman" userId="1199072752_tp_dropbox" providerId="OAuth2" clId="{E538005D-6C9D-074D-B7B3-C4950FF5C9F2}" dt="2018-09-23T19:11:34.728" v="134"/>
        <pc:sldMkLst>
          <pc:docMk/>
          <pc:sldMk cId="3876919788" sldId="410"/>
        </pc:sldMkLst>
        <pc:spChg chg="mod">
          <ac:chgData name="Marianne Freeman" userId="1199072752_tp_dropbox" providerId="OAuth2" clId="{E538005D-6C9D-074D-B7B3-C4950FF5C9F2}" dt="2018-09-23T19:11:15.805" v="132" actId="108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1:33.276" v="133"/>
          <ac:inkMkLst>
            <pc:docMk/>
            <pc:sldMk cId="3876919788" sldId="410"/>
            <ac:inkMk id="5" creationId="{B6647843-A5AD-7848-81A0-733183FFDE2B}"/>
          </ac:inkMkLst>
        </pc:inkChg>
        <pc:inkChg chg="add">
          <ac:chgData name="Marianne Freeman" userId="1199072752_tp_dropbox" providerId="OAuth2" clId="{E538005D-6C9D-074D-B7B3-C4950FF5C9F2}" dt="2018-09-23T19:11:34.728" v="134"/>
          <ac:inkMkLst>
            <pc:docMk/>
            <pc:sldMk cId="3876919788" sldId="410"/>
            <ac:inkMk id="6" creationId="{7F22537C-2B7A-CB44-A8C1-B7B5FD92D941}"/>
          </ac:inkMkLst>
        </pc:inkChg>
      </pc:sldChg>
      <pc:sldChg chg="addSp delSp modSp">
        <pc:chgData name="Marianne Freeman" userId="1199072752_tp_dropbox" providerId="OAuth2" clId="{E538005D-6C9D-074D-B7B3-C4950FF5C9F2}" dt="2018-09-23T19:13:38.948" v="139" actId="113"/>
        <pc:sldMkLst>
          <pc:docMk/>
          <pc:sldMk cId="2656147237" sldId="411"/>
        </pc:sldMkLst>
        <pc:spChg chg="mod">
          <ac:chgData name="Marianne Freeman" userId="1199072752_tp_dropbox" providerId="OAuth2" clId="{E538005D-6C9D-074D-B7B3-C4950FF5C9F2}" dt="2018-09-23T19:13:38.948" v="139" actId="113"/>
          <ac:spMkLst>
            <pc:docMk/>
            <pc:sldMk cId="2656147237" sldId="411"/>
            <ac:spMk id="2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13:30.563" v="138"/>
          <ac:inkMkLst>
            <pc:docMk/>
            <pc:sldMk cId="2656147237" sldId="411"/>
            <ac:inkMk id="5" creationId="{62B53D5C-9D57-124B-B673-45034711FC0B}"/>
          </ac:inkMkLst>
        </pc:inkChg>
        <pc:inkChg chg="add del">
          <ac:chgData name="Marianne Freeman" userId="1199072752_tp_dropbox" providerId="OAuth2" clId="{E538005D-6C9D-074D-B7B3-C4950FF5C9F2}" dt="2018-09-23T19:13:29.304" v="137"/>
          <ac:inkMkLst>
            <pc:docMk/>
            <pc:sldMk cId="2656147237" sldId="411"/>
            <ac:inkMk id="6" creationId="{0BCF784E-B2A0-6241-9AD1-D358D0ECE292}"/>
          </ac:inkMkLst>
        </pc:inkChg>
      </pc:sldChg>
      <pc:sldChg chg="addSp modSp">
        <pc:chgData name="Marianne Freeman" userId="1199072752_tp_dropbox" providerId="OAuth2" clId="{E538005D-6C9D-074D-B7B3-C4950FF5C9F2}" dt="2018-09-23T19:17:51.670" v="141"/>
        <pc:sldMkLst>
          <pc:docMk/>
          <pc:sldMk cId="3748229840" sldId="414"/>
        </pc:sldMkLst>
        <pc:spChg chg="mod">
          <ac:chgData name="Marianne Freeman" userId="1199072752_tp_dropbox" providerId="OAuth2" clId="{E538005D-6C9D-074D-B7B3-C4950FF5C9F2}" dt="2018-09-23T19:16:37.639" v="140" actId="20577"/>
          <ac:spMkLst>
            <pc:docMk/>
            <pc:sldMk cId="3748229840" sldId="414"/>
            <ac:spMk id="3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17:51.670" v="141"/>
          <ac:inkMkLst>
            <pc:docMk/>
            <pc:sldMk cId="3748229840" sldId="414"/>
            <ac:inkMk id="5" creationId="{E82DA388-D2CE-5746-AEA9-F43306DF822A}"/>
          </ac:inkMkLst>
        </pc:inkChg>
      </pc:sldChg>
      <pc:sldChg chg="modSp">
        <pc:chgData name="Marianne Freeman" userId="1199072752_tp_dropbox" providerId="OAuth2" clId="{E538005D-6C9D-074D-B7B3-C4950FF5C9F2}" dt="2018-09-23T19:19:57.974" v="181" actId="20577"/>
        <pc:sldMkLst>
          <pc:docMk/>
          <pc:sldMk cId="575372447" sldId="415"/>
        </pc:sldMkLst>
        <pc:spChg chg="mod">
          <ac:chgData name="Marianne Freeman" userId="1199072752_tp_dropbox" providerId="OAuth2" clId="{E538005D-6C9D-074D-B7B3-C4950FF5C9F2}" dt="2018-09-23T19:19:57.974" v="181" actId="20577"/>
          <ac:spMkLst>
            <pc:docMk/>
            <pc:sldMk cId="575372447" sldId="415"/>
            <ac:spMk id="3" creationId="{00000000-0000-0000-0000-000000000000}"/>
          </ac:spMkLst>
        </pc:spChg>
      </pc:sldChg>
      <pc:sldChg chg="addSp delSp modSp">
        <pc:chgData name="Marianne Freeman" userId="1199072752_tp_dropbox" providerId="OAuth2" clId="{E538005D-6C9D-074D-B7B3-C4950FF5C9F2}" dt="2018-09-23T19:24:25.416" v="191"/>
        <pc:sldMkLst>
          <pc:docMk/>
          <pc:sldMk cId="1707914039" sldId="417"/>
        </pc:sldMkLst>
        <pc:spChg chg="mod">
          <ac:chgData name="Marianne Freeman" userId="1199072752_tp_dropbox" providerId="OAuth2" clId="{E538005D-6C9D-074D-B7B3-C4950FF5C9F2}" dt="2018-09-23T19:24:13.883" v="188" actId="20577"/>
          <ac:spMkLst>
            <pc:docMk/>
            <pc:sldMk cId="1707914039" sldId="417"/>
            <ac:spMk id="3" creationId="{00000000-0000-0000-0000-000000000000}"/>
          </ac:spMkLst>
        </pc:spChg>
        <pc:inkChg chg="add del">
          <ac:chgData name="Marianne Freeman" userId="1199072752_tp_dropbox" providerId="OAuth2" clId="{E538005D-6C9D-074D-B7B3-C4950FF5C9F2}" dt="2018-09-23T19:24:22.473" v="190"/>
          <ac:inkMkLst>
            <pc:docMk/>
            <pc:sldMk cId="1707914039" sldId="417"/>
            <ac:inkMk id="5" creationId="{88B6BFF0-7EC9-5042-9857-BEE230BF8524}"/>
          </ac:inkMkLst>
        </pc:inkChg>
        <pc:inkChg chg="add">
          <ac:chgData name="Marianne Freeman" userId="1199072752_tp_dropbox" providerId="OAuth2" clId="{E538005D-6C9D-074D-B7B3-C4950FF5C9F2}" dt="2018-09-23T19:24:25.416" v="191"/>
          <ac:inkMkLst>
            <pc:docMk/>
            <pc:sldMk cId="1707914039" sldId="417"/>
            <ac:inkMk id="6" creationId="{E921DE8B-0434-DC44-946D-45C049D1FB93}"/>
          </ac:inkMkLst>
        </pc:inkChg>
      </pc:sldChg>
      <pc:sldChg chg="addSp modSp">
        <pc:chgData name="Marianne Freeman" userId="1199072752_tp_dropbox" providerId="OAuth2" clId="{E538005D-6C9D-074D-B7B3-C4950FF5C9F2}" dt="2018-09-23T19:28:09.116" v="195"/>
        <pc:sldMkLst>
          <pc:docMk/>
          <pc:sldMk cId="3346571908" sldId="420"/>
        </pc:sldMkLst>
        <pc:spChg chg="mod">
          <ac:chgData name="Marianne Freeman" userId="1199072752_tp_dropbox" providerId="OAuth2" clId="{E538005D-6C9D-074D-B7B3-C4950FF5C9F2}" dt="2018-09-23T19:27:59.710" v="194" actId="113"/>
          <ac:spMkLst>
            <pc:docMk/>
            <pc:sldMk cId="3346571908" sldId="420"/>
            <ac:spMk id="2" creationId="{00000000-0000-0000-0000-000000000000}"/>
          </ac:spMkLst>
        </pc:spChg>
        <pc:inkChg chg="add">
          <ac:chgData name="Marianne Freeman" userId="1199072752_tp_dropbox" providerId="OAuth2" clId="{E538005D-6C9D-074D-B7B3-C4950FF5C9F2}" dt="2018-09-23T19:28:09.116" v="195"/>
          <ac:inkMkLst>
            <pc:docMk/>
            <pc:sldMk cId="3346571908" sldId="420"/>
            <ac:inkMk id="5" creationId="{5C43B67C-8979-CA47-B49A-D6C398819710}"/>
          </ac:inkMkLst>
        </pc:inkChg>
      </pc:sldChg>
    </pc:docChg>
  </pc:docChgLst>
  <pc:docChgLst>
    <pc:chgData name="Marianne Freeman" userId="1199072752_tp_dropbox" providerId="OAuth2" clId="{40669BA2-95E1-8E47-94F8-5183E097AD6D}"/>
    <pc:docChg chg="undo custSel modSld">
      <pc:chgData name="Marianne Freeman" userId="1199072752_tp_dropbox" providerId="OAuth2" clId="{40669BA2-95E1-8E47-94F8-5183E097AD6D}" dt="2018-09-24T01:55:37.936" v="127" actId="20577"/>
      <pc:docMkLst>
        <pc:docMk/>
      </pc:docMkLst>
      <pc:sldChg chg="addSp modSp">
        <pc:chgData name="Marianne Freeman" userId="1199072752_tp_dropbox" providerId="OAuth2" clId="{40669BA2-95E1-8E47-94F8-5183E097AD6D}" dt="2018-09-24T01:30:38.994" v="3"/>
        <pc:sldMkLst>
          <pc:docMk/>
          <pc:sldMk cId="4107030490" sldId="362"/>
        </pc:sldMkLst>
        <pc:spChg chg="mod">
          <ac:chgData name="Marianne Freeman" userId="1199072752_tp_dropbox" providerId="OAuth2" clId="{40669BA2-95E1-8E47-94F8-5183E097AD6D}" dt="2018-09-24T01:30:34.136" v="2" actId="20577"/>
          <ac:spMkLst>
            <pc:docMk/>
            <pc:sldMk cId="4107030490" sldId="36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0:38.994" v="3"/>
          <ac:inkMkLst>
            <pc:docMk/>
            <pc:sldMk cId="4107030490" sldId="362"/>
            <ac:inkMk id="5" creationId="{1FBB5608-B06C-C34B-BA70-907C592C51BA}"/>
          </ac:inkMkLst>
        </pc:inkChg>
      </pc:sldChg>
      <pc:sldChg chg="addSp delSp modSp">
        <pc:chgData name="Marianne Freeman" userId="1199072752_tp_dropbox" providerId="OAuth2" clId="{40669BA2-95E1-8E47-94F8-5183E097AD6D}" dt="2018-09-24T01:32:35.221" v="15"/>
        <pc:sldMkLst>
          <pc:docMk/>
          <pc:sldMk cId="443166251" sldId="365"/>
        </pc:sldMkLst>
        <pc:spChg chg="mod">
          <ac:chgData name="Marianne Freeman" userId="1199072752_tp_dropbox" providerId="OAuth2" clId="{40669BA2-95E1-8E47-94F8-5183E097AD6D}" dt="2018-09-24T01:32:29.439" v="14" actId="20577"/>
          <ac:spMkLst>
            <pc:docMk/>
            <pc:sldMk cId="443166251" sldId="36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1:35.602" v="8"/>
          <ac:inkMkLst>
            <pc:docMk/>
            <pc:sldMk cId="443166251" sldId="365"/>
            <ac:inkMk id="5" creationId="{6FB0489D-C984-0A42-8C7E-A14D2E4809DE}"/>
          </ac:inkMkLst>
        </pc:inkChg>
        <pc:inkChg chg="add">
          <ac:chgData name="Marianne Freeman" userId="1199072752_tp_dropbox" providerId="OAuth2" clId="{40669BA2-95E1-8E47-94F8-5183E097AD6D}" dt="2018-09-24T01:31:37.275" v="9"/>
          <ac:inkMkLst>
            <pc:docMk/>
            <pc:sldMk cId="443166251" sldId="365"/>
            <ac:inkMk id="6" creationId="{F759B949-6E71-284C-B2EF-695E158B96A7}"/>
          </ac:inkMkLst>
        </pc:inkChg>
        <pc:inkChg chg="add">
          <ac:chgData name="Marianne Freeman" userId="1199072752_tp_dropbox" providerId="OAuth2" clId="{40669BA2-95E1-8E47-94F8-5183E097AD6D}" dt="2018-09-24T01:31:54.536" v="11"/>
          <ac:inkMkLst>
            <pc:docMk/>
            <pc:sldMk cId="443166251" sldId="365"/>
            <ac:inkMk id="7" creationId="{A5EA7CE8-6AED-1142-9F8D-2C0D57D59A1C}"/>
          </ac:inkMkLst>
        </pc:inkChg>
        <pc:inkChg chg="add del">
          <ac:chgData name="Marianne Freeman" userId="1199072752_tp_dropbox" providerId="OAuth2" clId="{40669BA2-95E1-8E47-94F8-5183E097AD6D}" dt="2018-09-24T01:32:22.949" v="13"/>
          <ac:inkMkLst>
            <pc:docMk/>
            <pc:sldMk cId="443166251" sldId="365"/>
            <ac:inkMk id="8" creationId="{09EE0DA1-37D3-2345-9D6A-D6AF344ECA84}"/>
          </ac:inkMkLst>
        </pc:inkChg>
        <pc:inkChg chg="add">
          <ac:chgData name="Marianne Freeman" userId="1199072752_tp_dropbox" providerId="OAuth2" clId="{40669BA2-95E1-8E47-94F8-5183E097AD6D}" dt="2018-09-24T01:32:35.221" v="15"/>
          <ac:inkMkLst>
            <pc:docMk/>
            <pc:sldMk cId="443166251" sldId="365"/>
            <ac:inkMk id="9" creationId="{09D52438-9E31-5349-BFCD-5646F8C17113}"/>
          </ac:inkMkLst>
        </pc:inkChg>
      </pc:sldChg>
      <pc:sldChg chg="addSp modSp">
        <pc:chgData name="Marianne Freeman" userId="1199072752_tp_dropbox" providerId="OAuth2" clId="{40669BA2-95E1-8E47-94F8-5183E097AD6D}" dt="2018-09-24T01:33:07.355" v="17"/>
        <pc:sldMkLst>
          <pc:docMk/>
          <pc:sldMk cId="4234321284" sldId="368"/>
        </pc:sldMkLst>
        <pc:spChg chg="mod">
          <ac:chgData name="Marianne Freeman" userId="1199072752_tp_dropbox" providerId="OAuth2" clId="{40669BA2-95E1-8E47-94F8-5183E097AD6D}" dt="2018-09-24T01:33:03.195" v="16" actId="20577"/>
          <ac:spMkLst>
            <pc:docMk/>
            <pc:sldMk cId="4234321284" sldId="36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07.355" v="17"/>
          <ac:inkMkLst>
            <pc:docMk/>
            <pc:sldMk cId="4234321284" sldId="368"/>
            <ac:inkMk id="5" creationId="{8DC6F357-72CB-9C40-AFC6-45351BB5C1A2}"/>
          </ac:inkMkLst>
        </pc:inkChg>
      </pc:sldChg>
      <pc:sldChg chg="addSp modSp">
        <pc:chgData name="Marianne Freeman" userId="1199072752_tp_dropbox" providerId="OAuth2" clId="{40669BA2-95E1-8E47-94F8-5183E097AD6D}" dt="2018-09-24T01:33:48.637" v="23"/>
        <pc:sldMkLst>
          <pc:docMk/>
          <pc:sldMk cId="410699370" sldId="369"/>
        </pc:sldMkLst>
        <pc:spChg chg="mod">
          <ac:chgData name="Marianne Freeman" userId="1199072752_tp_dropbox" providerId="OAuth2" clId="{40669BA2-95E1-8E47-94F8-5183E097AD6D}" dt="2018-09-24T01:33:39.524" v="21" actId="20577"/>
          <ac:spMkLst>
            <pc:docMk/>
            <pc:sldMk cId="410699370" sldId="369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3:45.869" v="22"/>
          <ac:inkMkLst>
            <pc:docMk/>
            <pc:sldMk cId="410699370" sldId="369"/>
            <ac:inkMk id="5" creationId="{C69BB6FB-C55C-164A-BF33-B61852E054F8}"/>
          </ac:inkMkLst>
        </pc:inkChg>
        <pc:inkChg chg="add">
          <ac:chgData name="Marianne Freeman" userId="1199072752_tp_dropbox" providerId="OAuth2" clId="{40669BA2-95E1-8E47-94F8-5183E097AD6D}" dt="2018-09-24T01:33:48.637" v="23"/>
          <ac:inkMkLst>
            <pc:docMk/>
            <pc:sldMk cId="410699370" sldId="369"/>
            <ac:inkMk id="6" creationId="{682BE39F-A743-EE45-A51B-6EDAAEFA932D}"/>
          </ac:inkMkLst>
        </pc:inkChg>
      </pc:sldChg>
      <pc:sldChg chg="addSp modSp">
        <pc:chgData name="Marianne Freeman" userId="1199072752_tp_dropbox" providerId="OAuth2" clId="{40669BA2-95E1-8E47-94F8-5183E097AD6D}" dt="2018-09-24T01:34:25.192" v="25"/>
        <pc:sldMkLst>
          <pc:docMk/>
          <pc:sldMk cId="4093733626" sldId="371"/>
        </pc:sldMkLst>
        <pc:spChg chg="mod">
          <ac:chgData name="Marianne Freeman" userId="1199072752_tp_dropbox" providerId="OAuth2" clId="{40669BA2-95E1-8E47-94F8-5183E097AD6D}" dt="2018-09-24T01:34:19.592" v="24" actId="20577"/>
          <ac:spMkLst>
            <pc:docMk/>
            <pc:sldMk cId="4093733626" sldId="37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25.192" v="25"/>
          <ac:inkMkLst>
            <pc:docMk/>
            <pc:sldMk cId="4093733626" sldId="371"/>
            <ac:inkMk id="5" creationId="{474CB5BA-CE6D-C84C-B091-B856AA3D827B}"/>
          </ac:inkMkLst>
        </pc:inkChg>
      </pc:sldChg>
      <pc:sldChg chg="addSp modSp">
        <pc:chgData name="Marianne Freeman" userId="1199072752_tp_dropbox" providerId="OAuth2" clId="{40669BA2-95E1-8E47-94F8-5183E097AD6D}" dt="2018-09-24T01:34:48.787" v="27"/>
        <pc:sldMkLst>
          <pc:docMk/>
          <pc:sldMk cId="2674206959" sldId="373"/>
        </pc:sldMkLst>
        <pc:spChg chg="mod">
          <ac:chgData name="Marianne Freeman" userId="1199072752_tp_dropbox" providerId="OAuth2" clId="{40669BA2-95E1-8E47-94F8-5183E097AD6D}" dt="2018-09-24T01:34:42.100" v="26" actId="20577"/>
          <ac:spMkLst>
            <pc:docMk/>
            <pc:sldMk cId="2674206959" sldId="373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4:48.787" v="27"/>
          <ac:inkMkLst>
            <pc:docMk/>
            <pc:sldMk cId="2674206959" sldId="373"/>
            <ac:inkMk id="5" creationId="{8A6CF4D8-1F5B-9E4C-8B1B-1EF7DD01D5A8}"/>
          </ac:inkMkLst>
        </pc:inkChg>
      </pc:sldChg>
      <pc:sldChg chg="addSp delSp modSp">
        <pc:chgData name="Marianne Freeman" userId="1199072752_tp_dropbox" providerId="OAuth2" clId="{40669BA2-95E1-8E47-94F8-5183E097AD6D}" dt="2018-09-24T01:35:20.095" v="31"/>
        <pc:sldMkLst>
          <pc:docMk/>
          <pc:sldMk cId="1776954696" sldId="375"/>
        </pc:sldMkLst>
        <pc:spChg chg="mod">
          <ac:chgData name="Marianne Freeman" userId="1199072752_tp_dropbox" providerId="OAuth2" clId="{40669BA2-95E1-8E47-94F8-5183E097AD6D}" dt="2018-09-24T01:35:13.374" v="30" actId="20577"/>
          <ac:spMkLst>
            <pc:docMk/>
            <pc:sldMk cId="1776954696" sldId="37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08.331" v="29"/>
          <ac:inkMkLst>
            <pc:docMk/>
            <pc:sldMk cId="1776954696" sldId="375"/>
            <ac:inkMk id="5" creationId="{8A09672E-D29F-324D-BF9F-DD54A41947DA}"/>
          </ac:inkMkLst>
        </pc:inkChg>
        <pc:inkChg chg="add">
          <ac:chgData name="Marianne Freeman" userId="1199072752_tp_dropbox" providerId="OAuth2" clId="{40669BA2-95E1-8E47-94F8-5183E097AD6D}" dt="2018-09-24T01:35:20.095" v="31"/>
          <ac:inkMkLst>
            <pc:docMk/>
            <pc:sldMk cId="1776954696" sldId="375"/>
            <ac:inkMk id="6" creationId="{0B0C837B-1807-E84C-BFED-D0F5A7FB5782}"/>
          </ac:inkMkLst>
        </pc:inkChg>
      </pc:sldChg>
      <pc:sldChg chg="addSp delSp modSp">
        <pc:chgData name="Marianne Freeman" userId="1199072752_tp_dropbox" providerId="OAuth2" clId="{40669BA2-95E1-8E47-94F8-5183E097AD6D}" dt="2018-09-24T01:36:42.450" v="39"/>
        <pc:sldMkLst>
          <pc:docMk/>
          <pc:sldMk cId="533167322" sldId="376"/>
        </pc:sldMkLst>
        <pc:spChg chg="mod">
          <ac:chgData name="Marianne Freeman" userId="1199072752_tp_dropbox" providerId="OAuth2" clId="{40669BA2-95E1-8E47-94F8-5183E097AD6D}" dt="2018-09-24T01:36:29.570" v="38" actId="108"/>
          <ac:spMkLst>
            <pc:docMk/>
            <pc:sldMk cId="533167322" sldId="376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5:52.498" v="33"/>
          <ac:inkMkLst>
            <pc:docMk/>
            <pc:sldMk cId="533167322" sldId="376"/>
            <ac:inkMk id="5" creationId="{9775929F-5C99-E045-8DC0-1B83ACBFE7C1}"/>
          </ac:inkMkLst>
        </pc:inkChg>
        <pc:inkChg chg="add">
          <ac:chgData name="Marianne Freeman" userId="1199072752_tp_dropbox" providerId="OAuth2" clId="{40669BA2-95E1-8E47-94F8-5183E097AD6D}" dt="2018-09-24T01:36:42.450" v="39"/>
          <ac:inkMkLst>
            <pc:docMk/>
            <pc:sldMk cId="533167322" sldId="376"/>
            <ac:inkMk id="6" creationId="{CE25063C-0C6E-C944-AE39-F48FF8060AB4}"/>
          </ac:inkMkLst>
        </pc:inkChg>
      </pc:sldChg>
      <pc:sldChg chg="addSp modSp">
        <pc:chgData name="Marianne Freeman" userId="1199072752_tp_dropbox" providerId="OAuth2" clId="{40669BA2-95E1-8E47-94F8-5183E097AD6D}" dt="2018-09-24T01:36:54.449" v="41" actId="20577"/>
        <pc:sldMkLst>
          <pc:docMk/>
          <pc:sldMk cId="431033916" sldId="377"/>
        </pc:sldMkLst>
        <pc:spChg chg="mod">
          <ac:chgData name="Marianne Freeman" userId="1199072752_tp_dropbox" providerId="OAuth2" clId="{40669BA2-95E1-8E47-94F8-5183E097AD6D}" dt="2018-09-24T01:36:54.449" v="41" actId="20577"/>
          <ac:spMkLst>
            <pc:docMk/>
            <pc:sldMk cId="431033916" sldId="37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6:48.207" v="40"/>
          <ac:inkMkLst>
            <pc:docMk/>
            <pc:sldMk cId="431033916" sldId="377"/>
            <ac:inkMk id="5" creationId="{A66B023A-9363-DB44-A8BA-A935926202D9}"/>
          </ac:inkMkLst>
        </pc:inkChg>
      </pc:sldChg>
      <pc:sldChg chg="addSp modSp">
        <pc:chgData name="Marianne Freeman" userId="1199072752_tp_dropbox" providerId="OAuth2" clId="{40669BA2-95E1-8E47-94F8-5183E097AD6D}" dt="2018-09-24T01:37:16.850" v="43"/>
        <pc:sldMkLst>
          <pc:docMk/>
          <pc:sldMk cId="1192874905" sldId="378"/>
        </pc:sldMkLst>
        <pc:spChg chg="mod">
          <ac:chgData name="Marianne Freeman" userId="1199072752_tp_dropbox" providerId="OAuth2" clId="{40669BA2-95E1-8E47-94F8-5183E097AD6D}" dt="2018-09-24T01:37:10.671" v="42" actId="20577"/>
          <ac:spMkLst>
            <pc:docMk/>
            <pc:sldMk cId="1192874905" sldId="37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37:16.850" v="43"/>
          <ac:inkMkLst>
            <pc:docMk/>
            <pc:sldMk cId="1192874905" sldId="378"/>
            <ac:inkMk id="7" creationId="{8E8CC804-51AE-4E45-8846-E8F9882A4881}"/>
          </ac:inkMkLst>
        </pc:inkChg>
      </pc:sldChg>
      <pc:sldChg chg="addSp delSp modSp">
        <pc:chgData name="Marianne Freeman" userId="1199072752_tp_dropbox" providerId="OAuth2" clId="{40669BA2-95E1-8E47-94F8-5183E097AD6D}" dt="2018-09-24T01:38:06.594" v="49"/>
        <pc:sldMkLst>
          <pc:docMk/>
          <pc:sldMk cId="203412267" sldId="379"/>
        </pc:sldMkLst>
        <pc:spChg chg="mod">
          <ac:chgData name="Marianne Freeman" userId="1199072752_tp_dropbox" providerId="OAuth2" clId="{40669BA2-95E1-8E47-94F8-5183E097AD6D}" dt="2018-09-24T01:37:46.764" v="48" actId="20577"/>
          <ac:spMkLst>
            <pc:docMk/>
            <pc:sldMk cId="203412267" sldId="379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7:30.908" v="45"/>
          <ac:inkMkLst>
            <pc:docMk/>
            <pc:sldMk cId="203412267" sldId="379"/>
            <ac:inkMk id="6" creationId="{C52723A6-2452-234D-AA3E-89DA3ACBFF39}"/>
          </ac:inkMkLst>
        </pc:inkChg>
        <pc:inkChg chg="add">
          <ac:chgData name="Marianne Freeman" userId="1199072752_tp_dropbox" providerId="OAuth2" clId="{40669BA2-95E1-8E47-94F8-5183E097AD6D}" dt="2018-09-24T01:38:06.594" v="49"/>
          <ac:inkMkLst>
            <pc:docMk/>
            <pc:sldMk cId="203412267" sldId="379"/>
            <ac:inkMk id="7" creationId="{05A03AFB-E9B9-E240-A3D3-1B418D452881}"/>
          </ac:inkMkLst>
        </pc:inkChg>
      </pc:sldChg>
      <pc:sldChg chg="addSp delSp modSp">
        <pc:chgData name="Marianne Freeman" userId="1199072752_tp_dropbox" providerId="OAuth2" clId="{40669BA2-95E1-8E47-94F8-5183E097AD6D}" dt="2018-09-24T01:39:23.724" v="57"/>
        <pc:sldMkLst>
          <pc:docMk/>
          <pc:sldMk cId="1178905142" sldId="383"/>
        </pc:sldMkLst>
        <pc:spChg chg="mod">
          <ac:chgData name="Marianne Freeman" userId="1199072752_tp_dropbox" providerId="OAuth2" clId="{40669BA2-95E1-8E47-94F8-5183E097AD6D}" dt="2018-09-24T01:39:19.022" v="56" actId="20577"/>
          <ac:spMkLst>
            <pc:docMk/>
            <pc:sldMk cId="1178905142" sldId="383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8:53.242" v="51"/>
          <ac:inkMkLst>
            <pc:docMk/>
            <pc:sldMk cId="1178905142" sldId="383"/>
            <ac:inkMk id="5" creationId="{580F5572-CC9B-F94F-81DF-EEE4E06CCA91}"/>
          </ac:inkMkLst>
        </pc:inkChg>
        <pc:inkChg chg="add mod">
          <ac:chgData name="Marianne Freeman" userId="1199072752_tp_dropbox" providerId="OAuth2" clId="{40669BA2-95E1-8E47-94F8-5183E097AD6D}" dt="2018-09-24T01:39:03.562" v="54" actId="1037"/>
          <ac:inkMkLst>
            <pc:docMk/>
            <pc:sldMk cId="1178905142" sldId="383"/>
            <ac:inkMk id="6" creationId="{4DEDD52C-A2EC-744A-846E-80AB808BF55B}"/>
          </ac:inkMkLst>
        </pc:inkChg>
        <pc:inkChg chg="add">
          <ac:chgData name="Marianne Freeman" userId="1199072752_tp_dropbox" providerId="OAuth2" clId="{40669BA2-95E1-8E47-94F8-5183E097AD6D}" dt="2018-09-24T01:39:23.724" v="57"/>
          <ac:inkMkLst>
            <pc:docMk/>
            <pc:sldMk cId="1178905142" sldId="383"/>
            <ac:inkMk id="7" creationId="{31323D06-2F29-6846-8DB8-8DC2BFD3934A}"/>
          </ac:inkMkLst>
        </pc:inkChg>
      </pc:sldChg>
      <pc:sldChg chg="addSp delSp modSp">
        <pc:chgData name="Marianne Freeman" userId="1199072752_tp_dropbox" providerId="OAuth2" clId="{40669BA2-95E1-8E47-94F8-5183E097AD6D}" dt="2018-09-24T01:39:57.924" v="63"/>
        <pc:sldMkLst>
          <pc:docMk/>
          <pc:sldMk cId="1403642304" sldId="384"/>
        </pc:sldMkLst>
        <pc:spChg chg="mod">
          <ac:chgData name="Marianne Freeman" userId="1199072752_tp_dropbox" providerId="OAuth2" clId="{40669BA2-95E1-8E47-94F8-5183E097AD6D}" dt="2018-09-24T01:39:44.537" v="62" actId="20577"/>
          <ac:spMkLst>
            <pc:docMk/>
            <pc:sldMk cId="1403642304" sldId="38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39:41.075" v="61"/>
          <ac:inkMkLst>
            <pc:docMk/>
            <pc:sldMk cId="1403642304" sldId="384"/>
            <ac:inkMk id="6" creationId="{BAEA72C9-D7EB-9743-BA73-9A41C98AC829}"/>
          </ac:inkMkLst>
        </pc:inkChg>
        <pc:inkChg chg="add del">
          <ac:chgData name="Marianne Freeman" userId="1199072752_tp_dropbox" providerId="OAuth2" clId="{40669BA2-95E1-8E47-94F8-5183E097AD6D}" dt="2018-09-24T01:39:38.767" v="60"/>
          <ac:inkMkLst>
            <pc:docMk/>
            <pc:sldMk cId="1403642304" sldId="384"/>
            <ac:inkMk id="7" creationId="{7BD7378C-9AF1-F644-81A4-99EAE0598415}"/>
          </ac:inkMkLst>
        </pc:inkChg>
        <pc:inkChg chg="add">
          <ac:chgData name="Marianne Freeman" userId="1199072752_tp_dropbox" providerId="OAuth2" clId="{40669BA2-95E1-8E47-94F8-5183E097AD6D}" dt="2018-09-24T01:39:57.924" v="63"/>
          <ac:inkMkLst>
            <pc:docMk/>
            <pc:sldMk cId="1403642304" sldId="384"/>
            <ac:inkMk id="8" creationId="{590DABBF-83E5-C34C-BF74-11CBD0231405}"/>
          </ac:inkMkLst>
        </pc:inkChg>
      </pc:sldChg>
      <pc:sldChg chg="addSp modSp">
        <pc:chgData name="Marianne Freeman" userId="1199072752_tp_dropbox" providerId="OAuth2" clId="{40669BA2-95E1-8E47-94F8-5183E097AD6D}" dt="2018-09-24T01:40:33.368" v="71"/>
        <pc:sldMkLst>
          <pc:docMk/>
          <pc:sldMk cId="3545988939" sldId="385"/>
        </pc:sldMkLst>
        <pc:spChg chg="mod">
          <ac:chgData name="Marianne Freeman" userId="1199072752_tp_dropbox" providerId="OAuth2" clId="{40669BA2-95E1-8E47-94F8-5183E097AD6D}" dt="2018-09-24T01:40:24.501" v="68" actId="20577"/>
          <ac:spMkLst>
            <pc:docMk/>
            <pc:sldMk cId="3545988939" sldId="385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0:30.635" v="69"/>
          <ac:inkMkLst>
            <pc:docMk/>
            <pc:sldMk cId="3545988939" sldId="385"/>
            <ac:inkMk id="5" creationId="{5AF068DE-3875-E548-A16A-B03B4AE62181}"/>
          </ac:inkMkLst>
        </pc:inkChg>
        <pc:inkChg chg="add">
          <ac:chgData name="Marianne Freeman" userId="1199072752_tp_dropbox" providerId="OAuth2" clId="{40669BA2-95E1-8E47-94F8-5183E097AD6D}" dt="2018-09-24T01:40:31.864" v="70"/>
          <ac:inkMkLst>
            <pc:docMk/>
            <pc:sldMk cId="3545988939" sldId="385"/>
            <ac:inkMk id="6" creationId="{1F2C93CE-3C1E-E74D-B107-C89EBAA3EBCD}"/>
          </ac:inkMkLst>
        </pc:inkChg>
        <pc:inkChg chg="add">
          <ac:chgData name="Marianne Freeman" userId="1199072752_tp_dropbox" providerId="OAuth2" clId="{40669BA2-95E1-8E47-94F8-5183E097AD6D}" dt="2018-09-24T01:40:33.368" v="71"/>
          <ac:inkMkLst>
            <pc:docMk/>
            <pc:sldMk cId="3545988939" sldId="385"/>
            <ac:inkMk id="7" creationId="{0E6406CE-8175-8C49-8A99-A4D245D3D17E}"/>
          </ac:inkMkLst>
        </pc:inkChg>
      </pc:sldChg>
      <pc:sldChg chg="addSp modSp">
        <pc:chgData name="Marianne Freeman" userId="1199072752_tp_dropbox" providerId="OAuth2" clId="{40669BA2-95E1-8E47-94F8-5183E097AD6D}" dt="2018-09-24T01:41:23.214" v="73" actId="20577"/>
        <pc:sldMkLst>
          <pc:docMk/>
          <pc:sldMk cId="3805117616" sldId="390"/>
        </pc:sldMkLst>
        <pc:spChg chg="mod">
          <ac:chgData name="Marianne Freeman" userId="1199072752_tp_dropbox" providerId="OAuth2" clId="{40669BA2-95E1-8E47-94F8-5183E097AD6D}" dt="2018-09-24T01:41:23.214" v="73" actId="20577"/>
          <ac:spMkLst>
            <pc:docMk/>
            <pc:sldMk cId="3805117616" sldId="39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1:17.283" v="72"/>
          <ac:inkMkLst>
            <pc:docMk/>
            <pc:sldMk cId="3805117616" sldId="390"/>
            <ac:inkMk id="5" creationId="{DFF70857-10A0-3645-BBE7-9B1F426B2C6F}"/>
          </ac:inkMkLst>
        </pc:inkChg>
      </pc:sldChg>
      <pc:sldChg chg="addSp modSp">
        <pc:chgData name="Marianne Freeman" userId="1199072752_tp_dropbox" providerId="OAuth2" clId="{40669BA2-95E1-8E47-94F8-5183E097AD6D}" dt="2018-09-24T01:42:27.409" v="79" actId="20577"/>
        <pc:sldMkLst>
          <pc:docMk/>
          <pc:sldMk cId="4214273002" sldId="392"/>
        </pc:sldMkLst>
        <pc:spChg chg="mod">
          <ac:chgData name="Marianne Freeman" userId="1199072752_tp_dropbox" providerId="OAuth2" clId="{40669BA2-95E1-8E47-94F8-5183E097AD6D}" dt="2018-09-24T01:42:27.409" v="79" actId="20577"/>
          <ac:spMkLst>
            <pc:docMk/>
            <pc:sldMk cId="4214273002" sldId="39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2:02.598" v="75"/>
          <ac:inkMkLst>
            <pc:docMk/>
            <pc:sldMk cId="4214273002" sldId="392"/>
            <ac:inkMk id="5" creationId="{3969B961-24DA-D44E-A7F9-0D10B5CA67A8}"/>
          </ac:inkMkLst>
        </pc:inkChg>
        <pc:inkChg chg="add">
          <ac:chgData name="Marianne Freeman" userId="1199072752_tp_dropbox" providerId="OAuth2" clId="{40669BA2-95E1-8E47-94F8-5183E097AD6D}" dt="2018-09-24T01:42:14.699" v="76"/>
          <ac:inkMkLst>
            <pc:docMk/>
            <pc:sldMk cId="4214273002" sldId="392"/>
            <ac:inkMk id="6" creationId="{7CB7CF8B-323F-E04B-8F0F-C8AF98C58FFE}"/>
          </ac:inkMkLst>
        </pc:inkChg>
        <pc:inkChg chg="add">
          <ac:chgData name="Marianne Freeman" userId="1199072752_tp_dropbox" providerId="OAuth2" clId="{40669BA2-95E1-8E47-94F8-5183E097AD6D}" dt="2018-09-24T01:42:16.190" v="77"/>
          <ac:inkMkLst>
            <pc:docMk/>
            <pc:sldMk cId="4214273002" sldId="392"/>
            <ac:inkMk id="7" creationId="{484518F6-671B-2448-9CF1-504627C1A23A}"/>
          </ac:inkMkLst>
        </pc:inkChg>
      </pc:sldChg>
      <pc:sldChg chg="addSp modSp">
        <pc:chgData name="Marianne Freeman" userId="1199072752_tp_dropbox" providerId="OAuth2" clId="{40669BA2-95E1-8E47-94F8-5183E097AD6D}" dt="2018-09-24T01:48:56.551" v="81"/>
        <pc:sldMkLst>
          <pc:docMk/>
          <pc:sldMk cId="482887612" sldId="404"/>
        </pc:sldMkLst>
        <pc:spChg chg="mod">
          <ac:chgData name="Marianne Freeman" userId="1199072752_tp_dropbox" providerId="OAuth2" clId="{40669BA2-95E1-8E47-94F8-5183E097AD6D}" dt="2018-09-24T01:48:51.939" v="80" actId="20577"/>
          <ac:spMkLst>
            <pc:docMk/>
            <pc:sldMk cId="482887612" sldId="404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8:56.551" v="81"/>
          <ac:inkMkLst>
            <pc:docMk/>
            <pc:sldMk cId="482887612" sldId="404"/>
            <ac:inkMk id="5" creationId="{E75D1D7D-9747-9A49-AA64-9B76FE8C0E37}"/>
          </ac:inkMkLst>
        </pc:inkChg>
      </pc:sldChg>
      <pc:sldChg chg="addSp modSp">
        <pc:chgData name="Marianne Freeman" userId="1199072752_tp_dropbox" providerId="OAuth2" clId="{40669BA2-95E1-8E47-94F8-5183E097AD6D}" dt="2018-09-24T01:49:40.768" v="85"/>
        <pc:sldMkLst>
          <pc:docMk/>
          <pc:sldMk cId="1958370233" sldId="406"/>
        </pc:sldMkLst>
        <pc:spChg chg="mod">
          <ac:chgData name="Marianne Freeman" userId="1199072752_tp_dropbox" providerId="OAuth2" clId="{40669BA2-95E1-8E47-94F8-5183E097AD6D}" dt="2018-09-24T01:49:18.322" v="84" actId="20577"/>
          <ac:spMkLst>
            <pc:docMk/>
            <pc:sldMk cId="1958370233" sldId="406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49:10.744" v="82"/>
          <ac:inkMkLst>
            <pc:docMk/>
            <pc:sldMk cId="1958370233" sldId="406"/>
            <ac:inkMk id="5" creationId="{312C01A8-5B19-ED4C-82A6-D5A3201E9F55}"/>
          </ac:inkMkLst>
        </pc:inkChg>
        <pc:inkChg chg="add">
          <ac:chgData name="Marianne Freeman" userId="1199072752_tp_dropbox" providerId="OAuth2" clId="{40669BA2-95E1-8E47-94F8-5183E097AD6D}" dt="2018-09-24T01:49:10.886" v="83"/>
          <ac:inkMkLst>
            <pc:docMk/>
            <pc:sldMk cId="1958370233" sldId="406"/>
            <ac:inkMk id="6" creationId="{2CE3D0D9-AE9B-594D-B305-25D23452674E}"/>
          </ac:inkMkLst>
        </pc:inkChg>
        <pc:inkChg chg="add">
          <ac:chgData name="Marianne Freeman" userId="1199072752_tp_dropbox" providerId="OAuth2" clId="{40669BA2-95E1-8E47-94F8-5183E097AD6D}" dt="2018-09-24T01:49:40.768" v="85"/>
          <ac:inkMkLst>
            <pc:docMk/>
            <pc:sldMk cId="1958370233" sldId="406"/>
            <ac:inkMk id="7" creationId="{2411E86B-68C8-0644-B221-F208FF98F329}"/>
          </ac:inkMkLst>
        </pc:inkChg>
      </pc:sldChg>
      <pc:sldChg chg="addSp modSp">
        <pc:chgData name="Marianne Freeman" userId="1199072752_tp_dropbox" providerId="OAuth2" clId="{40669BA2-95E1-8E47-94F8-5183E097AD6D}" dt="2018-09-24T01:50:11.242" v="87"/>
        <pc:sldMkLst>
          <pc:docMk/>
          <pc:sldMk cId="268550441" sldId="408"/>
        </pc:sldMkLst>
        <pc:spChg chg="mod">
          <ac:chgData name="Marianne Freeman" userId="1199072752_tp_dropbox" providerId="OAuth2" clId="{40669BA2-95E1-8E47-94F8-5183E097AD6D}" dt="2018-09-24T01:50:06.858" v="86" actId="20577"/>
          <ac:spMkLst>
            <pc:docMk/>
            <pc:sldMk cId="268550441" sldId="408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11.242" v="87"/>
          <ac:inkMkLst>
            <pc:docMk/>
            <pc:sldMk cId="268550441" sldId="408"/>
            <ac:inkMk id="5" creationId="{50C9A2C9-4795-FB4D-BECA-9FEC9FFF5268}"/>
          </ac:inkMkLst>
        </pc:inkChg>
      </pc:sldChg>
      <pc:sldChg chg="addSp modSp">
        <pc:chgData name="Marianne Freeman" userId="1199072752_tp_dropbox" providerId="OAuth2" clId="{40669BA2-95E1-8E47-94F8-5183E097AD6D}" dt="2018-09-24T01:50:50.060" v="89"/>
        <pc:sldMkLst>
          <pc:docMk/>
          <pc:sldMk cId="3876919788" sldId="410"/>
        </pc:sldMkLst>
        <pc:spChg chg="mod">
          <ac:chgData name="Marianne Freeman" userId="1199072752_tp_dropbox" providerId="OAuth2" clId="{40669BA2-95E1-8E47-94F8-5183E097AD6D}" dt="2018-09-24T01:50:44.820" v="88" actId="20577"/>
          <ac:spMkLst>
            <pc:docMk/>
            <pc:sldMk cId="3876919788" sldId="410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0:50.060" v="89"/>
          <ac:inkMkLst>
            <pc:docMk/>
            <pc:sldMk cId="3876919788" sldId="410"/>
            <ac:inkMk id="7" creationId="{D2BD598D-9E18-FF49-8780-63A57F270FD5}"/>
          </ac:inkMkLst>
        </pc:inkChg>
      </pc:sldChg>
      <pc:sldChg chg="addSp modSp">
        <pc:chgData name="Marianne Freeman" userId="1199072752_tp_dropbox" providerId="OAuth2" clId="{40669BA2-95E1-8E47-94F8-5183E097AD6D}" dt="2018-09-24T01:51:08.428" v="91"/>
        <pc:sldMkLst>
          <pc:docMk/>
          <pc:sldMk cId="2656147237" sldId="411"/>
        </pc:sldMkLst>
        <pc:spChg chg="mod">
          <ac:chgData name="Marianne Freeman" userId="1199072752_tp_dropbox" providerId="OAuth2" clId="{40669BA2-95E1-8E47-94F8-5183E097AD6D}" dt="2018-09-24T01:50:59.107" v="90" actId="20577"/>
          <ac:spMkLst>
            <pc:docMk/>
            <pc:sldMk cId="2656147237" sldId="411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08.428" v="91"/>
          <ac:inkMkLst>
            <pc:docMk/>
            <pc:sldMk cId="2656147237" sldId="411"/>
            <ac:inkMk id="5" creationId="{784FC666-57B2-9342-8A71-F0BFA78A6B44}"/>
          </ac:inkMkLst>
        </pc:inkChg>
      </pc:sldChg>
      <pc:sldChg chg="addSp modSp">
        <pc:chgData name="Marianne Freeman" userId="1199072752_tp_dropbox" providerId="OAuth2" clId="{40669BA2-95E1-8E47-94F8-5183E097AD6D}" dt="2018-09-24T01:51:45.201" v="99"/>
        <pc:sldMkLst>
          <pc:docMk/>
          <pc:sldMk cId="930153688" sldId="412"/>
        </pc:sldMkLst>
        <pc:spChg chg="mod">
          <ac:chgData name="Marianne Freeman" userId="1199072752_tp_dropbox" providerId="OAuth2" clId="{40669BA2-95E1-8E47-94F8-5183E097AD6D}" dt="2018-09-24T01:51:40.193" v="98" actId="20577"/>
          <ac:spMkLst>
            <pc:docMk/>
            <pc:sldMk cId="930153688" sldId="412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1:23.182" v="92"/>
          <ac:inkMkLst>
            <pc:docMk/>
            <pc:sldMk cId="930153688" sldId="412"/>
            <ac:inkMk id="5" creationId="{69F5179C-99B9-554B-BABC-8B08896E722A}"/>
          </ac:inkMkLst>
        </pc:inkChg>
        <pc:inkChg chg="add">
          <ac:chgData name="Marianne Freeman" userId="1199072752_tp_dropbox" providerId="OAuth2" clId="{40669BA2-95E1-8E47-94F8-5183E097AD6D}" dt="2018-09-24T01:51:45.201" v="99"/>
          <ac:inkMkLst>
            <pc:docMk/>
            <pc:sldMk cId="930153688" sldId="412"/>
            <ac:inkMk id="6" creationId="{84B1C77E-283A-A340-8B92-2E6B15B2B4A1}"/>
          </ac:inkMkLst>
        </pc:inkChg>
      </pc:sldChg>
      <pc:sldChg chg="addSp delSp modSp">
        <pc:chgData name="Marianne Freeman" userId="1199072752_tp_dropbox" providerId="OAuth2" clId="{40669BA2-95E1-8E47-94F8-5183E097AD6D}" dt="2018-09-24T01:52:56.961" v="105"/>
        <pc:sldMkLst>
          <pc:docMk/>
          <pc:sldMk cId="3748229840" sldId="414"/>
        </pc:sldMkLst>
        <pc:spChg chg="mod">
          <ac:chgData name="Marianne Freeman" userId="1199072752_tp_dropbox" providerId="OAuth2" clId="{40669BA2-95E1-8E47-94F8-5183E097AD6D}" dt="2018-09-24T01:52:48.430" v="103" actId="20577"/>
          <ac:spMkLst>
            <pc:docMk/>
            <pc:sldMk cId="3748229840" sldId="414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2:35.850" v="101"/>
          <ac:inkMkLst>
            <pc:docMk/>
            <pc:sldMk cId="3748229840" sldId="414"/>
            <ac:inkMk id="6" creationId="{78665CC3-C302-994D-AF6A-6A686ED4C53B}"/>
          </ac:inkMkLst>
        </pc:inkChg>
        <pc:inkChg chg="add">
          <ac:chgData name="Marianne Freeman" userId="1199072752_tp_dropbox" providerId="OAuth2" clId="{40669BA2-95E1-8E47-94F8-5183E097AD6D}" dt="2018-09-24T01:52:55.758" v="104"/>
          <ac:inkMkLst>
            <pc:docMk/>
            <pc:sldMk cId="3748229840" sldId="414"/>
            <ac:inkMk id="7" creationId="{1E96956E-4B89-2D49-B3C5-64A45CE3C808}"/>
          </ac:inkMkLst>
        </pc:inkChg>
        <pc:inkChg chg="add">
          <ac:chgData name="Marianne Freeman" userId="1199072752_tp_dropbox" providerId="OAuth2" clId="{40669BA2-95E1-8E47-94F8-5183E097AD6D}" dt="2018-09-24T01:52:56.961" v="105"/>
          <ac:inkMkLst>
            <pc:docMk/>
            <pc:sldMk cId="3748229840" sldId="414"/>
            <ac:inkMk id="8" creationId="{8850AD45-0163-DF4C-932C-3B8261F19CEB}"/>
          </ac:inkMkLst>
        </pc:inkChg>
      </pc:sldChg>
      <pc:sldChg chg="addSp delSp modSp">
        <pc:chgData name="Marianne Freeman" userId="1199072752_tp_dropbox" providerId="OAuth2" clId="{40669BA2-95E1-8E47-94F8-5183E097AD6D}" dt="2018-09-24T01:53:48.534" v="111"/>
        <pc:sldMkLst>
          <pc:docMk/>
          <pc:sldMk cId="575372447" sldId="415"/>
        </pc:sldMkLst>
        <pc:spChg chg="mod">
          <ac:chgData name="Marianne Freeman" userId="1199072752_tp_dropbox" providerId="OAuth2" clId="{40669BA2-95E1-8E47-94F8-5183E097AD6D}" dt="2018-09-24T01:53:31.937" v="109" actId="20577"/>
          <ac:spMkLst>
            <pc:docMk/>
            <pc:sldMk cId="575372447" sldId="415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3:22.270" v="107"/>
          <ac:inkMkLst>
            <pc:docMk/>
            <pc:sldMk cId="575372447" sldId="415"/>
            <ac:inkMk id="5" creationId="{C45C7298-0204-2A43-970B-F370CE6E1F04}"/>
          </ac:inkMkLst>
        </pc:inkChg>
        <pc:inkChg chg="add">
          <ac:chgData name="Marianne Freeman" userId="1199072752_tp_dropbox" providerId="OAuth2" clId="{40669BA2-95E1-8E47-94F8-5183E097AD6D}" dt="2018-09-24T01:53:46.521" v="110"/>
          <ac:inkMkLst>
            <pc:docMk/>
            <pc:sldMk cId="575372447" sldId="415"/>
            <ac:inkMk id="6" creationId="{17CC195B-64E1-DC40-A274-67A61DDF3185}"/>
          </ac:inkMkLst>
        </pc:inkChg>
        <pc:inkChg chg="add">
          <ac:chgData name="Marianne Freeman" userId="1199072752_tp_dropbox" providerId="OAuth2" clId="{40669BA2-95E1-8E47-94F8-5183E097AD6D}" dt="2018-09-24T01:53:48.534" v="111"/>
          <ac:inkMkLst>
            <pc:docMk/>
            <pc:sldMk cId="575372447" sldId="415"/>
            <ac:inkMk id="7" creationId="{B92E7DD7-D86B-E94C-8DCA-D82D2D8F4849}"/>
          </ac:inkMkLst>
        </pc:inkChg>
      </pc:sldChg>
      <pc:sldChg chg="addSp modSp">
        <pc:chgData name="Marianne Freeman" userId="1199072752_tp_dropbox" providerId="OAuth2" clId="{40669BA2-95E1-8E47-94F8-5183E097AD6D}" dt="2018-09-24T01:54:55.316" v="121"/>
        <pc:sldMkLst>
          <pc:docMk/>
          <pc:sldMk cId="1707914039" sldId="417"/>
        </pc:sldMkLst>
        <pc:spChg chg="mod">
          <ac:chgData name="Marianne Freeman" userId="1199072752_tp_dropbox" providerId="OAuth2" clId="{40669BA2-95E1-8E47-94F8-5183E097AD6D}" dt="2018-09-24T01:54:45.867" v="119" actId="20577"/>
          <ac:spMkLst>
            <pc:docMk/>
            <pc:sldMk cId="1707914039" sldId="417"/>
            <ac:spMk id="3" creationId="{00000000-0000-0000-0000-000000000000}"/>
          </ac:spMkLst>
        </pc:spChg>
        <pc:inkChg chg="add">
          <ac:chgData name="Marianne Freeman" userId="1199072752_tp_dropbox" providerId="OAuth2" clId="{40669BA2-95E1-8E47-94F8-5183E097AD6D}" dt="2018-09-24T01:54:52.617" v="120"/>
          <ac:inkMkLst>
            <pc:docMk/>
            <pc:sldMk cId="1707914039" sldId="417"/>
            <ac:inkMk id="5" creationId="{D3B6CD96-4E97-634F-A893-32C7FD698CEF}"/>
          </ac:inkMkLst>
        </pc:inkChg>
        <pc:inkChg chg="add">
          <ac:chgData name="Marianne Freeman" userId="1199072752_tp_dropbox" providerId="OAuth2" clId="{40669BA2-95E1-8E47-94F8-5183E097AD6D}" dt="2018-09-24T01:54:55.316" v="121"/>
          <ac:inkMkLst>
            <pc:docMk/>
            <pc:sldMk cId="1707914039" sldId="417"/>
            <ac:inkMk id="7" creationId="{3BC5E1FE-5E07-3240-8919-87167B048A4D}"/>
          </ac:inkMkLst>
        </pc:inkChg>
      </pc:sldChg>
      <pc:sldChg chg="addSp delSp modSp">
        <pc:chgData name="Marianne Freeman" userId="1199072752_tp_dropbox" providerId="OAuth2" clId="{40669BA2-95E1-8E47-94F8-5183E097AD6D}" dt="2018-09-24T01:55:37.936" v="127" actId="20577"/>
        <pc:sldMkLst>
          <pc:docMk/>
          <pc:sldMk cId="3346571908" sldId="420"/>
        </pc:sldMkLst>
        <pc:spChg chg="mod">
          <ac:chgData name="Marianne Freeman" userId="1199072752_tp_dropbox" providerId="OAuth2" clId="{40669BA2-95E1-8E47-94F8-5183E097AD6D}" dt="2018-09-24T01:55:37.936" v="127" actId="20577"/>
          <ac:spMkLst>
            <pc:docMk/>
            <pc:sldMk cId="3346571908" sldId="420"/>
            <ac:spMk id="3" creationId="{00000000-0000-0000-0000-000000000000}"/>
          </ac:spMkLst>
        </pc:spChg>
        <pc:inkChg chg="add del">
          <ac:chgData name="Marianne Freeman" userId="1199072752_tp_dropbox" providerId="OAuth2" clId="{40669BA2-95E1-8E47-94F8-5183E097AD6D}" dt="2018-09-24T01:55:29.919" v="125"/>
          <ac:inkMkLst>
            <pc:docMk/>
            <pc:sldMk cId="3346571908" sldId="420"/>
            <ac:inkMk id="6" creationId="{969E1A7E-A56C-F64A-8346-E23369A3B311}"/>
          </ac:inkMkLst>
        </pc:inkChg>
        <pc:inkChg chg="add del">
          <ac:chgData name="Marianne Freeman" userId="1199072752_tp_dropbox" providerId="OAuth2" clId="{40669BA2-95E1-8E47-94F8-5183E097AD6D}" dt="2018-09-24T01:55:27.511" v="124"/>
          <ac:inkMkLst>
            <pc:docMk/>
            <pc:sldMk cId="3346571908" sldId="420"/>
            <ac:inkMk id="7" creationId="{059CC838-A7A7-494C-8FB2-8A683196F25D}"/>
          </ac:inkMkLst>
        </pc:inkChg>
        <pc:inkChg chg="add">
          <ac:chgData name="Marianne Freeman" userId="1199072752_tp_dropbox" providerId="OAuth2" clId="{40669BA2-95E1-8E47-94F8-5183E097AD6D}" dt="2018-09-24T01:55:31.685" v="126"/>
          <ac:inkMkLst>
            <pc:docMk/>
            <pc:sldMk cId="3346571908" sldId="420"/>
            <ac:inkMk id="8" creationId="{6FC27074-7399-5840-86D2-AA5F9C634BD0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4C7AC561-FEF4-4564-B1BB-B4891A40AC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746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/>
            </a:lvl1pPr>
          </a:lstStyle>
          <a:p>
            <a:pPr>
              <a:defRPr/>
            </a:pPr>
            <a:fld id="{D4FD6BFF-8DB4-463C-8B03-99A14BC43E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EC327F-7E80-4D08-B8B0-0F574A3B94BC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15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FD6BFF-8DB4-463C-8B03-99A14BC43E25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2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7724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/Divi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109" y="307397"/>
            <a:ext cx="1592580" cy="36042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650456" y="4225703"/>
            <a:ext cx="1843088" cy="6572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lvl="0"/>
            <a:r>
              <a:rPr lang="en-US" dirty="0"/>
              <a:t>Date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955931" y="2275311"/>
            <a:ext cx="7232139" cy="1549400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3200" b="0" i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3429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6858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0287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 dirty="0"/>
              <a:t>Click Here To Edit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2151063" y="1277938"/>
            <a:ext cx="4914900" cy="16525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028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557683" y="1638300"/>
            <a:ext cx="8033657" cy="43942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>
              <a:defRPr sz="1600"/>
            </a:lvl2pPr>
            <a:lvl3pPr marL="857250" indent="-171450">
              <a:buFontTx/>
              <a:buChar char="‒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253055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-872836" y="2348346"/>
            <a:ext cx="748145" cy="405246"/>
          </a:xfrm>
          <a:prstGeom prst="rect">
            <a:avLst/>
          </a:prstGeom>
          <a:noFill/>
          <a:effectLst>
            <a:outerShdw dist="12700" dir="5400000" algn="t" rotWithShape="0">
              <a:schemeClr val="tx1"/>
            </a:outerShdw>
          </a:effectLst>
        </p:spPr>
        <p:txBody>
          <a:bodyPr wrap="square" lIns="0" tIns="0" rIns="0" rtlCol="0" anchor="b">
            <a:spAutoFit/>
          </a:bodyPr>
          <a:lstStyle/>
          <a:p>
            <a:endParaRPr lang="en-US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9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7683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4777988" y="2202774"/>
            <a:ext cx="3813351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4777988" y="1609792"/>
            <a:ext cx="3813351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3358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04" y="225746"/>
            <a:ext cx="1048916" cy="316515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fld id="{B0FAAE45-A79E-4541-9F85-6F09D633C7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557682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55172" y="413952"/>
            <a:ext cx="8033657" cy="906848"/>
          </a:xfrm>
        </p:spPr>
        <p:txBody>
          <a:bodyPr>
            <a:noAutofit/>
          </a:bodyPr>
          <a:lstStyle>
            <a:lvl1pPr marL="0" indent="0">
              <a:buNone/>
              <a:defRPr sz="2400" b="0" i="0" baseline="0">
                <a:solidFill>
                  <a:srgbClr val="006298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edit title here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3334349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116038" y="2202774"/>
            <a:ext cx="2475302" cy="3953578"/>
          </a:xfrm>
        </p:spPr>
        <p:txBody>
          <a:bodyPr>
            <a:normAutofit/>
          </a:bodyPr>
          <a:lstStyle>
            <a:lvl1pPr>
              <a:defRPr sz="1600"/>
            </a:lvl1pPr>
            <a:lvl2pPr marL="514350" indent="-171450">
              <a:buFontTx/>
              <a:buChar char="‒"/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557682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3334349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6109465" y="1609792"/>
            <a:ext cx="2475302" cy="461665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wrap="square"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00" b="1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marL="0" lvl="0" algn="ctr"/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162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396">
          <p15:clr>
            <a:srgbClr val="FBAE40"/>
          </p15:clr>
        </p15:guide>
        <p15:guide id="3" orient="horz" pos="312">
          <p15:clr>
            <a:srgbClr val="FBAE40"/>
          </p15:clr>
        </p15:guide>
        <p15:guide id="4" orient="horz" pos="17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03231" y="6327776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F11DC2A-2F4E-4F79-A3F5-88DB509F96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2" y="6364574"/>
            <a:ext cx="1301189" cy="2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8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86480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268F-3C1B-46C6-8416-CC17C603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15200" y="2977092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195AC9-BFC6-4E47-89AB-74CA8BB5098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323666" y="3984626"/>
            <a:ext cx="1217082" cy="8413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18625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8A5D6-B081-4DEA-AFA6-7CE8497C3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0ECD3-241C-498C-AE8A-C369AAB14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DE4E-2EA8-4FEC-8923-3AF31753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84E6-27AD-4EEA-A335-664FA1B1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36050-30CC-48E6-8A82-5CEB2AD3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E95EF-C699-41F4-A9B7-78276692A07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5562600"/>
            <a:ext cx="8001000" cy="457200"/>
          </a:xfrm>
        </p:spPr>
        <p:txBody>
          <a:bodyPr/>
          <a:lstStyle/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4124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1" r="1246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DA138-5F35-4F72-91E4-C091D1FA0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0" y="6156519"/>
            <a:ext cx="7886700" cy="365125"/>
          </a:xfrm>
        </p:spPr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dirty="0"/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46843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6" r:id="rId8"/>
    <p:sldLayoutId id="2147483769" r:id="rId9"/>
    <p:sldLayoutId id="2147483768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b="0" i="0" kern="1200">
          <a:solidFill>
            <a:schemeClr val="tx1"/>
          </a:solidFill>
          <a:latin typeface="Open Sans Regular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file:///\\n" TargetMode="Externa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46699" y="1143000"/>
            <a:ext cx="6858000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Chapter 1: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Basic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Python Programming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B7206C4-20D6-1E4B-A9BF-F06AB8FA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304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Open Sans" panose="020B0606030504020204"/>
              </a:rPr>
              <a:t>Fundamentals of Python: Data Structures, Second </a:t>
            </a:r>
            <a:r>
              <a:rPr lang="en-US" b="1" dirty="0" smtClean="0">
                <a:solidFill>
                  <a:schemeClr val="bg2">
                    <a:lumMod val="10000"/>
                  </a:schemeClr>
                </a:solidFill>
                <a:latin typeface="Open Sans" panose="020B0606030504020204"/>
              </a:rPr>
              <a:t>Edition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Open Sans" panose="020B0606030504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03556" y="6241001"/>
            <a:ext cx="8229600" cy="304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7348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Learning Objectives </a:t>
            </a:r>
            <a:r>
              <a:rPr lang="en-US" sz="2000" dirty="0"/>
              <a:t>(1 of 2)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3048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Write a simple Python program using its basic structure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simple input and output operations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numbers such as arithmetic and comparisons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Perform operations with Boolean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Implement an algorithm using the basic constructs of sequences of statements, selection statements, and loops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Define functions to structure code</a:t>
            </a:r>
          </a:p>
        </p:txBody>
      </p:sp>
      <p:sp>
        <p:nvSpPr>
          <p:cNvPr id="922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 noChangeArrowheads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Learning Objectives </a:t>
            </a:r>
            <a:r>
              <a:rPr lang="en-US" sz="2000" dirty="0"/>
              <a:t>(2 of 2)</a:t>
            </a:r>
          </a:p>
        </p:txBody>
      </p:sp>
      <p:sp>
        <p:nvSpPr>
          <p:cNvPr id="38915" name="Content Placeholder 3"/>
          <p:cNvSpPr>
            <a:spLocks noGrp="1" noChangeArrowheads="1"/>
          </p:cNvSpPr>
          <p:nvPr>
            <p:ph idx="1"/>
          </p:nvPr>
        </p:nvSpPr>
        <p:spPr>
          <a:xfrm>
            <a:off x="628650" y="1825625"/>
            <a:ext cx="7886700" cy="2746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Use built-in data structures such as strings, files, lists, tuples, and dictionaries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Define classes to represent new types of objects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Structure programs in terms of cooperating functions, data structures, classes, and modules</a:t>
            </a:r>
          </a:p>
        </p:txBody>
      </p:sp>
      <p:sp>
        <p:nvSpPr>
          <p:cNvPr id="102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Basic Program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509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has a vast array of features and constructs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Basic program elements are quite simple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932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Programs and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267200"/>
          </a:xfrm>
        </p:spPr>
        <p:txBody>
          <a:bodyPr/>
          <a:lstStyle/>
          <a:p>
            <a:pPr marL="291600" indent="-291600"/>
            <a:r>
              <a:rPr lang="en-US" dirty="0"/>
              <a:t>Python programs consist of one or more modules</a:t>
            </a:r>
          </a:p>
          <a:p>
            <a:pPr marL="291600" indent="-291600"/>
            <a:r>
              <a:rPr lang="en-US" dirty="0"/>
              <a:t>Module: a file of Python code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include statements, function definitions, and class definitions</a:t>
            </a:r>
          </a:p>
          <a:p>
            <a:pPr marL="291600" indent="-291600"/>
            <a:r>
              <a:rPr lang="en-US" dirty="0"/>
              <a:t>Script: a short Python program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Can be contained in one module</a:t>
            </a:r>
          </a:p>
          <a:p>
            <a:pPr marL="291600" indent="-291600"/>
            <a:r>
              <a:rPr lang="en-US" dirty="0"/>
              <a:t>Longer programs typically include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One main module and one or more supporting modules</a:t>
            </a:r>
          </a:p>
          <a:p>
            <a:pPr marL="291600" indent="-291600"/>
            <a:r>
              <a:rPr lang="en-US" dirty="0"/>
              <a:t>Main module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Contains starting point of program execution</a:t>
            </a:r>
          </a:p>
          <a:p>
            <a:pPr marL="291600" indent="-291600"/>
            <a:r>
              <a:rPr lang="en-US" dirty="0"/>
              <a:t>Supporting modules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dirty="0"/>
              <a:t>Contain function and class </a:t>
            </a:r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0703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67627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351338"/>
          </a:xfrm>
        </p:spPr>
        <p:txBody>
          <a:bodyPr>
            <a:normAutofit fontScale="77500" lnSpcReduction="20000"/>
          </a:bodyPr>
          <a:lstStyle/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Author: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Ken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Lambert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Plays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game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user.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import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():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"""Inputs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bounds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range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of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numbers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and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lets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computer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until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correct."""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smaller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larger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myNumber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random.randint(smaller,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larger)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0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while</a:t>
            </a:r>
            <a:r>
              <a:rPr lang="en-US" b="1" dirty="0">
                <a:solidFill>
                  <a:srgbClr val="8A3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True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count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+=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1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solidFill>
                  <a:srgbClr val="004978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"Enter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guess: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&lt;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small"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userNumber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myNumber: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"Too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large"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702945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ve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got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in",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count,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"tries!"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06299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endParaRPr lang="en-US" sz="1300" b="1" dirty="0">
              <a:solidFill>
                <a:srgbClr val="8A3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34290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__name__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__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main__":</a:t>
            </a:r>
            <a:endParaRPr lang="en-US" sz="1300" b="1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main()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21695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600950" cy="777874"/>
          </a:xfrm>
        </p:spPr>
        <p:txBody>
          <a:bodyPr/>
          <a:lstStyle/>
          <a:p>
            <a:r>
              <a:rPr lang="en-US" b="1" dirty="0"/>
              <a:t>An Example Python Program: Guessing a Number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432175"/>
          </a:xfrm>
        </p:spPr>
        <p:txBody>
          <a:bodyPr/>
          <a:lstStyle/>
          <a:p>
            <a:pPr marL="291600" indent="-291600"/>
            <a:r>
              <a:rPr lang="en-US" dirty="0"/>
              <a:t>Here is a trace of a user’s interaction with the program: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smaller number: 1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larger number: 32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16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small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24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Too large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your guess: 20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You’ve got it in 3 tries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3025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b="1" dirty="0"/>
              <a:t>Editing, Compiling, and Running Python Programs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11043"/>
            <a:ext cx="7886700" cy="4038601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run the program contained in the file numberguess.py, enter the following command in most terminal windows: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python3 numberguess.py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To create or edit a Python module, use Python’s </a:t>
            </a:r>
            <a:r>
              <a:rPr lang="en-US" dirty="0" smtClean="0">
                <a:latin typeface="Open Sans Regular"/>
                <a:cs typeface="Courier New" panose="02070309020205020404" pitchFamily="49" charset="0"/>
              </a:rPr>
              <a:t>I</a:t>
            </a:r>
            <a:r>
              <a:rPr lang="en-US" sz="100" dirty="0" smtClean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 smtClean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 smtClean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 smtClean="0">
                <a:latin typeface="Open Sans Regular"/>
                <a:cs typeface="Courier New" panose="02070309020205020404" pitchFamily="49" charset="0"/>
              </a:rPr>
              <a:t>E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Enter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idle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idle3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command at a terminal prompt or click icon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You can also launch 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by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Double-clicking on a Python source code file</a:t>
            </a:r>
          </a:p>
          <a:p>
            <a:pPr lvl="2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Right-clicking on the file and selecting Open or Edit with IDLE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gives you a shell window for interactively running Python expressions and statements: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D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L</a:t>
            </a:r>
            <a:r>
              <a:rPr lang="en-US" sz="100" dirty="0">
                <a:latin typeface="Open Sans Regular"/>
                <a:cs typeface="Courier New" panose="02070309020205020404" pitchFamily="49" charset="0"/>
              </a:rPr>
              <a:t> 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E also formats your code and color-codes it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4316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US" b="1" dirty="0"/>
              <a:t>Editing, Compiling, and Running Python Programs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14059"/>
            <a:ext cx="7886700" cy="2376941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run a program within IDLE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Move the cursor into the editor window and press the F5 key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Python compiles the code in the editor window and runs it in the shell window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If a Python program appears to hand or not quit normally,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Exit by pressing Ctrl+C or close the shell window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9692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Program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1"/>
            <a:ext cx="7886700" cy="3429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Program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Text ignored by the Python compiler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Valuable to the reader as documentation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End-of-line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Begins with a # symbol and extends to the end of the current line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Multiline comment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string enclosed in triple single quotes or triple double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Called </a:t>
            </a:r>
            <a:r>
              <a:rPr lang="en-US" i="1" dirty="0"/>
              <a:t>docstrings</a:t>
            </a:r>
            <a:r>
              <a:rPr lang="en-US" dirty="0"/>
              <a:t> to indicate that they can document major constructs within a program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3109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Lexical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51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Lexical elements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Types of words or symbols used to construct sentences 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Lexical items also include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Identifiers (names)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Literals (numbers, strings, and other built-in data structures)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Operators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Delimiters (quotation marks, commas, parentheses, square brackets, and braces)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3432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Spelling and Naming Conventions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8800"/>
            <a:ext cx="7886700" cy="4191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keywords and names ARE case-sensitive: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Keywords are spelled in lowercase letters and color-coded in orange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All names (other than those of built-in functions) are color-coded in black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name can begin with a letter or an underscore (_)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Followed by an number of letters, underscores, or digits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In this book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Names of modules, variables, functions, and methods are spelled in lowercase letters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Names of classes follow the same conventions but begin with a capital letter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a variable names a constant, all letters are uppercase and an underscore separates embedded words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069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Spelling and Naming Conventions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6686550" cy="384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Table 1.1 Examples of Python Naming Conventions</a:t>
            </a:r>
          </a:p>
        </p:txBody>
      </p:sp>
      <p:graphicFrame>
        <p:nvGraphicFramePr>
          <p:cNvPr id="11" name="Table 7" descr="Table is accessible to screenreaders."/>
          <p:cNvGraphicFramePr>
            <a:graphicFrameLocks noGrp="1"/>
          </p:cNvGraphicFramePr>
          <p:nvPr>
            <p:ph idx="12"/>
            <p:extLst>
              <p:ext uri="{D42A27DB-BD31-4B8C-83A1-F6EECF244321}">
                <p14:modId xmlns:p14="http://schemas.microsoft.com/office/powerpoint/2010/main" val="3093334456"/>
              </p:ext>
            </p:extLst>
          </p:nvPr>
        </p:nvGraphicFramePr>
        <p:xfrm>
          <a:off x="654991" y="2523800"/>
          <a:ext cx="78867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/>
                        </a:rPr>
                        <a:t>Type of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/>
                        </a:rPr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Variable</a:t>
                      </a:r>
                      <a:r>
                        <a:rPr lang="en-US" baseline="0" dirty="0">
                          <a:latin typeface="Open Sans" panose="020B0606030504020204"/>
                        </a:rPr>
                        <a:t> </a:t>
                      </a:r>
                      <a:endParaRPr lang="en-US" dirty="0">
                        <a:latin typeface="Open Sans" panose="020B0606030504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salary, hoursWorked,</a:t>
                      </a:r>
                      <a:r>
                        <a:rPr lang="en-US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isAbsent</a:t>
                      </a:r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Constant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ABSOLUTE_ZERO, INTEREST_RATE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Function</a:t>
                      </a:r>
                      <a:r>
                        <a:rPr lang="en-US" baseline="0" dirty="0">
                          <a:latin typeface="Open Sans" panose="020B0606030504020204"/>
                        </a:rPr>
                        <a:t> or method</a:t>
                      </a:r>
                      <a:endParaRPr lang="en-US" dirty="0">
                        <a:latin typeface="Open Sans" panose="020B0606030504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printResults, cubeRoot, input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Open Sans" panose="020B0606030504020204"/>
                        </a:rPr>
                        <a:t>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BankAccount, SortedSet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2490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Syntactic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2971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Syntactic elements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Types of sentences (expressions, statements, definitions, and other constructs) composed from lexical elements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uses white space to mark the syntax of many types of sentences: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Indentation and line breaks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book uses an indentation width of four spaces in all Python code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373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1981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Numbers are written as they are in other programming languages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Boolean values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 are keywords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Some data structures also have literals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Such as string, tuples, lists, and </a:t>
            </a:r>
            <a:r>
              <a:rPr lang="en-US" dirty="0" smtClean="0"/>
              <a:t>dictionaries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95385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981950" cy="2895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Enclose strings in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Single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Double quotes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Sets of three double quotes or three single quotes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Character values are single-character strings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\ character is used to escape nongraphic characters such as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Newline (\n) and tab (\t) or the \ character itself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7420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 Literals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71601"/>
            <a:ext cx="7886700" cy="247630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Example:</a:t>
            </a: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"Mentioning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‘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’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it"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print(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"Embedding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a\nline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u="sng" dirty="0" smtClean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  <a:hlinkClick r:id="rId2" action="ppaction://hlinkfile"/>
              </a:rPr>
              <a:t>n</a:t>
            </a:r>
            <a:r>
              <a:rPr lang="en-US" sz="1600" b="1" dirty="0" smtClean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sz="1600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sz="16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"""Embedding</a:t>
            </a:r>
            <a:r>
              <a:rPr lang="en-US" sz="1600" b="1" dirty="0">
                <a:solidFill>
                  <a:srgbClr val="008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342900" lvl="1">
              <a:spcBef>
                <a:spcPts val="600"/>
              </a:spcBef>
            </a:pP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triple</a:t>
            </a:r>
            <a:r>
              <a:rPr lang="en-US" sz="1600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r>
              <a:rPr lang="en-US" sz="1600" b="1" dirty="0" smtClean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</a:t>
            </a:r>
            <a:r>
              <a:rPr lang="en-US" sz="1600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600" dirty="0">
              <a:latin typeface="Bank Gothic Bold"/>
              <a:ea typeface="MS Mincho"/>
              <a:cs typeface="Bank Gothic Bold"/>
            </a:endParaRPr>
          </a:p>
          <a:p>
            <a:pPr>
              <a:spcBef>
                <a:spcPts val="600"/>
              </a:spcBef>
            </a:pPr>
            <a:r>
              <a:rPr lang="en-US" sz="2000" dirty="0"/>
              <a:t>Output</a:t>
            </a:r>
            <a:r>
              <a:rPr lang="en-US" sz="2000" dirty="0" smtClean="0"/>
              <a:t>:</a:t>
            </a:r>
            <a:endParaRPr lang="en-US" sz="2000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46406" y="3878091"/>
            <a:ext cx="7912098" cy="2035175"/>
          </a:xfrm>
        </p:spPr>
        <p:txBody>
          <a:bodyPr>
            <a:noAutofit/>
          </a:bodyPr>
          <a:lstStyle/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double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Using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single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quotes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Mentioning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the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word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'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Python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by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quoting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it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\n</a:t>
            </a:r>
            <a:endParaRPr lang="en-US" sz="1600" b="1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Embedding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</a:t>
            </a:r>
          </a:p>
          <a:p>
            <a:pPr marL="171450" lvl="1" indent="0"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line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break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with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triple</a:t>
            </a:r>
            <a:r>
              <a:rPr lang="en-US" sz="1600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quotes</a:t>
            </a:r>
            <a:endParaRPr lang="en-IN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4766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337" y="1690689"/>
            <a:ext cx="7886700" cy="2728911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Arithmetic expressions use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/>
              <a:t> operator produces a floating-point result with any numeric operands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 smtClean="0"/>
              <a:t>The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 smtClean="0"/>
              <a:t> </a:t>
            </a:r>
            <a:r>
              <a:rPr lang="en-US" dirty="0"/>
              <a:t>operator produces an integer quotient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/>
              <a:t> operator means concatenation when used with collections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  <a:r>
              <a:rPr lang="en-US" dirty="0"/>
              <a:t> operator is used for </a:t>
            </a:r>
            <a:r>
              <a:rPr lang="en-US" dirty="0" smtClean="0"/>
              <a:t>exponentiation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7695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Operators and Expressions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607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Comparison operators work with numbers and strings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dirty="0"/>
              <a:t> operator compares the internal contents of data structures for structural equivalence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is operator compares two values for object identity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Comparisons return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Logical operators treat several values, such as 0, None, the empty string, and the empty list, as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Most other Python values count as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3316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6795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Functions are called with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Function’s name followed by a list of arguments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 (5,2)   #Returns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3103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477561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746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Standard output function that displays arguments on the console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automatically runs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/>
              <a:t> function on each argument to obtain its string representation: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Separates each string with a space before output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By default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/>
              <a:t> terminates its output with a newline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9287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b="1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520" y="1600200"/>
            <a:ext cx="7886700" cy="1905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Waits for the user to enter text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When user presses the Enter key,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function returns a string containing characters entered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341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7874"/>
          </a:xfrm>
        </p:spPr>
        <p:txBody>
          <a:bodyPr/>
          <a:lstStyle/>
          <a:p>
            <a:r>
              <a:rPr lang="en-US" b="1" dirty="0"/>
              <a:t>Type Conversion Functions and Mixed-Mode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83582"/>
            <a:ext cx="7886700" cy="3504053"/>
          </a:xfrm>
        </p:spPr>
        <p:txBody>
          <a:bodyPr>
            <a:normAutofit/>
          </a:bodyPr>
          <a:lstStyle/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You can use some data type names as type conversion functions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Example: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When the user enters a number at a keyboard,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/>
              <a:t> function returns a string of digits, not a numeric value</a:t>
            </a:r>
          </a:p>
          <a:p>
            <a:pPr lvl="1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Program must convert the string to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 before numeric processing</a:t>
            </a:r>
          </a:p>
          <a:p>
            <a:pPr marL="291600" indent="-291600">
              <a:lnSpc>
                <a:spcPct val="100000"/>
              </a:lnSpc>
              <a:spcBef>
                <a:spcPts val="1500"/>
              </a:spcBef>
            </a:pPr>
            <a:r>
              <a:rPr lang="en-US" dirty="0"/>
              <a:t>This code inputs the radius of a circle, converts this string to a float, and computes and outputs the circle’s area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5258656"/>
            <a:ext cx="5695950" cy="766322"/>
          </a:xfrm>
        </p:spPr>
        <p:txBody>
          <a:bodyPr/>
          <a:lstStyle/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float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input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"Radius: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))</a:t>
            </a:r>
            <a:endParaRPr lang="en-US" sz="1300" b="1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lnSpc>
                <a:spcPct val="100000"/>
              </a:lnSpc>
              <a:spcBef>
                <a:spcPts val="150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area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is"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3.14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radius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**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ea typeface="MS Mincho"/>
              </a:rPr>
              <a:t>2)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2706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Optional and Keyword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7557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Functions may allow optional arguments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be named with keywords when the function is called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 prevent the print function to output a newline after its arguments are displayed, give the optional argument end a value of an empty </a:t>
            </a:r>
            <a:r>
              <a:rPr lang="en-US" dirty="0" smtClean="0"/>
              <a:t>string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28650" y="3632736"/>
            <a:ext cx="7912098" cy="2074864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print(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cursor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will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stay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on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this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line,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at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the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end"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end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</a:rPr>
              <a:t>""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Required arguments have no default values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Optional arguments have default values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Number of arguments passed to a function must be at least the same number as its required arguments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44839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Variables and Assignment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889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variables are introduced with an assignment statement: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 = 3.1416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&lt;identifier&gt; = &lt;expression&gt;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variables can be introduced in the same statement: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minValue, maxValue = 1, 100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Assignment statements must appear on a single line of code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Unless the line is broken after a comma, parenthesis, curly brace, or square bracket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also end it with the escape symbol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6004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Python Data 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85" y="1600200"/>
            <a:ext cx="7886700" cy="2209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Any variable can name a value of any type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Variables are not declared to have a type: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They are simply assigned a value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Data type names almost never appear in Python programs: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However, all values or objects have types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7890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b="1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733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Import statement makes visible to a program the identifiers from another module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Several ways to express an import statement: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Simplest is to import the module name: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Bef>
                <a:spcPts val="1000"/>
              </a:spcBef>
            </a:pPr>
            <a:r>
              <a:rPr lang="en-US" dirty="0"/>
              <a:t>Another option brings in a name itself: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math import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 smtClean="0"/>
              <a:t>You can import several individual names by listing them:</a:t>
            </a:r>
          </a:p>
          <a:p>
            <a:pPr marL="342900" lvl="1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math import pi, sqrt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 (sqrt (2) *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pi)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40364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Getting Help on Program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971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To access help,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Enter the function call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(&lt;component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&gt;) </a:t>
            </a:r>
            <a:r>
              <a:rPr lang="en-US" dirty="0" smtClean="0"/>
              <a:t>at </a:t>
            </a:r>
            <a:r>
              <a:rPr lang="en-US" dirty="0"/>
              <a:t>the shell prompt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For example,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(abs)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help (math.sqrt) </a:t>
            </a:r>
            <a:r>
              <a:rPr lang="en-US" dirty="0"/>
              <a:t>display documentation for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n-US" dirty="0"/>
              <a:t> functions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Calls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dir(int)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dir(math)</a:t>
            </a:r>
            <a:r>
              <a:rPr lang="en-US" dirty="0"/>
              <a:t> list all the operations in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type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n-US" dirty="0"/>
              <a:t> module: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You can then run help to get help on one of these operations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54598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699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sequence of statements is a set of statements written one after the other 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Each statement in a sequence must begin in the same column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5603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151467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Keywords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dirty="0"/>
              <a:t> are significant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As is the colon character and indentation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the one-way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3021481"/>
            <a:ext cx="7903632" cy="1018373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Syntax of the two-way if statement: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28650" y="4100036"/>
            <a:ext cx="7886700" cy="1233964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0689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95300"/>
          </a:xfrm>
        </p:spPr>
        <p:txBody>
          <a:bodyPr/>
          <a:lstStyle/>
          <a:p>
            <a:r>
              <a:rPr lang="en-US" b="1" dirty="0"/>
              <a:t>Conditional Statements </a:t>
            </a:r>
            <a:r>
              <a:rPr lang="en-US" sz="2000" dirty="0" smtClean="0"/>
              <a:t>(2 </a:t>
            </a:r>
            <a:r>
              <a:rPr lang="en-US" sz="2000" dirty="0"/>
              <a:t>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5086350" cy="3079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the multiway if statement</a:t>
            </a:r>
            <a:r>
              <a:rPr lang="en-US" dirty="0" smtClean="0">
                <a:latin typeface="Open Sans Regular"/>
                <a:cs typeface="Courier New" panose="02070309020205020404" pitchFamily="49" charset="0"/>
              </a:rPr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216458"/>
            <a:ext cx="7903632" cy="2016116"/>
          </a:xfrm>
        </p:spPr>
        <p:txBody>
          <a:bodyPr>
            <a:normAutofit lnSpcReduction="10000"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Example: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37528" y="4309367"/>
            <a:ext cx="5162550" cy="1770358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x &gt;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greater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elif x &lt; y: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less than y”)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print (“x is equal to y”)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87012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Using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_name_ == “_main_”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801"/>
            <a:ext cx="7886700" cy="609599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numberguess</a:t>
            </a:r>
            <a:r>
              <a:rPr lang="en-US" dirty="0"/>
              <a:t> program includes the definition of a main function and the following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160234"/>
            <a:ext cx="7903632" cy="1684867"/>
          </a:xfrm>
        </p:spPr>
        <p:txBody>
          <a:bodyPr/>
          <a:lstStyle/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_name_ == “_main_”: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main ()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Purpose of this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 is to allow the programmer either to run the module as a standalone program or to import it from the shell or other module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771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Loop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352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&lt;Boolean expression&gt;: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/>
              <a:t> loop statement: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&lt;variable&gt; in &lt;iterable object&gt;: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Python programmers prefer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loop to iterate over definite ranges or sequences of values: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They use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dirty="0">
                <a:latin typeface="Open Sans Regular"/>
                <a:cs typeface="Courier New" panose="02070309020205020404" pitchFamily="49" charset="0"/>
              </a:rPr>
              <a:t> loop when the continuation condition is an arbitrary Boolean expression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0511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Strings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20574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A Python string is a compound object that includes other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Namely, its characters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Each character in a Python string is a single-character string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Python’s string type, named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Includes a large set of operations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5930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114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Comparison operators: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strings are compared, the pairs of characters at each position in two strings are compared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+ operator builds and returns a new string that contains the characters of the two operands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subscript operator expects an integer in the range from 0 to the length of the string minus 1:</a:t>
            </a:r>
          </a:p>
          <a:p>
            <a:pPr marL="342900" lvl="1" indent="0"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[0]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Returns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'g'</a:t>
            </a:r>
            <a:endParaRPr lang="en-US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Slice operator is a variation of the subscript:</a:t>
            </a: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"eater"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[:2]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"gr"</a:t>
            </a:r>
            <a:endParaRPr lang="en-US" sz="1300" dirty="0">
              <a:solidFill>
                <a:srgbClr val="C00000"/>
              </a:solidFill>
              <a:latin typeface="Courier New" panose="02070309020205020404" pitchFamily="49" charset="0"/>
              <a:ea typeface="MS Mincho"/>
              <a:cs typeface="Courier New" panose="02070309020205020404" pitchFamily="49" charset="0"/>
            </a:endParaRPr>
          </a:p>
          <a:p>
            <a:pPr marL="171450" lvl="1" indent="184150">
              <a:spcBef>
                <a:spcPts val="0"/>
              </a:spcBef>
              <a:buNone/>
              <a:tabLst>
                <a:tab pos="1600200" algn="l"/>
              </a:tabLst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[2:5]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# Returns "eat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"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4273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2438400"/>
          </a:xfrm>
        </p:spPr>
        <p:txBody>
          <a:bodyPr/>
          <a:lstStyle/>
          <a:p>
            <a:pPr marL="291600" indent="-291600"/>
            <a:r>
              <a:rPr lang="en-US" dirty="0"/>
              <a:t>Python includes a general formatting mechanism that allows the programmer to specify field widths for different types of data</a:t>
            </a:r>
          </a:p>
          <a:p>
            <a:pPr marL="291600" indent="-291600"/>
            <a:r>
              <a:rPr lang="en-US" dirty="0"/>
              <a:t>Example of how to right justify and left justify the string “four” within a field width of 6: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"%6s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Right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  <a:tabLst>
                <a:tab pos="228600" algn="l"/>
              </a:tabLst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	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Frutiger LTStd-Italic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Frutiger LTStd-Italic"/>
              </a:rPr>
              <a:t>'</a:t>
            </a:r>
            <a:endParaRPr lang="en-US" sz="1300" dirty="0">
              <a:latin typeface="Frutiger LTStd-Italic"/>
              <a:ea typeface="MS Mincho"/>
              <a:cs typeface="Frutiger LTStd-Italic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/>
              <a:t>&gt;&gt;&gt;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"%-6s"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"four"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Left</a:t>
            </a:r>
            <a:r>
              <a:rPr lang="en-US" b="1" dirty="0">
                <a:solidFill>
                  <a:srgbClr val="C000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justify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'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four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</a:rPr>
              <a:t>	'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4031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Formatting Strings for Output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68738"/>
            <a:ext cx="7981950" cy="2879462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format information for a data value of type float has the form:</a:t>
            </a:r>
          </a:p>
          <a:p>
            <a:pPr marL="342900" lvl="1" indent="0">
              <a:buNone/>
            </a:pPr>
            <a:r>
              <a:rPr lang="en-US" dirty="0"/>
              <a:t>%&lt;field width&gt;.&lt;precision&gt;f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example shows the output of a floating-point number without, and then with, a format string: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&gt;&gt;&gt;salary = 100.00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+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(salary))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Your salary is $100.0</a:t>
            </a:r>
            <a:endParaRPr lang="en-US" sz="1300" dirty="0">
              <a:solidFill>
                <a:srgbClr val="0000FF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"Your salary is $%0.2f"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% salary)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Your salary is $100.00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050983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Object and Method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962400"/>
          </a:xfrm>
        </p:spPr>
        <p:txBody>
          <a:bodyPr>
            <a:normAutofit fontScale="92500" lnSpcReduction="10000"/>
          </a:bodyPr>
          <a:lstStyle/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Syntax of method call: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&lt;object&gt;.&lt;method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name&gt;(&lt;list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of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arguments&gt;)</a:t>
            </a:r>
            <a:endParaRPr lang="en-US" b="1" dirty="0">
              <a:latin typeface="Courier New" panose="02070309020205020404" pitchFamily="49" charset="0"/>
            </a:endParaRP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Examples of method calls on strings:</a:t>
            </a: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.isupper()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False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.upper()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"GREATER“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.startswith("great")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Returns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True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  <a:ea typeface="MS Mincho"/>
            </a:endParaRPr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If you try to run a method that an object does not recognize,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Python raises an exception and halts the </a:t>
            </a:r>
            <a:r>
              <a:rPr lang="en-US" dirty="0" smtClean="0"/>
              <a:t>program</a:t>
            </a:r>
            <a:endParaRPr lang="en-US" dirty="0"/>
          </a:p>
          <a:p>
            <a:pPr marL="291600" indent="-291600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To discover the set of methods that an object recognizes,</a:t>
            </a:r>
          </a:p>
          <a:p>
            <a:pPr lvl="1">
              <a:lnSpc>
                <a:spcPct val="100000"/>
              </a:lnSpc>
              <a:spcBef>
                <a:spcPts val="1000"/>
              </a:spcBef>
            </a:pPr>
            <a:r>
              <a:rPr lang="en-US" dirty="0"/>
              <a:t>Run Python’s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dirty="0"/>
              <a:t> function, in the Python shell, with the object’s type as an argument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702252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Built-In Python Collections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1752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Modern programming languages include several types of collections, such as lists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That allow the programmer to organize and manipulate several data values at once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section explores the built-in collections in Python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6218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Lists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6607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List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sequence of zero or more Python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Commonly called items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Has a literal representation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Uses square brackets to enclose items separated by commas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[]	                     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An empty list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]	           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 list of one string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]	 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 list of two strings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10]	 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sz="1600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A list of two strings and an int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  <a:tabLst>
                <a:tab pos="3675063" algn="l"/>
                <a:tab pos="4127500" algn="l"/>
              </a:tabLst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"greater"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"less"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10</a:t>
            </a:r>
            <a:r>
              <a:rPr lang="en-US" b="1" dirty="0" smtClean="0">
                <a:latin typeface="Courier New" panose="02070309020205020404" pitchFamily="49" charset="0"/>
                <a:ea typeface="MS Mincho"/>
              </a:rPr>
              <a:t>]] 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A list with a nested list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60788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Lists</a:t>
            </a:r>
            <a:r>
              <a:rPr lang="en-US" dirty="0"/>
              <a:t>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7338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Most commonly used list mutator methods: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append, insert, pop, remove, and sort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[]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testList.append(34)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testList.append(22)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[34, 22]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testList.sort()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testList.pop()        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22; testList is [34]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testList.insert(0, 22)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testList.insert(1, 55)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[22, 55, 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testList.pop(1)          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Returns 55; testList is [22, 34]</a:t>
            </a:r>
            <a:endParaRPr lang="en-US" sz="16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testList.remove(22)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testList is [34]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testList.remove(55)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raises </a:t>
            </a:r>
            <a:r>
              <a:rPr lang="en-US" b="1" dirty="0" smtClean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ValueError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04385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3124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Tuple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An immutable sequence of items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Tuple literals enclose items in parentheses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Essentially like a list without mutator methods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tuple with one item must still include a comma: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&gt;&gt;&gt; (34)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34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&gt;&gt;&gt; (34,)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(34)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90003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Loops over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2895600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dirty="0"/>
              <a:t>For loop is used to iterate over items in a sequence: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[67, 100, 22]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item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testList: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(item)</a:t>
            </a:r>
          </a:p>
          <a:p>
            <a:pPr>
              <a:spcBef>
                <a:spcPts val="1000"/>
              </a:spcBef>
            </a:pPr>
            <a:r>
              <a:rPr lang="en-US" dirty="0"/>
              <a:t>This is equivalent to but simpler than an index-based loop over the list: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testList = [67, 100, 22]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index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len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(testList)):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(testList[index])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9803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8439150" cy="4351338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Dictionary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Contains zero or more entries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Each entry associates a unique key with a value</a:t>
            </a:r>
          </a:p>
          <a:p>
            <a:pPr lvl="2"/>
            <a:r>
              <a:rPr lang="en-US" dirty="0"/>
              <a:t>Keys are typically string or integers</a:t>
            </a:r>
          </a:p>
          <a:p>
            <a:pPr lvl="2"/>
            <a:r>
              <a:rPr lang="en-US" dirty="0"/>
              <a:t>Values are any Python objects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Examples: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{}                    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An empty dictionary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 smtClean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Ken"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}          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One entry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"Ken"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:67}          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Two entries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"hobbies"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:[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"reading"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"running"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]} 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# One entry, value  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MS Mincho"/>
              </a:rPr>
              <a:t>								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</a:rPr>
              <a:t>is a list</a:t>
            </a:r>
          </a:p>
          <a:p>
            <a:pPr marL="342900" lvl="1" indent="0">
              <a:spcBef>
                <a:spcPts val="0"/>
              </a:spcBef>
              <a:buNone/>
            </a:pPr>
            <a:endParaRPr lang="en-US" b="1" dirty="0">
              <a:latin typeface="Courier New" panose="02070309020205020404" pitchFamily="49" charset="0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key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dirty="0">
                <a:latin typeface="Bank Gothic Bold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{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"name"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"Ken"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"age"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:67}: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(key)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name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age</a:t>
            </a:r>
            <a:endParaRPr lang="en-US" b="1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71450" lvl="1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12129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Searching for a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0511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programmer can search strings, lists, tuples, or dictionaries for a given value by running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/>
              <a:t> operator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With the value and the collection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This operator returns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For dictionaries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methods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/>
              <a:t> can take two arguments: a key and a default value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failed search returns the default value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88422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Pattern Matching with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127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subscript can be used to access items within lists, tuples, and dictionaries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It is often more convenient to access several items at once by means of pattern matching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 using the subscript operator 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colorTuple</a:t>
            </a:r>
            <a:r>
              <a:rPr lang="en-US" dirty="0"/>
              <a:t>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colorTuple[0]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hexString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colorTuple[1]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rgbTuple[0]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g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rgbTuple[1]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b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rgbTuple[2]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364836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Creating New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4509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built-in functions and allows the programmer to create new functions: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New functions can utilize recursion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Can receive and return functions as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82887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Function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352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a Python function definition: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&lt;function name&gt;(&lt;list of parameters&gt;):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&lt;sequence of 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Rules and conventions for spelling function names and parameter names are the same as for variable names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Example of a definition of a simple function to compute and return the square of a number: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solidFill>
                  <a:srgbClr val="FF66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square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square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result = n ** 2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result</a:t>
            </a:r>
            <a:endParaRPr lang="en-US" dirty="0">
              <a:latin typeface="Open Sans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66530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Recursive Functions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351338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Recursive function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function that calls itself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To prevent a function from repeating itself indefinitely,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It must contain at least one section statement that examines a condition called a </a:t>
            </a:r>
            <a:r>
              <a:rPr lang="en-US" i="1" dirty="0"/>
              <a:t>base case </a:t>
            </a:r>
            <a:r>
              <a:rPr lang="en-US" dirty="0"/>
              <a:t>to determine whether to stop or to continue with a recursive step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Example of a definition of a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displayRange</a:t>
            </a:r>
            <a:r>
              <a:rPr lang="en-US" dirty="0"/>
              <a:t> that prints the numbers from a lower bound to an upper bound: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displayRange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(lower, upper):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"""Outputs the numbers from lower to upper."""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while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lower &lt;= upper: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   lower = lower + 1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95837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Recursive Functions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52600"/>
            <a:ext cx="7886700" cy="416161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How would you go about converting the previous function to a recursive one? Note two important facts: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loop’s body continues execution while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 &lt;= upper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When the function executes,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dirty="0"/>
              <a:t> is incremented by 1 but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dirty="0"/>
              <a:t> never changes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The loop is replaced with an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/>
              <a:t> statement, and the assignment statement is replaced with a recursive call of the function: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displayRange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(lower, upper):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"""Outputs the numbers from lower to upper."""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lower &lt;= upper: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(lower)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   displayRange(lower + 1, upper)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18143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396874"/>
          </a:xfrm>
        </p:spPr>
        <p:txBody>
          <a:bodyPr/>
          <a:lstStyle/>
          <a:p>
            <a:r>
              <a:rPr lang="en-US" b="1" dirty="0"/>
              <a:t>Nested Function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88975"/>
          </a:xfrm>
        </p:spPr>
        <p:txBody>
          <a:bodyPr>
            <a:normAutofit lnSpcReduction="10000"/>
          </a:bodyPr>
          <a:lstStyle/>
          <a:p>
            <a:pPr marL="291600" indent="-291600">
              <a:lnSpc>
                <a:spcPct val="110000"/>
              </a:lnSpc>
              <a:spcBef>
                <a:spcPts val="1000"/>
              </a:spcBef>
            </a:pPr>
            <a:r>
              <a:rPr lang="en-US" dirty="0"/>
              <a:t>Definitions of other functions may be nested within a function’s sequence of statements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838200" y="2609719"/>
            <a:ext cx="7694082" cy="3441892"/>
          </a:xfrm>
        </p:spPr>
        <p:txBody>
          <a:bodyPr>
            <a:normAutofit fontScale="92500" lnSpcReduction="10000"/>
          </a:bodyPr>
          <a:lstStyle/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First definition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factorial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factorial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product):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"""Helper function to compute factorial."""</a:t>
            </a:r>
            <a:endParaRPr lang="en-US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n == 1: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product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 - 1, n * product)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 err="1">
                <a:latin typeface="Courier New" panose="02070309020205020404" pitchFamily="49" charset="0"/>
                <a:ea typeface="MS Mincho"/>
                <a:cs typeface="Bank Gothic Bold"/>
              </a:rPr>
              <a:t>recurse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1)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 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# Second definition</a:t>
            </a:r>
            <a:endParaRPr lang="en-US" sz="1300" dirty="0">
              <a:solidFill>
                <a:srgbClr val="C000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 err="1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factorial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(n, product = 1):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"""Returns the factorial of n."""</a:t>
            </a:r>
            <a:endParaRPr lang="en-US" sz="1300" dirty="0">
              <a:solidFill>
                <a:srgbClr val="006800"/>
              </a:solidFill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n == 1: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product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else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: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return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factorial(n </a:t>
            </a:r>
            <a:r>
              <a:rPr lang="en-US" b="1" dirty="0">
                <a:latin typeface="Arial" panose="020B0604020202020204" pitchFamily="34" charset="0"/>
                <a:ea typeface="MS Mincho"/>
                <a:cs typeface="Arial" panose="020B0604020202020204" pitchFamily="34" charset="0"/>
              </a:rPr>
              <a:t>−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 1, n * </a:t>
            </a:r>
            <a:r>
              <a:rPr lang="en-US" b="1" dirty="0" smtClean="0">
                <a:latin typeface="Courier New" panose="02070309020205020404" pitchFamily="49" charset="0"/>
                <a:ea typeface="MS Mincho"/>
              </a:rPr>
              <a:t>product)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6855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Higher-Order Functions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0605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Higher-order function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 function that receives another function as an argument and applies it in some way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Python includes two built-in higher-order functions useful for processing iterable objects: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  <a:r>
              <a:rPr lang="en-US" dirty="0"/>
              <a:t> and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3998028"/>
            <a:ext cx="7903632" cy="718979"/>
          </a:xfrm>
        </p:spPr>
        <p:txBody>
          <a:bodyPr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map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</a:t>
            </a:r>
            <a:endParaRPr lang="en-US" sz="1800" dirty="0">
              <a:latin typeface="Bank Gothic Bold"/>
              <a:ea typeface="MS Mincho"/>
              <a:cs typeface="Bank Gothic Bold"/>
            </a:endParaRPr>
          </a:p>
          <a:p>
            <a:pPr marL="342900" lvl="1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  <a:cs typeface="20"/>
              </a:rPr>
              <a:t>Creates the iterable object containing the strings, and the code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4854638"/>
            <a:ext cx="7912098" cy="752350"/>
          </a:xfrm>
        </p:spPr>
        <p:txBody>
          <a:bodyPr/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map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str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</a:p>
          <a:p>
            <a:pPr marL="342900" lvl="1">
              <a:lnSpc>
                <a:spcPct val="100000"/>
              </a:lnSpc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Creates a new list from that object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4622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Higher-Order Functions </a:t>
            </a:r>
            <a:r>
              <a:rPr lang="en-US" sz="2000" dirty="0" smtClean="0"/>
              <a:t>(2 </a:t>
            </a:r>
            <a:r>
              <a:rPr lang="en-US" sz="2000" dirty="0"/>
              <a:t>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0699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en-US" dirty="0"/>
              <a:t> function returns an iterable object in which each item is passed to the Boolean function: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Essentially keeps the items that pass a test in an iterable object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965736"/>
            <a:ext cx="7903632" cy="822068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900" b="1" dirty="0" err="1">
                <a:latin typeface="Courier New" panose="02070309020205020404" pitchFamily="49" charset="0"/>
                <a:ea typeface="MS Mincho"/>
                <a:cs typeface="Bank Gothic Bold"/>
              </a:rPr>
              <a:t>isPositive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9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900" b="1" dirty="0">
                <a:latin typeface="Courier New" panose="02070309020205020404" pitchFamily="49" charset="0"/>
                <a:ea typeface="MS Mincho"/>
                <a:cs typeface="Bank Gothic Bold"/>
              </a:rPr>
              <a:t>oldList)</a:t>
            </a:r>
            <a:endParaRPr lang="en-US" sz="1900" dirty="0">
              <a:latin typeface="Bank Gothic Bold"/>
              <a:ea typeface="MS Mincho"/>
              <a:cs typeface="Bank Gothic Bold"/>
            </a:endParaRPr>
          </a:p>
          <a:p>
            <a:pPr marL="342900" lvl="1" algn="just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Creates the iterable object containing the non-zero grades, and the code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3769308"/>
            <a:ext cx="7912098" cy="958788"/>
          </a:xfrm>
        </p:spPr>
        <p:txBody>
          <a:bodyPr>
            <a:normAutofit/>
          </a:bodyPr>
          <a:lstStyle/>
          <a:p>
            <a:pPr marL="0" marR="0" inden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sz="1800" b="1" dirty="0" err="1">
                <a:latin typeface="Courier New" panose="02070309020205020404" pitchFamily="49" charset="0"/>
                <a:ea typeface="MS Mincho"/>
                <a:cs typeface="Bank Gothic Bold"/>
              </a:rPr>
              <a:t>isPositive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sz="1800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  <a:endParaRPr lang="en-US" sz="1800" dirty="0">
              <a:latin typeface="Bank Gothic Bold"/>
              <a:ea typeface="MS Mincho"/>
              <a:cs typeface="Bank Gothic Bold"/>
            </a:endParaRP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Creates a new list from that object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3675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549274"/>
          </a:xfrm>
        </p:spPr>
        <p:txBody>
          <a:bodyPr/>
          <a:lstStyle/>
          <a:p>
            <a:r>
              <a:rPr lang="en-US" b="1" dirty="0"/>
              <a:t>Creating Anonymous Functions with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6"/>
            <a:ext cx="7886700" cy="30797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Syntax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en-US" dirty="0"/>
              <a:t>: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2"/>
          </p:nvPr>
        </p:nvSpPr>
        <p:spPr>
          <a:xfrm>
            <a:off x="628650" y="2266024"/>
            <a:ext cx="7903632" cy="802690"/>
          </a:xfrm>
        </p:spPr>
        <p:txBody>
          <a:bodyPr>
            <a:normAutofit/>
          </a:bodyPr>
          <a:lstStyle/>
          <a:p>
            <a:pPr marL="0" indent="719138">
              <a:buNone/>
            </a:pPr>
            <a:r>
              <a:rPr lang="en-US" sz="1800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</a:rPr>
              <a:t>lambda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&lt;argument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list&gt;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:</a:t>
            </a:r>
            <a:r>
              <a:rPr lang="en-US" sz="1800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ea typeface="MS Mincho"/>
              </a:rPr>
              <a:t>&lt;expression&gt;</a:t>
            </a:r>
          </a:p>
          <a:p>
            <a:pPr marL="291600" marR="0" indent="-29160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Open Sans Regular"/>
                <a:ea typeface="MS Mincho"/>
                <a:cs typeface="20"/>
              </a:rPr>
              <a:t>The code: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3"/>
          </p:nvPr>
        </p:nvSpPr>
        <p:spPr>
          <a:xfrm>
            <a:off x="610894" y="3059091"/>
            <a:ext cx="7912098" cy="1336092"/>
          </a:xfrm>
        </p:spPr>
        <p:txBody>
          <a:bodyPr>
            <a:normAutofit/>
          </a:bodyPr>
          <a:lstStyle/>
          <a:p>
            <a:pPr marL="171450" lvl="1" indent="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newList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list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filter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lambda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number: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number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0,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oldList))</a:t>
            </a:r>
            <a:endParaRPr lang="en-US" dirty="0">
              <a:latin typeface="Bank Gothic Bold"/>
              <a:ea typeface="MS Mincho"/>
              <a:cs typeface="Bank Gothic Bold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ea typeface="MS Mincho"/>
              </a:rPr>
              <a:t>Uses an anonymous Boolean function to drop the zero grades from the list of grades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14523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Catching Exceptions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148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try-except</a:t>
            </a:r>
            <a:r>
              <a:rPr lang="en-US" dirty="0"/>
              <a:t> statement that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Allows a program to trap or catch exceptions and perform the appropriate recovery operations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simplest form of this statement: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try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&lt;statements&gt;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except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&lt;exception type&gt;: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&lt;statements&gt;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In general, you should try to include the exception type that matches the type of exception expected under the circumstances: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If no such type exists, the general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>
                <a:latin typeface="Open Sans Regular"/>
              </a:rPr>
              <a:t> type will match any exception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93015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Files and Their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1752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provides great support for managing and processing several types of files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This section examines some manipulations of text files and object files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7217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Text File Output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058150" cy="42703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When data are treated as integers or floating-point numbers,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They must be separated by whitespace characters (spaces, tabs, and newlines)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A text file containing six floating-point numbers might look like: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34.6 22.33 66.75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77.12 21.44 </a:t>
            </a:r>
            <a:r>
              <a:rPr lang="en-US" b="1" dirty="0" smtClean="0">
                <a:latin typeface="Courier New" panose="02070309020205020404" pitchFamily="49" charset="0"/>
                <a:ea typeface="MS Mincho"/>
              </a:rPr>
              <a:t>99.01</a:t>
            </a:r>
            <a:endParaRPr lang="en-US" dirty="0">
              <a:latin typeface="Open Sans Regular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All data output to or input from a text file must be strings: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Numbers must be converted to strings before output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These strings must be converted back to numbers after </a:t>
            </a:r>
            <a:r>
              <a:rPr lang="en-US" dirty="0" smtClean="0">
                <a:latin typeface="Open Sans Regular"/>
              </a:rPr>
              <a:t>input</a:t>
            </a:r>
            <a:endParaRPr lang="en-US" dirty="0">
              <a:latin typeface="Open Sans Regular"/>
            </a:endParaRP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You can output data to a text file using a file object: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Python’s open function, which expects a file pathname and a mode string as arguments, opens a connection to the file on disk and returns a file object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74822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Text File Output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24000"/>
            <a:ext cx="7886700" cy="388620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String data are written to a file using the method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n-US" dirty="0"/>
              <a:t> with the file object: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The write method expects a single string argument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If you want the output text to end with a newline,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You must include the escape character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dirty="0">
                <a:latin typeface="Open Sans Regular"/>
              </a:rPr>
              <a:t> in the </a:t>
            </a:r>
            <a:r>
              <a:rPr lang="en-US" dirty="0" smtClean="0">
                <a:latin typeface="Open Sans Regular"/>
              </a:rPr>
              <a:t>string</a:t>
            </a:r>
            <a:endParaRPr lang="en-US" dirty="0">
              <a:latin typeface="Open Sans Regular"/>
              <a:ea typeface="MS Mincho"/>
              <a:cs typeface="20"/>
            </a:endParaRPr>
          </a:p>
          <a:p>
            <a:pPr marL="0" marR="0" algn="just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Open Sans Regular"/>
                <a:ea typeface="MS Mincho"/>
                <a:cs typeface="20"/>
              </a:rPr>
              <a:t>The next statement writes two lines of text to the file:</a:t>
            </a:r>
          </a:p>
          <a:p>
            <a:pPr marL="514800" lvl="1" indent="-172800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f.write(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"First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line.\nSecond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line.\n</a:t>
            </a:r>
            <a:r>
              <a:rPr lang="en-US" b="1" dirty="0" smtClean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</a:t>
            </a:r>
            <a:r>
              <a:rPr lang="en-US" b="1" dirty="0" smtClean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dirty="0">
              <a:latin typeface="Open Sans Regular"/>
              <a:ea typeface="MS Mincho"/>
              <a:cs typeface="20"/>
            </a:endParaRPr>
          </a:p>
          <a:p>
            <a:pPr marL="291600" marR="0" indent="-291600" algn="just">
              <a:spcBef>
                <a:spcPts val="1000"/>
              </a:spcBef>
              <a:spcAft>
                <a:spcPts val="0"/>
              </a:spcAft>
            </a:pPr>
            <a:r>
              <a:rPr lang="en-US" dirty="0"/>
              <a:t>When all the outputs are finished, the file should be closed using the method</a:t>
            </a:r>
            <a:r>
              <a:rPr lang="en-US" dirty="0">
                <a:latin typeface="Open Sans Regular"/>
                <a:ea typeface="MS Mincho"/>
                <a:cs typeface="20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Courier New" panose="02070309020205020404" pitchFamily="49" charset="0"/>
              </a:rPr>
              <a:t>close</a:t>
            </a:r>
            <a:r>
              <a:rPr lang="en-US" dirty="0">
                <a:latin typeface="Open Sans Regular"/>
                <a:ea typeface="MS Mincho"/>
                <a:cs typeface="20"/>
              </a:rPr>
              <a:t>, as follows</a:t>
            </a:r>
            <a:r>
              <a:rPr lang="en-US" dirty="0">
                <a:latin typeface="Times" panose="02020603050405020304" pitchFamily="18" charset="0"/>
                <a:ea typeface="MS Mincho"/>
                <a:cs typeface="20"/>
              </a:rPr>
              <a:t>:</a:t>
            </a:r>
            <a:endParaRPr lang="en-US" dirty="0">
              <a:latin typeface="20"/>
              <a:ea typeface="MS Mincho"/>
              <a:cs typeface="20"/>
            </a:endParaRP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f.close</a:t>
            </a:r>
            <a:r>
              <a:rPr lang="en-US" b="1" dirty="0" smtClean="0">
                <a:latin typeface="Courier New" panose="02070309020205020404" pitchFamily="49" charset="0"/>
                <a:ea typeface="MS Mincho"/>
              </a:rPr>
              <a:t>()</a:t>
            </a:r>
            <a:endParaRPr lang="en-US" dirty="0">
              <a:latin typeface="Open Sans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57537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Writing Numbers to a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3653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Integers or floating-point numbers must first be converted to strings before being written to an output file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Values of most data types can be converted to strings by using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function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Resulting strings are written to a file with a space or a newline as a separator character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1951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Text from a Text File </a:t>
            </a:r>
            <a:r>
              <a:rPr lang="en-US" sz="2000" dirty="0"/>
              <a:t>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963" y="1600200"/>
            <a:ext cx="7886700" cy="26670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Similar to opening a file for output, the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Only thing that changes is the mode string, which, in the case of opening a file for input, is ‘r’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Code for opening myfile.txt for input:</a:t>
            </a:r>
          </a:p>
          <a:p>
            <a:pPr lvl="1">
              <a:spcBef>
                <a:spcPts val="1000"/>
              </a:spcBef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&gt;&gt;&gt;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f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=</a:t>
            </a:r>
            <a:r>
              <a:rPr lang="en-US" b="1" dirty="0">
                <a:latin typeface="Times" panose="02020603050405020304" pitchFamily="18" charset="0"/>
                <a:ea typeface="MS Mincho"/>
              </a:rPr>
              <a:t>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open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"myfile.txt",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 '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</a:rPr>
              <a:t>'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)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If the file contains multiple lines of text, the newline character will be embedded in this string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707914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Text from a Text File </a:t>
            </a:r>
            <a:r>
              <a:rPr lang="en-US" sz="2000" dirty="0"/>
              <a:t>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31242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Using the method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n-US" b="1" dirty="0"/>
              <a:t>:</a:t>
            </a: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text = f.read()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text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First line.\nSecond line.\n</a:t>
            </a:r>
            <a:r>
              <a:rPr lang="en-US" b="1" dirty="0">
                <a:solidFill>
                  <a:srgbClr val="0000FF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&gt;&gt;&gt;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(text)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First line.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95250">
              <a:spcBef>
                <a:spcPts val="0"/>
              </a:spcBef>
              <a:buNone/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Second line</a:t>
            </a:r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  <a:ea typeface="MS Mincho"/>
              </a:rPr>
              <a:t>.</a:t>
            </a:r>
            <a:endParaRPr lang="en-US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marL="291600" indent="-291600">
              <a:spcBef>
                <a:spcPts val="1500"/>
              </a:spcBef>
            </a:pPr>
            <a:r>
              <a:rPr lang="en-US" dirty="0"/>
              <a:t>After input is finished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Another call to read returns an empty string</a:t>
            </a:r>
          </a:p>
          <a:p>
            <a:pPr lvl="1">
              <a:spcBef>
                <a:spcPts val="1000"/>
              </a:spcBef>
            </a:pPr>
            <a:r>
              <a:rPr lang="en-US" dirty="0">
                <a:latin typeface="Open Sans Regular"/>
              </a:rPr>
              <a:t>Indicates that the end of the file has been reached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11462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Numbers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3605"/>
            <a:ext cx="7886700" cy="3660775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String representations of integers and floating-point numbers can be converted to the numbers themselves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By using the functions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/>
              <a:t>, respectively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Code that opens the file of random integers written earlier, reads them, and prints their sum: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 = open(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"integers.txt"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</a:t>
            </a:r>
            <a:r>
              <a:rPr lang="en-US" b="1" dirty="0">
                <a:latin typeface="Times" panose="02020603050405020304" pitchFamily="18" charset="0"/>
                <a:ea typeface="MS Mincho"/>
                <a:cs typeface="Bank Gothic Bold"/>
              </a:rPr>
              <a:t> 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r</a:t>
            </a:r>
            <a:r>
              <a:rPr lang="en-US" b="1" dirty="0">
                <a:solidFill>
                  <a:srgbClr val="006800"/>
                </a:solidFill>
                <a:latin typeface="Times" panose="02020603050405020304" pitchFamily="18" charset="0"/>
                <a:ea typeface="MS Mincho"/>
                <a:cs typeface="Bank Gothic Bold"/>
              </a:rPr>
              <a:t>'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theSum = 0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line </a:t>
            </a:r>
            <a:r>
              <a:rPr lang="en-US" b="1" dirty="0">
                <a:solidFill>
                  <a:srgbClr val="80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f: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line = line.strip()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number =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(line)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theSum += number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</a:rPr>
              <a:t>print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</a:rPr>
              <a:t>"The sum is"</a:t>
            </a:r>
            <a:r>
              <a:rPr lang="en-US" b="1" dirty="0">
                <a:latin typeface="Courier New" panose="02070309020205020404" pitchFamily="49" charset="0"/>
                <a:ea typeface="MS Mincho"/>
              </a:rPr>
              <a:t>, theSum)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88421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Reading and Writing Objects with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00200"/>
            <a:ext cx="7886700" cy="4194175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Python includes a module that allows the programmer to save and load objects using a process called pickling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You start by importing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</a:t>
            </a:r>
            <a:r>
              <a:rPr lang="en-US" dirty="0"/>
              <a:t> module: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Files are opened for input and output using the "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rb</a:t>
            </a:r>
            <a:r>
              <a:rPr lang="en-US" dirty="0"/>
              <a:t>" and "</a:t>
            </a:r>
            <a:r>
              <a:rPr lang="en-US" sz="2100" b="1" dirty="0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dirty="0"/>
              <a:t>" flags (for byte streams) and closed in the usual manner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To save an object, you use the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pickle.dump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  <a:cs typeface="Courier New" panose="02070309020205020404" pitchFamily="49" charset="0"/>
              </a:rPr>
              <a:t>Code: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import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pickle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lyst = [60,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"A string object"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1977]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fileObj = </a:t>
            </a:r>
            <a:r>
              <a:rPr lang="en-US" b="1" dirty="0">
                <a:solidFill>
                  <a:srgbClr val="660066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open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(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"items.dat"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, </a:t>
            </a:r>
            <a:r>
              <a:rPr lang="en-US" b="1" dirty="0">
                <a:solidFill>
                  <a:srgbClr val="006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"wb"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for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item </a:t>
            </a:r>
            <a:r>
              <a:rPr lang="en-US" b="1" dirty="0">
                <a:solidFill>
                  <a:srgbClr val="8A38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in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lyst: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pickle.dump(item, fileObj)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fileObj.close()</a:t>
            </a:r>
            <a:endParaRPr lang="en-US" dirty="0">
              <a:latin typeface="Open Sans Regular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346571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473074"/>
          </a:xfrm>
        </p:spPr>
        <p:txBody>
          <a:bodyPr/>
          <a:lstStyle/>
          <a:p>
            <a:r>
              <a:rPr lang="en-US" b="1" dirty="0"/>
              <a:t>Creating New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68560"/>
            <a:ext cx="7886700" cy="3657600"/>
          </a:xfrm>
        </p:spPr>
        <p:txBody>
          <a:bodyPr/>
          <a:lstStyle/>
          <a:p>
            <a:pPr marL="291600" indent="-291600">
              <a:spcBef>
                <a:spcPts val="1000"/>
              </a:spcBef>
            </a:pPr>
            <a:r>
              <a:rPr lang="en-US" dirty="0"/>
              <a:t>Class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Describes the data and the methods pertaining to a set of objects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Provides a blueprint for creating objects and the code to execute when methods are called on them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/>
              <a:t>Syntax of a Python class definition:</a:t>
            </a:r>
          </a:p>
          <a:p>
            <a:pPr marL="171450" lvl="1" indent="184150">
              <a:spcBef>
                <a:spcPts val="0"/>
              </a:spcBef>
              <a:buNone/>
            </a:pP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ea typeface="MS Mincho"/>
                <a:cs typeface="Bank Gothic Bold"/>
              </a:rPr>
              <a:t>def</a:t>
            </a: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&lt;class name&gt;(&lt;parent class name&gt;):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171450" lvl="1" indent="0">
              <a:spcBef>
                <a:spcPts val="0"/>
              </a:spcBef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  <a:cs typeface="Bank Gothic Bold"/>
              </a:rPr>
              <a:t>    &lt;class variable assignments&gt;</a:t>
            </a:r>
            <a:endParaRPr lang="en-US" sz="1300" dirty="0">
              <a:latin typeface="Bank Gothic Bold"/>
              <a:ea typeface="MS Mincho"/>
              <a:cs typeface="Bank Gothic Bold"/>
            </a:endParaRPr>
          </a:p>
          <a:p>
            <a:pPr marL="171450" lvl="1" indent="0">
              <a:spcBef>
                <a:spcPts val="0"/>
              </a:spcBef>
              <a:buNone/>
            </a:pPr>
            <a:r>
              <a:rPr lang="en-US" dirty="0">
                <a:latin typeface="Bank Gothic Bold"/>
                <a:ea typeface="MS Mincho"/>
                <a:cs typeface="Bank Gothic Bold"/>
              </a:rPr>
              <a:t> </a:t>
            </a:r>
          </a:p>
          <a:p>
            <a:pPr marL="342900" lvl="1" indent="0">
              <a:buNone/>
            </a:pPr>
            <a:r>
              <a:rPr lang="en-US" b="1" dirty="0">
                <a:latin typeface="Courier New" panose="02070309020205020404" pitchFamily="49" charset="0"/>
                <a:ea typeface="MS Mincho"/>
              </a:rPr>
              <a:t>    &lt;instance method definitions&gt;</a:t>
            </a:r>
          </a:p>
          <a:p>
            <a:pPr marL="291600" indent="-291600">
              <a:spcBef>
                <a:spcPts val="1000"/>
              </a:spcBef>
            </a:pPr>
            <a:r>
              <a:rPr lang="en-US" dirty="0">
                <a:latin typeface="Open Sans Regular"/>
              </a:rPr>
              <a:t>See text for examples of code for a </a:t>
            </a:r>
            <a:r>
              <a:rPr lang="en-US" dirty="0" smtClean="0">
                <a:latin typeface="Open Sans Regular"/>
              </a:rPr>
              <a:t>class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900" dirty="0">
                <a:latin typeface="Open Sans Regular"/>
              </a:rPr>
              <a:t>Fundamentals of Python: Data Structures, Second Edition. 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4834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f3bd87594d5ba974580355a3fa3fff06e6572b6"/>
</p:tagLst>
</file>

<file path=ppt/theme/theme1.xml><?xml version="1.0" encoding="utf-8"?>
<a:theme xmlns:a="http://schemas.openxmlformats.org/drawingml/2006/main" name="Brand_PPT_Template_SIMPLIFIED_SD">
  <a:themeElements>
    <a:clrScheme name="Custom 1">
      <a:dk1>
        <a:srgbClr val="004978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C00000"/>
      </a:hlink>
      <a:folHlink>
        <a:srgbClr val="0098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dirty="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0808_Cengage PP Brand Update" id="{61CF522C-3938-544D-B6D2-01C3CB24134A}" vid="{85A4C21B-B5BA-1B4B-9AA0-C3802FB375A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11517</TotalTime>
  <Words>7565</Words>
  <Application>Microsoft Office PowerPoint</Application>
  <PresentationFormat>On-screen Show (4:3)</PresentationFormat>
  <Paragraphs>639</Paragraphs>
  <Slides>64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6" baseType="lpstr">
      <vt:lpstr>MS Mincho</vt:lpstr>
      <vt:lpstr>20</vt:lpstr>
      <vt:lpstr>Arial</vt:lpstr>
      <vt:lpstr>Bank Gothic Bold</vt:lpstr>
      <vt:lpstr>Courier New</vt:lpstr>
      <vt:lpstr>Frutiger LTStd-Italic</vt:lpstr>
      <vt:lpstr>Open Sans</vt:lpstr>
      <vt:lpstr>Open Sans Regular</vt:lpstr>
      <vt:lpstr>Summer Font</vt:lpstr>
      <vt:lpstr>Times</vt:lpstr>
      <vt:lpstr>Times New Roman</vt:lpstr>
      <vt:lpstr>Brand_PPT_Template_SIMPLIFIED_SD</vt:lpstr>
      <vt:lpstr>Chapter 1: Basic Python Programming</vt:lpstr>
      <vt:lpstr>Learning Objectives (1 of 2)</vt:lpstr>
      <vt:lpstr>Learning Objectives (2 of 2)</vt:lpstr>
      <vt:lpstr>Basic Program Elements</vt:lpstr>
      <vt:lpstr>Programs and Modules</vt:lpstr>
      <vt:lpstr>An Example Python Program: Guessing a Number (1 of 2)</vt:lpstr>
      <vt:lpstr>An Example Python Program: Guessing a Number (2 of 2)</vt:lpstr>
      <vt:lpstr>Editing, Compiling, and Running Python Programs (1 of 2)</vt:lpstr>
      <vt:lpstr>Editing, Compiling, and Running Python Programs (2 of 2)</vt:lpstr>
      <vt:lpstr>Program Contents</vt:lpstr>
      <vt:lpstr>Lexical Elements</vt:lpstr>
      <vt:lpstr>Spelling and Naming Conventions (1 of 2)</vt:lpstr>
      <vt:lpstr>Spelling and Naming Conventions (2 of 2)</vt:lpstr>
      <vt:lpstr>Syntactic Elements</vt:lpstr>
      <vt:lpstr>Literals</vt:lpstr>
      <vt:lpstr>String Literals (1 of 2)</vt:lpstr>
      <vt:lpstr>String Literals (2 of 2)</vt:lpstr>
      <vt:lpstr>Operators and Expressions (1 of 2)</vt:lpstr>
      <vt:lpstr>Operators and Expressions (2 of 2)</vt:lpstr>
      <vt:lpstr>Function Calls</vt:lpstr>
      <vt:lpstr>The print Function</vt:lpstr>
      <vt:lpstr>The input Function</vt:lpstr>
      <vt:lpstr>Type Conversion Functions and Mixed-Mode Operations</vt:lpstr>
      <vt:lpstr>Optional and Keyword Function Arguments</vt:lpstr>
      <vt:lpstr>Variables and Assignment Statements</vt:lpstr>
      <vt:lpstr>Python Data Typing</vt:lpstr>
      <vt:lpstr>import Statements</vt:lpstr>
      <vt:lpstr>Getting Help on Program Components</vt:lpstr>
      <vt:lpstr>Control Statements</vt:lpstr>
      <vt:lpstr>Conditional Statements (1 of 2)</vt:lpstr>
      <vt:lpstr>Conditional Statements (2 of 2)</vt:lpstr>
      <vt:lpstr>Using if _name_ == “_main_”</vt:lpstr>
      <vt:lpstr>Loop Statements</vt:lpstr>
      <vt:lpstr>Strings and Their Operations</vt:lpstr>
      <vt:lpstr>Operators</vt:lpstr>
      <vt:lpstr>Formatting Strings for Output (1 of 2)</vt:lpstr>
      <vt:lpstr>Formatting Strings for Output (2 of 2)</vt:lpstr>
      <vt:lpstr>Object and Method Calls</vt:lpstr>
      <vt:lpstr>Built-In Python Collections and Their Operations</vt:lpstr>
      <vt:lpstr>Lists (1 of 2)</vt:lpstr>
      <vt:lpstr>Lists (2 of 2)</vt:lpstr>
      <vt:lpstr>Tuples</vt:lpstr>
      <vt:lpstr>Loops over Sequences</vt:lpstr>
      <vt:lpstr>Dictionaries</vt:lpstr>
      <vt:lpstr>Searching for a Value</vt:lpstr>
      <vt:lpstr>Pattern Matching with Collections</vt:lpstr>
      <vt:lpstr>Creating New Functions</vt:lpstr>
      <vt:lpstr>Function Definitions</vt:lpstr>
      <vt:lpstr>Recursive Functions (1 of 2)</vt:lpstr>
      <vt:lpstr>Recursive Functions (2 of 2)</vt:lpstr>
      <vt:lpstr>Nested Function Definitions</vt:lpstr>
      <vt:lpstr>Higher-Order Functions (1 of 2)</vt:lpstr>
      <vt:lpstr>Higher-Order Functions (2 of 2)</vt:lpstr>
      <vt:lpstr>Creating Anonymous Functions with lambda</vt:lpstr>
      <vt:lpstr>Catching Exceptions</vt:lpstr>
      <vt:lpstr>Files and Their Operations</vt:lpstr>
      <vt:lpstr>Text File Output (1 of 2)</vt:lpstr>
      <vt:lpstr>Text File Output (2 of 2)</vt:lpstr>
      <vt:lpstr>Writing Numbers to a Text File</vt:lpstr>
      <vt:lpstr>Reading Text from a Text File (1 of 2)</vt:lpstr>
      <vt:lpstr>Reading Text from a Text File (2 of 2)</vt:lpstr>
      <vt:lpstr>Reading Numbers from a File</vt:lpstr>
      <vt:lpstr>Reading and Writing Objects with pickle</vt:lpstr>
      <vt:lpstr>Creating New Classes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>Stulga, Michele L</dc:creator>
  <cp:lastModifiedBy>M, Satchithanandan</cp:lastModifiedBy>
  <cp:revision>442</cp:revision>
  <dcterms:created xsi:type="dcterms:W3CDTF">2001-07-05T23:10:12Z</dcterms:created>
  <dcterms:modified xsi:type="dcterms:W3CDTF">2018-10-10T14:53:34Z</dcterms:modified>
</cp:coreProperties>
</file>